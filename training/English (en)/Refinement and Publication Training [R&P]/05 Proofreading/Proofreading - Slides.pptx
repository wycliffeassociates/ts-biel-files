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4"/>
  </p:notesMasterIdLst>
  <p:sldIdLst>
    <p:sldId id="282" r:id="rId5"/>
    <p:sldId id="308" r:id="rId6"/>
    <p:sldId id="295" r:id="rId7"/>
    <p:sldId id="296" r:id="rId8"/>
    <p:sldId id="281" r:id="rId9"/>
    <p:sldId id="304" r:id="rId10"/>
    <p:sldId id="309" r:id="rId11"/>
    <p:sldId id="302" r:id="rId12"/>
    <p:sldId id="312" r:id="rId13"/>
    <p:sldId id="298" r:id="rId14"/>
    <p:sldId id="297" r:id="rId15"/>
    <p:sldId id="306" r:id="rId16"/>
    <p:sldId id="299" r:id="rId17"/>
    <p:sldId id="307" r:id="rId18"/>
    <p:sldId id="300" r:id="rId19"/>
    <p:sldId id="301" r:id="rId20"/>
    <p:sldId id="310" r:id="rId21"/>
    <p:sldId id="294" r:id="rId22"/>
    <p:sldId id="280"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san Quigley" initials="SQ" lastIdx="11" clrIdx="0">
    <p:extLst>
      <p:ext uri="{19B8F6BF-5375-455C-9EA6-DF929625EA0E}">
        <p15:presenceInfo xmlns:p15="http://schemas.microsoft.com/office/powerpoint/2012/main" userId="S::susan_quigley@wycliffeassociates.org::b85b18d0-1c40-45ee-96a2-2a728d87251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3A83F"/>
    <a:srgbClr val="C3DD93"/>
    <a:srgbClr val="716557"/>
    <a:srgbClr val="FBA93D"/>
    <a:srgbClr val="B956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2563" autoAdjust="0"/>
    <p:restoredTop sz="95694" autoAdjust="0"/>
  </p:normalViewPr>
  <p:slideViewPr>
    <p:cSldViewPr snapToGrid="0">
      <p:cViewPr varScale="1">
        <p:scale>
          <a:sx n="58" d="100"/>
          <a:sy n="58" d="100"/>
        </p:scale>
        <p:origin x="768" y="38"/>
      </p:cViewPr>
      <p:guideLst>
        <p:guide orient="horz" pos="2160"/>
        <p:guide pos="2880"/>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bbie Shaw" userId="79bf7848-a030-4096-934a-3abbfde4984a" providerId="ADAL" clId="{8DE9E9FB-001C-4B84-83DE-E1F7ABB9FAA3}"/>
    <pc:docChg chg="modSld">
      <pc:chgData name="Debbie Shaw" userId="79bf7848-a030-4096-934a-3abbfde4984a" providerId="ADAL" clId="{8DE9E9FB-001C-4B84-83DE-E1F7ABB9FAA3}" dt="2026-07-18T05:52:22.154" v="9" actId="1076"/>
      <pc:docMkLst>
        <pc:docMk/>
      </pc:docMkLst>
      <pc:sldChg chg="addSp modSp mod">
        <pc:chgData name="Debbie Shaw" userId="79bf7848-a030-4096-934a-3abbfde4984a" providerId="ADAL" clId="{8DE9E9FB-001C-4B84-83DE-E1F7ABB9FAA3}" dt="2026-07-18T05:52:22.154" v="9" actId="1076"/>
        <pc:sldMkLst>
          <pc:docMk/>
          <pc:sldMk cId="3072800876" sldId="280"/>
        </pc:sldMkLst>
        <pc:spChg chg="add mod">
          <ac:chgData name="Debbie Shaw" userId="79bf7848-a030-4096-934a-3abbfde4984a" providerId="ADAL" clId="{8DE9E9FB-001C-4B84-83DE-E1F7ABB9FAA3}" dt="2026-07-18T05:52:22.154" v="9" actId="1076"/>
          <ac:spMkLst>
            <pc:docMk/>
            <pc:sldMk cId="3072800876" sldId="280"/>
            <ac:spMk id="2" creationId="{6476A730-1920-53D6-735C-63DC05B161A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6AA070-92F4-A447-BB88-F5E94FF9CF8B}" type="datetimeFigureOut">
              <a:rPr lang="en-US" smtClean="0"/>
              <a:t>7/18/2026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39B3C9-13A9-6540-8F68-9A544DD081BF}" type="slidenum">
              <a:rPr lang="en-US" smtClean="0"/>
              <a:t>‹#›</a:t>
            </a:fld>
            <a:endParaRPr lang="en-US"/>
          </a:p>
        </p:txBody>
      </p:sp>
    </p:spTree>
    <p:extLst>
      <p:ext uri="{BB962C8B-B14F-4D97-AF65-F5344CB8AC3E}">
        <p14:creationId xmlns:p14="http://schemas.microsoft.com/office/powerpoint/2010/main" val="2521344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2D176C0A-5C67-429D-B78E-C0F7FE360763}" type="datetimeFigureOut">
              <a:rPr lang="en-US" smtClean="0"/>
              <a:t>7/18/2026</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A86A303C-F57A-46A0-A01E-607FF4D926B8}" type="slidenum">
              <a:rPr lang="en-US" smtClean="0"/>
              <a:t>‹#›</a:t>
            </a:fld>
            <a:endParaRPr lang="en-US"/>
          </a:p>
        </p:txBody>
      </p:sp>
    </p:spTree>
    <p:extLst>
      <p:ext uri="{BB962C8B-B14F-4D97-AF65-F5344CB8AC3E}">
        <p14:creationId xmlns:p14="http://schemas.microsoft.com/office/powerpoint/2010/main" val="2141927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486219-3A02-4B8F-9654-356937189673}"/>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sp>
        <p:nvSpPr>
          <p:cNvPr id="3" name="Content Placeholder 2"/>
          <p:cNvSpPr>
            <a:spLocks noGrp="1"/>
          </p:cNvSpPr>
          <p:nvPr>
            <p:ph idx="1"/>
          </p:nvPr>
        </p:nvSpPr>
        <p:spPr>
          <a:xfrm>
            <a:off x="628650" y="1825625"/>
            <a:ext cx="7886700" cy="4054180"/>
          </a:xfrm>
        </p:spPr>
        <p:txBody>
          <a:bodyPr>
            <a:noAutofit/>
          </a:bodyPr>
          <a:lstStyle>
            <a:lvl1pPr>
              <a:defRPr>
                <a:solidFill>
                  <a:srgbClr val="716557"/>
                </a:solidFill>
              </a:defRPr>
            </a:lvl1pPr>
            <a:lvl2pPr>
              <a:defRPr>
                <a:solidFill>
                  <a:srgbClr val="716557"/>
                </a:solidFill>
              </a:defRPr>
            </a:lvl2pPr>
            <a:lvl3pPr>
              <a:defRPr>
                <a:solidFill>
                  <a:srgbClr val="716557"/>
                </a:solidFill>
              </a:defRPr>
            </a:lvl3pPr>
            <a:lvl4pPr>
              <a:defRPr>
                <a:solidFill>
                  <a:srgbClr val="716557"/>
                </a:solidFill>
              </a:defRPr>
            </a:lvl4pPr>
            <a:lvl5pPr>
              <a:defRPr>
                <a:solidFill>
                  <a:srgbClr val="716557"/>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8217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86512"/>
            <a:ext cx="7886700" cy="1325563"/>
          </a:xfrm>
        </p:spPr>
        <p:txBody>
          <a:bodyPr anchor="t">
            <a:noAutofit/>
          </a:bodyPr>
          <a:lstStyle>
            <a:lvl1pPr>
              <a:lnSpc>
                <a:spcPct val="100000"/>
              </a:lnSpc>
              <a:defRPr>
                <a:solidFill>
                  <a:srgbClr val="B95659"/>
                </a:solidFill>
              </a:defRPr>
            </a:lvl1pPr>
          </a:lstStyle>
          <a:p>
            <a:r>
              <a:rPr lang="en-US"/>
              <a:t>Click to edit Master title style</a:t>
            </a:r>
          </a:p>
        </p:txBody>
      </p:sp>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Rectangle 11">
            <a:extLst>
              <a:ext uri="{FF2B5EF4-FFF2-40B4-BE49-F238E27FC236}">
                <a16:creationId xmlns:a16="http://schemas.microsoft.com/office/drawing/2014/main" id="{BAAEAE7B-3B5A-4C25-AC11-01A159AD8EE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519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8E7A1A-3604-42E2-8C74-07F6E6ED92C9}"/>
              </a:ext>
            </a:extLst>
          </p:cNvPr>
          <p:cNvGrpSpPr/>
          <p:nvPr userDrawn="1"/>
        </p:nvGrpSpPr>
        <p:grpSpPr>
          <a:xfrm>
            <a:off x="-127730" y="0"/>
            <a:ext cx="9399460" cy="230430"/>
            <a:chOff x="-172745" y="0"/>
            <a:chExt cx="9399460" cy="230430"/>
          </a:xfrm>
        </p:grpSpPr>
        <p:sp>
          <p:nvSpPr>
            <p:cNvPr id="8" name="Parallelogram 7">
              <a:extLst>
                <a:ext uri="{FF2B5EF4-FFF2-40B4-BE49-F238E27FC236}">
                  <a16:creationId xmlns:a16="http://schemas.microsoft.com/office/drawing/2014/main" id="{1EEF9ED7-F707-4018-A8AA-C67B37D48B2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8C15F56A-78F2-4317-88D7-9D0AE4D8AAFD}"/>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D5D1606-C850-4DDE-B719-2E8DC0D7B928}"/>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Rectangle 8">
            <a:extLst>
              <a:ext uri="{FF2B5EF4-FFF2-40B4-BE49-F238E27FC236}">
                <a16:creationId xmlns:a16="http://schemas.microsoft.com/office/drawing/2014/main" id="{B3E46E85-8EF7-4D4E-A5B5-D327F4516A82}"/>
              </a:ext>
            </a:extLst>
          </p:cNvPr>
          <p:cNvSpPr/>
          <p:nvPr userDrawn="1"/>
        </p:nvSpPr>
        <p:spPr>
          <a:xfrm>
            <a:off x="0" y="6720840"/>
            <a:ext cx="9144000" cy="137160"/>
          </a:xfrm>
          <a:prstGeom prst="rect">
            <a:avLst/>
          </a:prstGeom>
          <a:solidFill>
            <a:srgbClr val="FBA93D"/>
          </a:solidFill>
          <a:ln>
            <a:noFill/>
          </a:ln>
        </p:spPr>
        <p:txBody>
          <a:bodyPr wrap="square" rtlCol="0" anchor="ctr">
            <a:noAutofit/>
          </a:bodyPr>
          <a:lstStyle/>
          <a:p>
            <a:pPr algn="ctr"/>
            <a:endParaRPr lang="en-US"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31119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10331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t" anchorCtr="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454495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xStyles>
    <p:titleStyle>
      <a:lvl1pPr algn="ctr"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hyperlink" Target="https://read.bibleineverylanguage.org/WycliffeAssociates/en_ulb?_gl=1*gbtkqo*_ga*MTY0NTA2MTk3OC4xNzI1OTc5MTQw*_ga_ZJECQPPTKR*MTcyODkxOTc0Ni4yNi4xLjE3Mjg5MTk3NDcuMC4wLjA.#footnote-target-1" TargetMode="Externa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4694CCB8-A161-4308-BC33-DD746CEBFA8D}"/>
              </a:ext>
            </a:extLst>
          </p:cNvPr>
          <p:cNvSpPr/>
          <p:nvPr/>
        </p:nvSpPr>
        <p:spPr>
          <a:xfrm>
            <a:off x="165246" y="754990"/>
            <a:ext cx="8813508" cy="646331"/>
          </a:xfrm>
          <a:prstGeom prst="rect">
            <a:avLst/>
          </a:prstGeom>
        </p:spPr>
        <p:txBody>
          <a:bodyPr wrap="square" anchor="ctr">
            <a:spAutoFit/>
          </a:bodyPr>
          <a:lstStyle/>
          <a:p>
            <a:pPr algn="ctr"/>
            <a:r>
              <a:rPr lang="en-US" sz="3600" b="1" dirty="0">
                <a:solidFill>
                  <a:srgbClr val="B95659"/>
                </a:solidFill>
                <a:latin typeface="Arial" panose="020B0604020202020204" pitchFamily="34" charset="0"/>
                <a:ea typeface="+mj-ea"/>
                <a:cs typeface="Arial" panose="020B0604020202020204" pitchFamily="34" charset="0"/>
              </a:rPr>
              <a:t>Proofreading</a:t>
            </a:r>
          </a:p>
        </p:txBody>
      </p:sp>
      <p:pic>
        <p:nvPicPr>
          <p:cNvPr id="4" name="Picture 3" descr="A hand writing on a chalkboard&#10;&#10;Description automatically generated">
            <a:extLst>
              <a:ext uri="{FF2B5EF4-FFF2-40B4-BE49-F238E27FC236}">
                <a16:creationId xmlns:a16="http://schemas.microsoft.com/office/drawing/2014/main" id="{2D119046-4383-5C2C-162A-90C960B97D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58999"/>
            <a:ext cx="9143999" cy="4469431"/>
          </a:xfrm>
          <a:prstGeom prst="rect">
            <a:avLst/>
          </a:prstGeom>
        </p:spPr>
      </p:pic>
    </p:spTree>
    <p:extLst>
      <p:ext uri="{BB962C8B-B14F-4D97-AF65-F5344CB8AC3E}">
        <p14:creationId xmlns:p14="http://schemas.microsoft.com/office/powerpoint/2010/main" val="904332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B23C0-A093-B1D5-ECB7-1D5F719D696B}"/>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B1890A52-75F3-21C9-1838-6F9B1588C806}"/>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9F8F1887-B65B-ADD9-9755-C19DB69E297C}"/>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40A73793-3CAB-4C55-4C44-3E8D48398705}"/>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A6C0A087-128D-7D89-A944-BA346EAE3C93}"/>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98A967D7-7050-3079-6098-5B8484CAF0FF}"/>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1186682E-1BD8-88C6-0F5B-167878CD27F6}"/>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C7E89378-AF9C-5F20-3F72-4522D99350AC}"/>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60D8DE80-4B30-2177-0830-44F3665C2502}"/>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4F1F4BBF-3ECA-1C35-D89F-44590BF53A38}"/>
              </a:ext>
            </a:extLst>
          </p:cNvPr>
          <p:cNvSpPr txBox="1"/>
          <p:nvPr/>
        </p:nvSpPr>
        <p:spPr>
          <a:xfrm>
            <a:off x="3731449" y="2450898"/>
            <a:ext cx="5023263" cy="3125343"/>
          </a:xfrm>
          <a:prstGeom prst="rect">
            <a:avLst/>
          </a:prstGeom>
          <a:noFill/>
        </p:spPr>
        <p:txBody>
          <a:bodyPr wrap="square" rtlCol="0">
            <a:spAutoFit/>
          </a:bodyPr>
          <a:lstStyle/>
          <a:p>
            <a:pPr marL="285750" marR="0" indent="-285750">
              <a:lnSpc>
                <a:spcPct val="107000"/>
              </a:lnSpc>
              <a:spcBef>
                <a:spcPts val="0"/>
              </a:spcBef>
              <a:spcAft>
                <a:spcPts val="2000"/>
              </a:spcAft>
              <a:buFont typeface="Arial" panose="020B0604020202020204" pitchFamily="34" charset="0"/>
              <a:buChar char="•"/>
            </a:pPr>
            <a:r>
              <a:rPr lang="en-US" sz="2800" b="1" dirty="0">
                <a:latin typeface="Arial" panose="020B0604020202020204" pitchFamily="34" charset="0"/>
                <a:ea typeface="Calibri" panose="020F0502020204030204" pitchFamily="34" charset="0"/>
                <a:cs typeface="Times New Roman" panose="02020603050405020304" pitchFamily="18" charset="0"/>
              </a:rPr>
              <a:t>Proofreading finds mostly typing errors.</a:t>
            </a:r>
          </a:p>
          <a:p>
            <a:pPr marL="285750" marR="0" indent="-285750">
              <a:lnSpc>
                <a:spcPct val="107000"/>
              </a:lnSpc>
              <a:spcBef>
                <a:spcPts val="0"/>
              </a:spcBef>
              <a:spcAft>
                <a:spcPts val="2000"/>
              </a:spcAft>
              <a:buFont typeface="Arial" panose="020B0604020202020204" pitchFamily="34" charset="0"/>
              <a:buChar char="•"/>
            </a:pPr>
            <a:r>
              <a:rPr lang="en-US" sz="2800" b="1" dirty="0">
                <a:latin typeface="Arial" panose="020B0604020202020204" pitchFamily="34" charset="0"/>
                <a:ea typeface="Calibri" panose="020F0502020204030204" pitchFamily="34" charset="0"/>
                <a:cs typeface="Times New Roman" panose="02020603050405020304" pitchFamily="18" charset="0"/>
              </a:rPr>
              <a:t>These errors may affect meaning.</a:t>
            </a:r>
          </a:p>
          <a:p>
            <a:pPr marL="0" marR="0">
              <a:lnSpc>
                <a:spcPct val="107000"/>
              </a:lnSpc>
              <a:spcBef>
                <a:spcPts val="0"/>
              </a:spcBef>
              <a:spcAft>
                <a:spcPts val="800"/>
              </a:spcAft>
            </a:pPr>
            <a:endParaRPr lang="en-US" b="1" dirty="0">
              <a:latin typeface="Arial" panose="020B0604020202020204" pitchFamily="34" charset="0"/>
              <a:ea typeface="Calibri" panose="020F0502020204030204" pitchFamily="34" charset="0"/>
              <a:cs typeface="Times New Roman" panose="02020603050405020304" pitchFamily="18" charset="0"/>
            </a:endParaRPr>
          </a:p>
          <a:p>
            <a:endParaRPr lang="en-US" dirty="0"/>
          </a:p>
        </p:txBody>
      </p:sp>
      <p:pic>
        <p:nvPicPr>
          <p:cNvPr id="3" name="Picture 2" descr="Person using laptop">
            <a:extLst>
              <a:ext uri="{FF2B5EF4-FFF2-40B4-BE49-F238E27FC236}">
                <a16:creationId xmlns:a16="http://schemas.microsoft.com/office/drawing/2014/main" id="{CA5C30A4-B03B-C178-0BFC-089663C3A6E4}"/>
              </a:ext>
            </a:extLst>
          </p:cNvPr>
          <p:cNvPicPr>
            <a:picLocks noChangeAspect="1"/>
          </p:cNvPicPr>
          <p:nvPr/>
        </p:nvPicPr>
        <p:blipFill rotWithShape="1">
          <a:blip r:embed="rId2">
            <a:alphaModFix amt="70000"/>
            <a:extLst>
              <a:ext uri="{28A0092B-C50C-407E-A947-70E740481C1C}">
                <a14:useLocalDpi xmlns:a14="http://schemas.microsoft.com/office/drawing/2010/main" val="0"/>
              </a:ext>
            </a:extLst>
          </a:blip>
          <a:srcRect l="37641" t="27058" r="2882" b="18130"/>
          <a:stretch/>
        </p:blipFill>
        <p:spPr>
          <a:xfrm>
            <a:off x="389288" y="2704096"/>
            <a:ext cx="2770908" cy="1701202"/>
          </a:xfrm>
          <a:prstGeom prst="rect">
            <a:avLst/>
          </a:prstGeom>
        </p:spPr>
      </p:pic>
    </p:spTree>
    <p:extLst>
      <p:ext uri="{BB962C8B-B14F-4D97-AF65-F5344CB8AC3E}">
        <p14:creationId xmlns:p14="http://schemas.microsoft.com/office/powerpoint/2010/main" val="2455923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533915-E573-A372-97B3-D9870250693B}"/>
              </a:ext>
            </a:extLst>
          </p:cNvPr>
          <p:cNvSpPr>
            <a:spLocks noGrp="1"/>
          </p:cNvSpPr>
          <p:nvPr>
            <p:ph idx="1"/>
          </p:nvPr>
        </p:nvSpPr>
        <p:spPr>
          <a:xfrm>
            <a:off x="628650" y="1825625"/>
            <a:ext cx="7886700" cy="3767653"/>
          </a:xfrm>
        </p:spPr>
        <p:txBody>
          <a:bodyPr/>
          <a:lstStyle/>
          <a:p>
            <a:pPr marL="0" indent="0" algn="ctr">
              <a:buNone/>
            </a:pPr>
            <a:r>
              <a:rPr lang="en-US" sz="2800" b="1" dirty="0">
                <a:solidFill>
                  <a:schemeClr val="tx1"/>
                </a:solidFill>
              </a:rPr>
              <a:t>Call me Pat.</a:t>
            </a:r>
          </a:p>
          <a:p>
            <a:pPr marL="0" indent="0" algn="ctr">
              <a:buNone/>
            </a:pPr>
            <a:endParaRPr lang="en-US" sz="2800" b="1" dirty="0">
              <a:solidFill>
                <a:schemeClr val="tx1"/>
              </a:solidFill>
            </a:endParaRPr>
          </a:p>
          <a:p>
            <a:pPr marL="0" indent="0" algn="ctr">
              <a:buNone/>
            </a:pPr>
            <a:r>
              <a:rPr lang="en-US" sz="2800" b="1" dirty="0">
                <a:solidFill>
                  <a:schemeClr val="tx1"/>
                </a:solidFill>
              </a:rPr>
              <a:t>Call me, Pat.</a:t>
            </a:r>
          </a:p>
          <a:p>
            <a:pPr marL="0" indent="0" algn="ctr">
              <a:buNone/>
            </a:pPr>
            <a:endParaRPr lang="en-US" sz="2800" b="1" dirty="0">
              <a:solidFill>
                <a:schemeClr val="tx1"/>
              </a:solidFill>
            </a:endParaRPr>
          </a:p>
          <a:p>
            <a:pPr marL="0" indent="0" algn="ctr">
              <a:buNone/>
            </a:pPr>
            <a:r>
              <a:rPr lang="en-US" sz="2800" b="1" dirty="0">
                <a:solidFill>
                  <a:schemeClr val="tx1"/>
                </a:solidFill>
              </a:rPr>
              <a:t>I’m sorry I love you.</a:t>
            </a:r>
          </a:p>
          <a:p>
            <a:pPr marL="0" indent="0" algn="ctr">
              <a:buNone/>
            </a:pPr>
            <a:endParaRPr lang="en-US" sz="2800" b="1" dirty="0">
              <a:solidFill>
                <a:schemeClr val="tx1"/>
              </a:solidFill>
            </a:endParaRPr>
          </a:p>
          <a:p>
            <a:pPr marL="0" indent="0" algn="ctr">
              <a:buNone/>
            </a:pPr>
            <a:r>
              <a:rPr lang="en-US" sz="2800" b="1" dirty="0">
                <a:solidFill>
                  <a:schemeClr val="tx1"/>
                </a:solidFill>
              </a:rPr>
              <a:t>I’m sorry. I love you.</a:t>
            </a:r>
          </a:p>
        </p:txBody>
      </p:sp>
    </p:spTree>
    <p:extLst>
      <p:ext uri="{BB962C8B-B14F-4D97-AF65-F5344CB8AC3E}">
        <p14:creationId xmlns:p14="http://schemas.microsoft.com/office/powerpoint/2010/main" val="3001663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person reading a book&#10;&#10;Description automatically generated">
            <a:extLst>
              <a:ext uri="{FF2B5EF4-FFF2-40B4-BE49-F238E27FC236}">
                <a16:creationId xmlns:a16="http://schemas.microsoft.com/office/drawing/2014/main" id="{28580129-E33E-12AE-79B8-CE13CF9936C5}"/>
              </a:ext>
            </a:extLst>
          </p:cNvPr>
          <p:cNvPicPr>
            <a:picLocks noChangeAspect="1"/>
          </p:cNvPicPr>
          <p:nvPr/>
        </p:nvPicPr>
        <p:blipFill rotWithShape="1">
          <a:blip r:embed="rId2">
            <a:extLst>
              <a:ext uri="{28A0092B-C50C-407E-A947-70E740481C1C}">
                <a14:useLocalDpi xmlns:a14="http://schemas.microsoft.com/office/drawing/2010/main" val="0"/>
              </a:ext>
            </a:extLst>
          </a:blip>
          <a:srcRect t="64474" r="43182" b="3383"/>
          <a:stretch/>
        </p:blipFill>
        <p:spPr>
          <a:xfrm>
            <a:off x="590335" y="2127903"/>
            <a:ext cx="3306548" cy="2494102"/>
          </a:xfrm>
          <a:prstGeom prst="rect">
            <a:avLst/>
          </a:prstGeom>
        </p:spPr>
      </p:pic>
      <p:sp>
        <p:nvSpPr>
          <p:cNvPr id="3" name="Content Placeholder 2">
            <a:extLst>
              <a:ext uri="{FF2B5EF4-FFF2-40B4-BE49-F238E27FC236}">
                <a16:creationId xmlns:a16="http://schemas.microsoft.com/office/drawing/2014/main" id="{963588F8-299F-86AA-82B6-FD1DDB478F4B}"/>
              </a:ext>
            </a:extLst>
          </p:cNvPr>
          <p:cNvSpPr>
            <a:spLocks noGrp="1"/>
          </p:cNvSpPr>
          <p:nvPr>
            <p:ph idx="1"/>
          </p:nvPr>
        </p:nvSpPr>
        <p:spPr>
          <a:xfrm>
            <a:off x="4156364" y="2533475"/>
            <a:ext cx="4335859" cy="3448225"/>
          </a:xfrm>
        </p:spPr>
        <p:txBody>
          <a:bodyPr anchor="t">
            <a:normAutofit/>
          </a:bodyPr>
          <a:lstStyle/>
          <a:p>
            <a:pPr marL="0" indent="0" algn="ctr">
              <a:buNone/>
            </a:pPr>
            <a:r>
              <a:rPr lang="en-US" sz="2800" b="1" dirty="0">
                <a:solidFill>
                  <a:schemeClr val="tx1"/>
                </a:solidFill>
                <a:latin typeface="Arial" panose="020B0604020202020204" pitchFamily="34" charset="0"/>
                <a:ea typeface="Calibri" panose="020F0502020204030204" pitchFamily="34" charset="0"/>
                <a:cs typeface="Times New Roman" panose="02020603050405020304" pitchFamily="18" charset="0"/>
              </a:rPr>
              <a:t>Correct typing and format are evidence of </a:t>
            </a:r>
            <a:br>
              <a:rPr lang="en-US" sz="2800" b="1" dirty="0">
                <a:solidFill>
                  <a:schemeClr val="tx1"/>
                </a:solidFill>
                <a:latin typeface="Arial" panose="020B0604020202020204" pitchFamily="34" charset="0"/>
                <a:ea typeface="Calibri" panose="020F0502020204030204" pitchFamily="34" charset="0"/>
                <a:cs typeface="Times New Roman" panose="02020603050405020304" pitchFamily="18" charset="0"/>
              </a:rPr>
            </a:br>
            <a:r>
              <a:rPr lang="en-US" sz="2800" b="1" dirty="0">
                <a:solidFill>
                  <a:schemeClr val="tx1"/>
                </a:solidFill>
                <a:latin typeface="Arial" panose="020B0604020202020204" pitchFamily="34" charset="0"/>
                <a:ea typeface="Calibri" panose="020F0502020204030204" pitchFamily="34" charset="0"/>
                <a:cs typeface="Times New Roman" panose="02020603050405020304" pitchFamily="18" charset="0"/>
              </a:rPr>
              <a:t>a quality translation.</a:t>
            </a:r>
          </a:p>
          <a:p>
            <a:endParaRPr lang="en-US" sz="1700" dirty="0"/>
          </a:p>
        </p:txBody>
      </p:sp>
      <p:grpSp>
        <p:nvGrpSpPr>
          <p:cNvPr id="9" name="Group 8">
            <a:extLst>
              <a:ext uri="{FF2B5EF4-FFF2-40B4-BE49-F238E27FC236}">
                <a16:creationId xmlns:a16="http://schemas.microsoft.com/office/drawing/2014/main" id="{16C73AF9-0D33-5C66-5D79-0D0129904B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768" y="6737718"/>
            <a:ext cx="9155399" cy="123363"/>
            <a:chOff x="-5025" y="6737718"/>
            <a:chExt cx="12207200" cy="123363"/>
          </a:xfrm>
        </p:grpSpPr>
        <p:sp>
          <p:nvSpPr>
            <p:cNvPr id="10" name="Rectangle 9">
              <a:extLst>
                <a:ext uri="{FF2B5EF4-FFF2-40B4-BE49-F238E27FC236}">
                  <a16:creationId xmlns:a16="http://schemas.microsoft.com/office/drawing/2014/main" id="{ED96FD6F-5EE9-36C7-C200-3111EF6D0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2A39BB2-02C1-8A8B-8021-68446E0474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32965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7B8B0134-0BA8-F0A4-E013-C88DC5AA114A}"/>
              </a:ext>
            </a:extLst>
          </p:cNvPr>
          <p:cNvSpPr txBox="1"/>
          <p:nvPr/>
        </p:nvSpPr>
        <p:spPr>
          <a:xfrm>
            <a:off x="165246" y="485515"/>
            <a:ext cx="8813508" cy="5887830"/>
          </a:xfrm>
          <a:prstGeom prst="rect">
            <a:avLst/>
          </a:prstGeom>
          <a:noFill/>
        </p:spPr>
        <p:txBody>
          <a:bodyPr wrap="square" rtlCol="0">
            <a:spAutoFit/>
          </a:bodyPr>
          <a:lstStyle/>
          <a:p>
            <a:pPr marL="0" marR="0">
              <a:lnSpc>
                <a:spcPct val="107000"/>
              </a:lnSpc>
              <a:spcBef>
                <a:spcPts val="0"/>
              </a:spcBef>
              <a:spcAft>
                <a:spcPts val="800"/>
              </a:spcAft>
            </a:pPr>
            <a:r>
              <a:rPr lang="en-US" sz="2000" b="1" dirty="0">
                <a:effectLst/>
                <a:latin typeface="Arial" panose="020B0604020202020204" pitchFamily="34" charset="0"/>
                <a:ea typeface="Calibri" panose="020F0502020204030204" pitchFamily="34" charset="0"/>
                <a:cs typeface="Times New Roman" panose="02020603050405020304" pitchFamily="18" charset="0"/>
              </a:rPr>
              <a:t>From Galatians 5:</a:t>
            </a:r>
          </a:p>
          <a:p>
            <a:pPr marL="0" marR="0">
              <a:lnSpc>
                <a:spcPct val="107000"/>
              </a:lnSpc>
              <a:spcBef>
                <a:spcPts val="0"/>
              </a:spcBef>
              <a:spcAft>
                <a:spcPts val="800"/>
              </a:spcAft>
            </a:pPr>
            <a:endParaRPr lang="en-US" sz="2000" dirty="0">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latin typeface="Arial" panose="020B0604020202020204" pitchFamily="34" charset="0"/>
                <a:ea typeface="Calibri" panose="020F0502020204030204" pitchFamily="34" charset="0"/>
                <a:cs typeface="Times New Roman" panose="02020603050405020304" pitchFamily="18" charset="0"/>
              </a:rPr>
              <a:t>22But the fruit OF the spirit is love joy) peace, patience, Kindness,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goodnesss</a:t>
            </a:r>
            <a:r>
              <a:rPr lang="en-US" sz="2400" dirty="0">
                <a:effectLst/>
                <a:latin typeface="Arial" panose="020B0604020202020204" pitchFamily="34" charset="0"/>
                <a:ea typeface="Calibri" panose="020F0502020204030204" pitchFamily="34" charset="0"/>
                <a:cs typeface="Times New Roman" panose="02020603050405020304" pitchFamily="18" charset="0"/>
              </a:rPr>
              <a:t>, Faith, gentleness,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adn</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selfcontrol</a:t>
            </a:r>
            <a:r>
              <a:rPr lang="en-US" sz="2400" dirty="0">
                <a:effectLst/>
                <a:latin typeface="Arial" panose="020B0604020202020204" pitchFamily="34" charset="0"/>
                <a:ea typeface="Calibri" panose="020F0502020204030204" pitchFamily="34" charset="0"/>
                <a:cs typeface="Times New Roman" panose="02020603050405020304" pitchFamily="18" charset="0"/>
              </a:rPr>
              <a:t> against such things there is no law  . 24 those who belong to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christ</a:t>
            </a:r>
            <a:r>
              <a:rPr lang="en-US" sz="2400" dirty="0">
                <a:effectLst/>
                <a:latin typeface="Arial" panose="020B0604020202020204" pitchFamily="34" charset="0"/>
                <a:ea typeface="Calibri" panose="020F0502020204030204" pitchFamily="34" charset="0"/>
                <a:cs typeface="Times New Roman" panose="02020603050405020304" pitchFamily="18" charset="0"/>
              </a:rPr>
              <a:t> Jesus have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cRucified</a:t>
            </a:r>
            <a:r>
              <a:rPr lang="en-US" sz="2400" dirty="0">
                <a:effectLst/>
                <a:latin typeface="Arial" panose="020B0604020202020204" pitchFamily="34" charset="0"/>
                <a:ea typeface="Calibri" panose="020F0502020204030204" pitchFamily="34" charset="0"/>
                <a:cs typeface="Times New Roman" panose="02020603050405020304" pitchFamily="18" charset="0"/>
              </a:rPr>
              <a:t> the flesh with its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passionsa</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nd</a:t>
            </a:r>
            <a:r>
              <a:rPr lang="en-US" sz="2400" dirty="0">
                <a:effectLst/>
                <a:latin typeface="Arial" panose="020B0604020202020204" pitchFamily="34" charset="0"/>
                <a:ea typeface="Calibri" panose="020F0502020204030204" pitchFamily="34" charset="0"/>
                <a:cs typeface="Times New Roman" panose="02020603050405020304" pitchFamily="18" charset="0"/>
              </a:rPr>
              <a:t> desires</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a:t>
            </a:r>
            <a:r>
              <a:rPr lang="en-US" sz="2400" dirty="0">
                <a:effectLst/>
                <a:latin typeface="Arial" panose="020B0604020202020204" pitchFamily="34" charset="0"/>
                <a:ea typeface="Calibri" panose="020F0502020204030204" pitchFamily="34" charset="0"/>
                <a:cs typeface="Times New Roman" panose="02020603050405020304" pitchFamily="18" charset="0"/>
              </a:rPr>
              <a:t>     If we live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teh</a:t>
            </a:r>
            <a:r>
              <a:rPr lang="en-US" sz="2400" dirty="0">
                <a:effectLst/>
                <a:latin typeface="Arial" panose="020B0604020202020204" pitchFamily="34" charset="0"/>
                <a:ea typeface="Calibri" panose="020F0502020204030204" pitchFamily="34" charset="0"/>
                <a:cs typeface="Times New Roman" panose="02020603050405020304" pitchFamily="18" charset="0"/>
              </a:rPr>
              <a:t> Spirit, let us also walk”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thespirit</a:t>
            </a:r>
            <a:r>
              <a:rPr lang="en-US" sz="2400" dirty="0">
                <a:effectLst/>
                <a:latin typeface="Arial" panose="020B060402020202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22 </a:t>
            </a:r>
            <a:r>
              <a:rPr lang="en-US" sz="2400" dirty="0">
                <a:effectLst/>
                <a:latin typeface="Arial" panose="020B0604020202020204" pitchFamily="34" charset="0"/>
                <a:ea typeface="Calibri" panose="020F0502020204030204" pitchFamily="34" charset="0"/>
                <a:cs typeface="Times New Roman" panose="02020603050405020304" pitchFamily="18" charset="0"/>
              </a:rPr>
              <a:t>But the fruit of the Spirit is love, joy, peace, patience, kindness, goodness, faith,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23 </a:t>
            </a:r>
            <a:r>
              <a:rPr lang="en-US" sz="2400" dirty="0">
                <a:effectLst/>
                <a:latin typeface="Arial" panose="020B0604020202020204" pitchFamily="34" charset="0"/>
                <a:ea typeface="Calibri" panose="020F0502020204030204" pitchFamily="34" charset="0"/>
                <a:cs typeface="Times New Roman" panose="02020603050405020304" pitchFamily="18" charset="0"/>
              </a:rPr>
              <a:t>gentleness, and self-control; against such things there is no law.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24 </a:t>
            </a:r>
            <a:r>
              <a:rPr lang="en-US" sz="2400" dirty="0">
                <a:effectLst/>
                <a:latin typeface="Arial" panose="020B0604020202020204" pitchFamily="34" charset="0"/>
                <a:ea typeface="Calibri" panose="020F0502020204030204" pitchFamily="34" charset="0"/>
                <a:cs typeface="Times New Roman" panose="02020603050405020304" pitchFamily="18" charset="0"/>
              </a:rPr>
              <a:t>Those who belong to Christ Jesus have crucified the flesh with its passions and desires.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 </a:t>
            </a:r>
            <a:r>
              <a:rPr lang="en-US" sz="2400" dirty="0">
                <a:effectLst/>
                <a:latin typeface="Arial" panose="020B0604020202020204" pitchFamily="34" charset="0"/>
                <a:ea typeface="Calibri" panose="020F0502020204030204" pitchFamily="34" charset="0"/>
                <a:cs typeface="Times New Roman" panose="02020603050405020304" pitchFamily="18" charset="0"/>
              </a:rPr>
              <a:t>If we live by the Spirit, let us also walk by the Spirit.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617888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7B8B0134-0BA8-F0A4-E013-C88DC5AA114A}"/>
              </a:ext>
            </a:extLst>
          </p:cNvPr>
          <p:cNvSpPr txBox="1"/>
          <p:nvPr/>
        </p:nvSpPr>
        <p:spPr>
          <a:xfrm>
            <a:off x="165246" y="485515"/>
            <a:ext cx="8813508" cy="5887830"/>
          </a:xfrm>
          <a:prstGeom prst="rect">
            <a:avLst/>
          </a:prstGeom>
          <a:noFill/>
        </p:spPr>
        <p:txBody>
          <a:bodyPr wrap="square" rtlCol="0">
            <a:spAutoFit/>
          </a:bodyPr>
          <a:lstStyle/>
          <a:p>
            <a:pPr marL="0" marR="0">
              <a:lnSpc>
                <a:spcPct val="107000"/>
              </a:lnSpc>
              <a:spcBef>
                <a:spcPts val="0"/>
              </a:spcBef>
              <a:spcAft>
                <a:spcPts val="800"/>
              </a:spcAft>
            </a:pPr>
            <a:r>
              <a:rPr lang="en-US" sz="2000" b="1" dirty="0">
                <a:effectLst/>
                <a:latin typeface="Arial" panose="020B0604020202020204" pitchFamily="34" charset="0"/>
                <a:ea typeface="Calibri" panose="020F0502020204030204" pitchFamily="34" charset="0"/>
                <a:cs typeface="Times New Roman" panose="02020603050405020304" pitchFamily="18" charset="0"/>
              </a:rPr>
              <a:t>From Galatians 5:		</a:t>
            </a:r>
            <a:r>
              <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Proper Number of Verses</a:t>
            </a:r>
          </a:p>
          <a:p>
            <a:pPr marL="0" marR="0">
              <a:lnSpc>
                <a:spcPct val="107000"/>
              </a:lnSpc>
              <a:spcBef>
                <a:spcPts val="0"/>
              </a:spcBef>
              <a:spcAft>
                <a:spcPts val="800"/>
              </a:spcAft>
            </a:pPr>
            <a:endParaRPr lang="en-US" sz="2000" dirty="0">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22</a:t>
            </a:r>
            <a:r>
              <a:rPr lang="en-US" sz="2400" dirty="0">
                <a:effectLst/>
                <a:latin typeface="Arial" panose="020B0604020202020204" pitchFamily="34" charset="0"/>
                <a:ea typeface="Calibri" panose="020F0502020204030204" pitchFamily="34" charset="0"/>
                <a:cs typeface="Times New Roman" panose="02020603050405020304" pitchFamily="18" charset="0"/>
              </a:rPr>
              <a:t>But the fruit OF the spirit is love joy) peace, patience, Kindness,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goodnesss</a:t>
            </a:r>
            <a:r>
              <a:rPr lang="en-US" sz="2400" dirty="0">
                <a:effectLst/>
                <a:latin typeface="Arial" panose="020B0604020202020204" pitchFamily="34" charset="0"/>
                <a:ea typeface="Calibri" panose="020F0502020204030204" pitchFamily="34" charset="0"/>
                <a:cs typeface="Times New Roman" panose="02020603050405020304" pitchFamily="18" charset="0"/>
              </a:rPr>
              <a:t>, Faith, gentleness,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adn</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selfcontrol</a:t>
            </a:r>
            <a:r>
              <a:rPr lang="en-US" sz="2400" dirty="0">
                <a:effectLst/>
                <a:latin typeface="Arial" panose="020B0604020202020204" pitchFamily="34" charset="0"/>
                <a:ea typeface="Calibri" panose="020F0502020204030204" pitchFamily="34" charset="0"/>
                <a:cs typeface="Times New Roman" panose="02020603050405020304" pitchFamily="18" charset="0"/>
              </a:rPr>
              <a:t> against such things there is no law  . </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24</a:t>
            </a:r>
            <a:r>
              <a:rPr lang="en-US" sz="2400" dirty="0">
                <a:effectLst/>
                <a:latin typeface="Arial" panose="020B0604020202020204" pitchFamily="34" charset="0"/>
                <a:ea typeface="Calibri" panose="020F0502020204030204" pitchFamily="34" charset="0"/>
                <a:cs typeface="Times New Roman" panose="02020603050405020304" pitchFamily="18" charset="0"/>
              </a:rPr>
              <a:t> those who belong to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christ</a:t>
            </a:r>
            <a:r>
              <a:rPr lang="en-US" sz="2400" dirty="0">
                <a:effectLst/>
                <a:latin typeface="Arial" panose="020B0604020202020204" pitchFamily="34" charset="0"/>
                <a:ea typeface="Calibri" panose="020F0502020204030204" pitchFamily="34" charset="0"/>
                <a:cs typeface="Times New Roman" panose="02020603050405020304" pitchFamily="18" charset="0"/>
              </a:rPr>
              <a:t> Jesus have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cRucified</a:t>
            </a:r>
            <a:r>
              <a:rPr lang="en-US" sz="2400" dirty="0">
                <a:effectLst/>
                <a:latin typeface="Arial" panose="020B0604020202020204" pitchFamily="34" charset="0"/>
                <a:ea typeface="Calibri" panose="020F0502020204030204" pitchFamily="34" charset="0"/>
                <a:cs typeface="Times New Roman" panose="02020603050405020304" pitchFamily="18" charset="0"/>
              </a:rPr>
              <a:t> the flesh with its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passionsa</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nd</a:t>
            </a:r>
            <a:r>
              <a:rPr lang="en-US" sz="2400" dirty="0">
                <a:effectLst/>
                <a:latin typeface="Arial" panose="020B0604020202020204" pitchFamily="34" charset="0"/>
                <a:ea typeface="Calibri" panose="020F0502020204030204" pitchFamily="34" charset="0"/>
                <a:cs typeface="Times New Roman" panose="02020603050405020304" pitchFamily="18" charset="0"/>
              </a:rPr>
              <a:t> desires</a:t>
            </a:r>
            <a:r>
              <a:rPr lang="en-US" sz="2400" baseline="300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25</a:t>
            </a:r>
            <a:r>
              <a:rPr lang="en-US" sz="2400" dirty="0">
                <a:effectLst/>
                <a:latin typeface="Arial" panose="020B0604020202020204" pitchFamily="34" charset="0"/>
                <a:ea typeface="Calibri" panose="020F0502020204030204" pitchFamily="34" charset="0"/>
                <a:cs typeface="Times New Roman" panose="02020603050405020304" pitchFamily="18" charset="0"/>
              </a:rPr>
              <a:t>     If we live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teh</a:t>
            </a:r>
            <a:r>
              <a:rPr lang="en-US" sz="2400" dirty="0">
                <a:effectLst/>
                <a:latin typeface="Arial" panose="020B0604020202020204" pitchFamily="34" charset="0"/>
                <a:ea typeface="Calibri" panose="020F0502020204030204" pitchFamily="34" charset="0"/>
                <a:cs typeface="Times New Roman" panose="02020603050405020304" pitchFamily="18" charset="0"/>
              </a:rPr>
              <a:t> Spirit, let us also walk”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thespirit</a:t>
            </a:r>
            <a:r>
              <a:rPr lang="en-US" sz="2400" dirty="0">
                <a:effectLst/>
                <a:latin typeface="Arial" panose="020B060402020202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aseline="300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22</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a:effectLst/>
                <a:latin typeface="Arial" panose="020B0604020202020204" pitchFamily="34" charset="0"/>
                <a:ea typeface="Calibri" panose="020F0502020204030204" pitchFamily="34" charset="0"/>
                <a:cs typeface="Times New Roman" panose="02020603050405020304" pitchFamily="18" charset="0"/>
              </a:rPr>
              <a:t>But the fruit of the Spirit is love, joy, peace, patience, kindness, goodness, faith, </a:t>
            </a:r>
            <a:r>
              <a:rPr lang="en-US" sz="2400" baseline="300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23</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a:effectLst/>
                <a:latin typeface="Arial" panose="020B0604020202020204" pitchFamily="34" charset="0"/>
                <a:ea typeface="Calibri" panose="020F0502020204030204" pitchFamily="34" charset="0"/>
                <a:cs typeface="Times New Roman" panose="02020603050405020304" pitchFamily="18" charset="0"/>
              </a:rPr>
              <a:t>gentleness, and self-control; against such things there is no law. </a:t>
            </a:r>
            <a:r>
              <a:rPr lang="en-US" sz="2400" baseline="300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24</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a:effectLst/>
                <a:latin typeface="Arial" panose="020B0604020202020204" pitchFamily="34" charset="0"/>
                <a:ea typeface="Calibri" panose="020F0502020204030204" pitchFamily="34" charset="0"/>
                <a:cs typeface="Times New Roman" panose="02020603050405020304" pitchFamily="18" charset="0"/>
              </a:rPr>
              <a:t>Those who belong to Christ Jesus have crucified the flesh with its passions and desires. </a:t>
            </a:r>
            <a:r>
              <a:rPr lang="en-US" sz="2400" baseline="300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25</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a:effectLst/>
                <a:latin typeface="Arial" panose="020B0604020202020204" pitchFamily="34" charset="0"/>
                <a:ea typeface="Calibri" panose="020F0502020204030204" pitchFamily="34" charset="0"/>
                <a:cs typeface="Times New Roman" panose="02020603050405020304" pitchFamily="18" charset="0"/>
              </a:rPr>
              <a:t>If we live by the Spirit, let us also walk by the Spirit.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680852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C764A8-1275-CE59-EC1B-E64AE9D07D18}"/>
              </a:ext>
            </a:extLst>
          </p:cNvPr>
          <p:cNvSpPr txBox="1"/>
          <p:nvPr/>
        </p:nvSpPr>
        <p:spPr>
          <a:xfrm>
            <a:off x="338446" y="653142"/>
            <a:ext cx="8467107" cy="5878532"/>
          </a:xfrm>
          <a:prstGeom prst="rect">
            <a:avLst/>
          </a:prstGeom>
          <a:noFill/>
        </p:spPr>
        <p:txBody>
          <a:bodyPr wrap="square" rtlCol="0">
            <a:spAutoFit/>
          </a:bodyPr>
          <a:lstStyle/>
          <a:p>
            <a:pPr algn="l"/>
            <a:r>
              <a:rPr lang="en-US" sz="2400" b="1" i="0" u="none" strike="noStrike" dirty="0">
                <a:effectLst/>
                <a:latin typeface="Atkinson Hyperlegible"/>
              </a:rPr>
              <a:t>Chapter One</a:t>
            </a:r>
          </a:p>
          <a:p>
            <a:pPr algn="l"/>
            <a:r>
              <a:rPr lang="en-US" sz="1600" b="0" i="0" u="none" strike="noStrike" baseline="30000" dirty="0">
                <a:effectLst/>
                <a:latin typeface="+mj-lt"/>
              </a:rPr>
              <a:t>1</a:t>
            </a:r>
            <a:r>
              <a:rPr lang="en-US" sz="1600" b="0" i="0" u="none" strike="noStrike" dirty="0">
                <a:effectLst/>
                <a:latin typeface="+mj-lt"/>
              </a:rPr>
              <a:t> That which was from the beginning, which we have heard, which we have seen with our eyes, which we have looked at and our hands have touched, concerning the Word of life— </a:t>
            </a:r>
            <a:r>
              <a:rPr lang="en-US" sz="1600" b="0" i="0" u="none" strike="noStrike" baseline="30000" dirty="0">
                <a:effectLst/>
                <a:latin typeface="+mj-lt"/>
              </a:rPr>
              <a:t>2</a:t>
            </a:r>
            <a:r>
              <a:rPr lang="en-US" sz="1600" b="0" i="0" u="none" strike="noStrike" dirty="0">
                <a:effectLst/>
                <a:latin typeface="+mj-lt"/>
              </a:rPr>
              <a:t> the life was made known, and we have seen and testify and proclaim to you the eternal life, which was with the Father, and which has been made known to us. </a:t>
            </a:r>
            <a:r>
              <a:rPr lang="en-US" sz="1600" b="0" i="0" u="none" strike="noStrike" baseline="30000" dirty="0">
                <a:effectLst/>
                <a:latin typeface="+mj-lt"/>
              </a:rPr>
              <a:t>3</a:t>
            </a:r>
            <a:r>
              <a:rPr lang="en-US" sz="1600" b="0" i="0" u="none" strike="noStrike" dirty="0">
                <a:effectLst/>
                <a:latin typeface="+mj-lt"/>
              </a:rPr>
              <a:t> That which we have seen and heard we declare also to you, ...</a:t>
            </a:r>
          </a:p>
          <a:p>
            <a:pPr algn="l"/>
            <a:endParaRPr lang="en-US" sz="1600" b="0" i="0" u="none" strike="noStrike" dirty="0">
              <a:effectLst/>
              <a:latin typeface="+mj-lt"/>
            </a:endParaRPr>
          </a:p>
          <a:p>
            <a:endParaRPr lang="en-US" sz="1600" dirty="0">
              <a:latin typeface="+mj-lt"/>
            </a:endParaRPr>
          </a:p>
          <a:p>
            <a:r>
              <a:rPr lang="en-US" sz="1600" b="1" i="1" dirty="0">
                <a:latin typeface="+mj-lt"/>
              </a:rPr>
              <a:t>1 JOHN 2</a:t>
            </a:r>
            <a:endParaRPr lang="en-US" sz="1600" dirty="0">
              <a:latin typeface="Castellar" panose="020F0502020204030204" pitchFamily="34" charset="0"/>
            </a:endParaRPr>
          </a:p>
          <a:p>
            <a:r>
              <a:rPr lang="en-US" sz="1600" b="0" i="0" u="none" strike="noStrike" baseline="30000" dirty="0">
                <a:effectLst/>
                <a:latin typeface="+mj-lt"/>
              </a:rPr>
              <a:t>1</a:t>
            </a:r>
            <a:r>
              <a:rPr lang="en-US" sz="1600" b="0" i="0" u="none" strike="noStrike" dirty="0">
                <a:effectLst/>
                <a:latin typeface="+mj-lt"/>
              </a:rPr>
              <a:t> Children, I am writing these things to you so that you will not sin. But if anyone sins, we have an advocate with the Father, Jesus Christ, the one who is righteous. </a:t>
            </a:r>
            <a:r>
              <a:rPr lang="en-US" sz="1600" b="0" i="0" u="none" strike="noStrike" baseline="30000" dirty="0">
                <a:effectLst/>
                <a:latin typeface="+mj-lt"/>
              </a:rPr>
              <a:t>2</a:t>
            </a:r>
            <a:r>
              <a:rPr lang="en-US" sz="1600" b="0" i="0" u="none" strike="noStrike" dirty="0">
                <a:effectLst/>
                <a:latin typeface="+mj-lt"/>
              </a:rPr>
              <a:t> He is the atoning sacrifice for our sins, and not for ours only, but also for the whole world. </a:t>
            </a:r>
            <a:r>
              <a:rPr lang="en-US" sz="1600" b="0" i="0" u="none" strike="noStrike" baseline="30000" dirty="0">
                <a:effectLst/>
                <a:latin typeface="+mj-lt"/>
              </a:rPr>
              <a:t>3</a:t>
            </a:r>
            <a:r>
              <a:rPr lang="en-US" sz="1600" b="0" i="0" u="none" strike="noStrike" dirty="0">
                <a:effectLst/>
                <a:latin typeface="+mj-lt"/>
              </a:rPr>
              <a:t> We know that we have come to know him, if we keep his commandments. </a:t>
            </a:r>
            <a:r>
              <a:rPr lang="en-US" sz="1600" b="0" i="0" u="none" strike="noStrike" baseline="30000" dirty="0">
                <a:effectLst/>
                <a:latin typeface="+mj-lt"/>
              </a:rPr>
              <a:t>4</a:t>
            </a:r>
            <a:r>
              <a:rPr lang="en-US" sz="1600" b="0" i="0" u="none" strike="noStrike" dirty="0">
                <a:effectLst/>
                <a:latin typeface="+mj-lt"/>
              </a:rPr>
              <a:t> The one who says "I know God" but does not keep his commandments ...</a:t>
            </a:r>
          </a:p>
          <a:p>
            <a:endParaRPr lang="en-US" sz="1600" b="0" i="0" u="none" strike="noStrike" dirty="0">
              <a:effectLst/>
              <a:latin typeface="+mj-lt"/>
            </a:endParaRPr>
          </a:p>
          <a:p>
            <a:endParaRPr lang="en-US" sz="1600" dirty="0"/>
          </a:p>
          <a:p>
            <a:r>
              <a:rPr lang="en-US" sz="1600" dirty="0" err="1">
                <a:latin typeface="Castellar" panose="020F0502020204030204" pitchFamily="34" charset="0"/>
              </a:rPr>
              <a:t>Chpater</a:t>
            </a:r>
            <a:r>
              <a:rPr lang="en-US" sz="1600" dirty="0">
                <a:latin typeface="Castellar" panose="020F0502020204030204" pitchFamily="34" charset="0"/>
              </a:rPr>
              <a:t> 2</a:t>
            </a:r>
          </a:p>
          <a:p>
            <a:endParaRPr lang="en-US" sz="1600" b="1" dirty="0"/>
          </a:p>
          <a:p>
            <a:r>
              <a:rPr lang="en-US" sz="1600" b="0" i="0" u="none" strike="noStrike" baseline="30000" dirty="0">
                <a:effectLst/>
              </a:rPr>
              <a:t>1</a:t>
            </a:r>
            <a:r>
              <a:rPr lang="en-US" sz="1600" b="0" i="0" u="none" strike="noStrike" dirty="0">
                <a:effectLst/>
              </a:rPr>
              <a:t> See what kind of love the Father has given to us, that we should be called children of God, and this is what we are. For this reason, the world does not know us, because it did not know him. </a:t>
            </a:r>
            <a:r>
              <a:rPr lang="en-US" sz="1600" b="0" i="0" u="sng" strike="noStrike" baseline="30000" dirty="0">
                <a:effectLst/>
                <a:hlinkClick r:id="rId2">
                  <a:extLst>
                    <a:ext uri="{A12FA001-AC4F-418D-AE19-62706E023703}">
                      <ahyp:hlinkClr xmlns:ahyp="http://schemas.microsoft.com/office/drawing/2018/hyperlinkcolor" val="tx"/>
                    </a:ext>
                  </a:extLst>
                </a:hlinkClick>
              </a:rPr>
              <a:t>1</a:t>
            </a:r>
            <a:r>
              <a:rPr lang="en-US" sz="1600" b="0" i="0" u="none" strike="noStrike" dirty="0">
                <a:effectLst/>
              </a:rPr>
              <a:t> </a:t>
            </a:r>
            <a:r>
              <a:rPr lang="en-US" sz="1600" b="0" i="0" u="none" strike="noStrike" baseline="30000" dirty="0">
                <a:effectLst/>
              </a:rPr>
              <a:t>2</a:t>
            </a:r>
            <a:r>
              <a:rPr lang="en-US" sz="1600" b="0" i="0" u="none" strike="noStrike" dirty="0">
                <a:effectLst/>
              </a:rPr>
              <a:t> Beloved, we are now children of God, and it has not yet been revealed what we will be. We know that when Christ appears, we will be like him, for we will see him just as he is. </a:t>
            </a:r>
            <a:r>
              <a:rPr lang="en-US" sz="1600" b="0" i="0" u="none" strike="noStrike" baseline="30000" dirty="0">
                <a:effectLst/>
              </a:rPr>
              <a:t>3</a:t>
            </a:r>
            <a:r>
              <a:rPr lang="en-US" sz="1600" b="0" i="0" u="none" strike="noStrike" dirty="0">
                <a:effectLst/>
              </a:rPr>
              <a:t> Everyone who has this hope in him ...</a:t>
            </a:r>
            <a:endParaRPr lang="en-US" sz="1600" dirty="0"/>
          </a:p>
        </p:txBody>
      </p:sp>
      <p:sp>
        <p:nvSpPr>
          <p:cNvPr id="3" name="TextBox 2">
            <a:extLst>
              <a:ext uri="{FF2B5EF4-FFF2-40B4-BE49-F238E27FC236}">
                <a16:creationId xmlns:a16="http://schemas.microsoft.com/office/drawing/2014/main" id="{A0E6FF3E-37A3-FB04-A3EE-F01B48BFC23E}"/>
              </a:ext>
            </a:extLst>
          </p:cNvPr>
          <p:cNvSpPr txBox="1"/>
          <p:nvPr/>
        </p:nvSpPr>
        <p:spPr>
          <a:xfrm>
            <a:off x="3348841" y="329977"/>
            <a:ext cx="5023263" cy="646331"/>
          </a:xfrm>
          <a:prstGeom prst="rect">
            <a:avLst/>
          </a:prstGeom>
          <a:noFill/>
        </p:spPr>
        <p:txBody>
          <a:bodyPr wrap="square" rtlCol="0">
            <a:spAutoFit/>
          </a:bodyPr>
          <a:lstStyle/>
          <a:p>
            <a:r>
              <a:rPr lang="en-US" b="1" dirty="0">
                <a:highlight>
                  <a:srgbClr val="FFFF00"/>
                </a:highlight>
                <a:latin typeface="Arial" panose="020B0604020202020204" pitchFamily="34" charset="0"/>
                <a:ea typeface="Calibri" panose="020F0502020204030204" pitchFamily="34" charset="0"/>
                <a:cs typeface="Times New Roman" panose="02020603050405020304" pitchFamily="18" charset="0"/>
              </a:rPr>
              <a:t>Chapter Headings</a:t>
            </a:r>
            <a:endParaRPr lang="en-US" sz="18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607088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7B8B0134-0BA8-F0A4-E013-C88DC5AA114A}"/>
              </a:ext>
            </a:extLst>
          </p:cNvPr>
          <p:cNvSpPr txBox="1"/>
          <p:nvPr/>
        </p:nvSpPr>
        <p:spPr>
          <a:xfrm>
            <a:off x="165246" y="485515"/>
            <a:ext cx="8813508" cy="5887830"/>
          </a:xfrm>
          <a:prstGeom prst="rect">
            <a:avLst/>
          </a:prstGeom>
          <a:noFill/>
        </p:spPr>
        <p:txBody>
          <a:bodyPr wrap="square" rtlCol="0">
            <a:spAutoFit/>
          </a:bodyPr>
          <a:lstStyle/>
          <a:p>
            <a:pPr marL="0" marR="0">
              <a:lnSpc>
                <a:spcPct val="107000"/>
              </a:lnSpc>
              <a:spcBef>
                <a:spcPts val="0"/>
              </a:spcBef>
              <a:spcAft>
                <a:spcPts val="800"/>
              </a:spcAft>
            </a:pPr>
            <a:r>
              <a:rPr lang="en-US" sz="2000" b="1" dirty="0">
                <a:effectLst/>
                <a:latin typeface="Arial" panose="020B0604020202020204" pitchFamily="34" charset="0"/>
                <a:ea typeface="Calibri" panose="020F0502020204030204" pitchFamily="34" charset="0"/>
                <a:cs typeface="Times New Roman" panose="02020603050405020304" pitchFamily="18" charset="0"/>
              </a:rPr>
              <a:t>From Galatians 5:				</a:t>
            </a:r>
            <a:r>
              <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Quick Scan</a:t>
            </a:r>
          </a:p>
          <a:p>
            <a:pPr marL="0" marR="0">
              <a:lnSpc>
                <a:spcPct val="107000"/>
              </a:lnSpc>
              <a:spcBef>
                <a:spcPts val="0"/>
              </a:spcBef>
              <a:spcAft>
                <a:spcPts val="800"/>
              </a:spcAft>
            </a:pPr>
            <a:endParaRPr lang="en-US" sz="2000" dirty="0">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latin typeface="Arial" panose="020B0604020202020204" pitchFamily="34" charset="0"/>
                <a:ea typeface="Calibri" panose="020F0502020204030204" pitchFamily="34" charset="0"/>
                <a:cs typeface="Times New Roman" panose="02020603050405020304" pitchFamily="18" charset="0"/>
              </a:rPr>
              <a:t>22But the fruit OF the spirit is love joy) peace, patience, Kindness,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goodnesss</a:t>
            </a:r>
            <a:r>
              <a:rPr lang="en-US" sz="2400" dirty="0">
                <a:effectLst/>
                <a:latin typeface="Arial" panose="020B0604020202020204" pitchFamily="34" charset="0"/>
                <a:ea typeface="Calibri" panose="020F0502020204030204" pitchFamily="34" charset="0"/>
                <a:cs typeface="Times New Roman" panose="02020603050405020304" pitchFamily="18" charset="0"/>
              </a:rPr>
              <a:t>, Faith, gentleness,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adn</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sel</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fc</a:t>
            </a:r>
            <a:r>
              <a:rPr lang="en-US" sz="2400" dirty="0" err="1">
                <a:effectLst/>
                <a:latin typeface="Arial" panose="020B0604020202020204" pitchFamily="34" charset="0"/>
                <a:ea typeface="Calibri" panose="020F0502020204030204" pitchFamily="34" charset="0"/>
                <a:cs typeface="Times New Roman" panose="02020603050405020304" pitchFamily="18" charset="0"/>
              </a:rPr>
              <a:t>ontro</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l</a:t>
            </a:r>
            <a:r>
              <a:rPr lang="en-US" sz="2400" dirty="0">
                <a:effectLst/>
                <a:latin typeface="Arial" panose="020B0604020202020204" pitchFamily="34" charset="0"/>
                <a:ea typeface="Calibri" panose="020F0502020204030204" pitchFamily="34" charset="0"/>
                <a:cs typeface="Times New Roman" panose="02020603050405020304" pitchFamily="18" charset="0"/>
              </a:rPr>
              <a:t> against such things there is no </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law  . </a:t>
            </a:r>
            <a:r>
              <a:rPr lang="en-US" sz="2400" dirty="0">
                <a:effectLst/>
                <a:latin typeface="Arial" panose="020B0604020202020204" pitchFamily="34" charset="0"/>
                <a:ea typeface="Calibri" panose="020F0502020204030204" pitchFamily="34" charset="0"/>
                <a:cs typeface="Times New Roman" panose="02020603050405020304" pitchFamily="18" charset="0"/>
              </a:rPr>
              <a:t>24 those who belong to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christ</a:t>
            </a:r>
            <a:r>
              <a:rPr lang="en-US" sz="2400" dirty="0">
                <a:effectLst/>
                <a:latin typeface="Arial" panose="020B0604020202020204" pitchFamily="34" charset="0"/>
                <a:ea typeface="Calibri" panose="020F0502020204030204" pitchFamily="34" charset="0"/>
                <a:cs typeface="Times New Roman" panose="02020603050405020304" pitchFamily="18" charset="0"/>
              </a:rPr>
              <a:t> Jesus have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R</a:t>
            </a:r>
            <a:r>
              <a:rPr lang="en-US" sz="2400" dirty="0" err="1">
                <a:effectLst/>
                <a:latin typeface="Arial" panose="020B0604020202020204" pitchFamily="34" charset="0"/>
                <a:ea typeface="Calibri" panose="020F0502020204030204" pitchFamily="34" charset="0"/>
                <a:cs typeface="Times New Roman" panose="02020603050405020304" pitchFamily="18" charset="0"/>
              </a:rPr>
              <a:t>ucified</a:t>
            </a:r>
            <a:r>
              <a:rPr lang="en-US" sz="2400" dirty="0">
                <a:effectLst/>
                <a:latin typeface="Arial" panose="020B0604020202020204" pitchFamily="34" charset="0"/>
                <a:ea typeface="Calibri" panose="020F0502020204030204" pitchFamily="34" charset="0"/>
                <a:cs typeface="Times New Roman" panose="02020603050405020304" pitchFamily="18" charset="0"/>
              </a:rPr>
              <a:t> the flesh with its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passion</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sa</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nd</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 </a:t>
            </a:r>
            <a:r>
              <a:rPr lang="en-US" sz="2400" dirty="0">
                <a:effectLst/>
                <a:latin typeface="Arial" panose="020B0604020202020204" pitchFamily="34" charset="0"/>
                <a:ea typeface="Calibri" panose="020F0502020204030204" pitchFamily="34" charset="0"/>
                <a:cs typeface="Times New Roman" panose="02020603050405020304" pitchFamily="18" charset="0"/>
              </a:rPr>
              <a:t>desire</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s</a:t>
            </a:r>
            <a:r>
              <a:rPr lang="en-US" sz="2400" baseline="300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2</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5</a:t>
            </a:r>
            <a:r>
              <a:rPr lang="en-US" sz="2400" dirty="0">
                <a:effectLst/>
                <a:latin typeface="Arial" panose="020B0604020202020204" pitchFamily="34" charset="0"/>
                <a:ea typeface="Calibri" panose="020F0502020204030204" pitchFamily="34" charset="0"/>
                <a:cs typeface="Times New Roman" panose="02020603050405020304" pitchFamily="18" charset="0"/>
              </a:rPr>
              <a:t>     If we live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teh</a:t>
            </a:r>
            <a:r>
              <a:rPr lang="en-US" sz="2400" dirty="0">
                <a:effectLst/>
                <a:latin typeface="Arial" panose="020B0604020202020204" pitchFamily="34" charset="0"/>
                <a:ea typeface="Calibri" panose="020F0502020204030204" pitchFamily="34" charset="0"/>
                <a:cs typeface="Times New Roman" panose="02020603050405020304" pitchFamily="18" charset="0"/>
              </a:rPr>
              <a:t> Spirit, let us also walk”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th</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es</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pirit</a:t>
            </a:r>
            <a:r>
              <a:rPr lang="en-US" sz="2400" dirty="0">
                <a:effectLst/>
                <a:latin typeface="Arial" panose="020B060402020202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22 </a:t>
            </a:r>
            <a:r>
              <a:rPr lang="en-US" sz="2400" dirty="0">
                <a:effectLst/>
                <a:latin typeface="Arial" panose="020B0604020202020204" pitchFamily="34" charset="0"/>
                <a:ea typeface="Calibri" panose="020F0502020204030204" pitchFamily="34" charset="0"/>
                <a:cs typeface="Times New Roman" panose="02020603050405020304" pitchFamily="18" charset="0"/>
              </a:rPr>
              <a:t>But the fruit of the Spirit is love, joy, peace, patience, kindness, goodness, faith,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23 </a:t>
            </a:r>
            <a:r>
              <a:rPr lang="en-US" sz="2400" dirty="0">
                <a:effectLst/>
                <a:latin typeface="Arial" panose="020B0604020202020204" pitchFamily="34" charset="0"/>
                <a:ea typeface="Calibri" panose="020F0502020204030204" pitchFamily="34" charset="0"/>
                <a:cs typeface="Times New Roman" panose="02020603050405020304" pitchFamily="18" charset="0"/>
              </a:rPr>
              <a:t>gentleness, and sel</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f-c</a:t>
            </a:r>
            <a:r>
              <a:rPr lang="en-US" sz="2400" dirty="0">
                <a:effectLst/>
                <a:latin typeface="Arial" panose="020B0604020202020204" pitchFamily="34" charset="0"/>
                <a:ea typeface="Calibri" panose="020F0502020204030204" pitchFamily="34" charset="0"/>
                <a:cs typeface="Times New Roman" panose="02020603050405020304" pitchFamily="18" charset="0"/>
              </a:rPr>
              <a:t>ontrol</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a:t>
            </a:r>
            <a:r>
              <a:rPr lang="en-US" sz="2400" dirty="0">
                <a:effectLst/>
                <a:latin typeface="Arial" panose="020B0604020202020204" pitchFamily="34" charset="0"/>
                <a:ea typeface="Calibri" panose="020F0502020204030204" pitchFamily="34" charset="0"/>
                <a:cs typeface="Times New Roman" panose="02020603050405020304" pitchFamily="18" charset="0"/>
              </a:rPr>
              <a:t> against such things there is no law</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24 </a:t>
            </a:r>
            <a:r>
              <a:rPr lang="en-US" sz="2400" dirty="0">
                <a:effectLst/>
                <a:latin typeface="Arial" panose="020B0604020202020204" pitchFamily="34" charset="0"/>
                <a:ea typeface="Calibri" panose="020F0502020204030204" pitchFamily="34" charset="0"/>
                <a:cs typeface="Times New Roman" panose="02020603050405020304" pitchFamily="18" charset="0"/>
              </a:rPr>
              <a:t>Those who belong to Christ Jesus have c</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r</a:t>
            </a:r>
            <a:r>
              <a:rPr lang="en-US" sz="2400" dirty="0">
                <a:effectLst/>
                <a:latin typeface="Arial" panose="020B0604020202020204" pitchFamily="34" charset="0"/>
                <a:ea typeface="Calibri" panose="020F0502020204030204" pitchFamily="34" charset="0"/>
                <a:cs typeface="Times New Roman" panose="02020603050405020304" pitchFamily="18" charset="0"/>
              </a:rPr>
              <a:t>ucified the flesh with its passion</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s a</a:t>
            </a:r>
            <a:r>
              <a:rPr lang="en-US" sz="2400" dirty="0">
                <a:effectLst/>
                <a:latin typeface="Arial" panose="020B0604020202020204" pitchFamily="34" charset="0"/>
                <a:ea typeface="Calibri" panose="020F0502020204030204" pitchFamily="34" charset="0"/>
                <a:cs typeface="Times New Roman" panose="02020603050405020304" pitchFamily="18" charset="0"/>
              </a:rPr>
              <a:t>nd desires</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 </a:t>
            </a:r>
            <a:r>
              <a:rPr lang="en-US" sz="2400" dirty="0">
                <a:effectLst/>
                <a:latin typeface="Arial" panose="020B0604020202020204" pitchFamily="34" charset="0"/>
                <a:ea typeface="Calibri" panose="020F0502020204030204" pitchFamily="34" charset="0"/>
                <a:cs typeface="Times New Roman" panose="02020603050405020304" pitchFamily="18" charset="0"/>
              </a:rPr>
              <a:t>If we live by the Spirit, let us also walk by th</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e S</a:t>
            </a:r>
            <a:r>
              <a:rPr lang="en-US" sz="2400" dirty="0">
                <a:effectLst/>
                <a:latin typeface="Arial" panose="020B0604020202020204" pitchFamily="34" charset="0"/>
                <a:ea typeface="Calibri" panose="020F0502020204030204" pitchFamily="34" charset="0"/>
                <a:cs typeface="Times New Roman" panose="02020603050405020304" pitchFamily="18" charset="0"/>
              </a:rPr>
              <a:t>pirit.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599930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92C447F4-A6DD-FD3B-EC71-F0877966C7A4}"/>
              </a:ext>
            </a:extLst>
          </p:cNvPr>
          <p:cNvSpPr/>
          <p:nvPr/>
        </p:nvSpPr>
        <p:spPr>
          <a:xfrm>
            <a:off x="1238251" y="2387600"/>
            <a:ext cx="224789" cy="233680"/>
          </a:xfrm>
          <a:prstGeom prst="ellipse">
            <a:avLst/>
          </a:prstGeom>
          <a:solidFill>
            <a:schemeClr val="bg1"/>
          </a:solidFill>
        </p:spPr>
        <p:txBody>
          <a:bodyPr wrap="square" rtlCol="0" anchor="ctr">
            <a:sp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44B94828-76C6-9BAE-E786-14FE6277E1DA}"/>
              </a:ext>
            </a:extLst>
          </p:cNvPr>
          <p:cNvSpPr txBox="1"/>
          <p:nvPr/>
        </p:nvSpPr>
        <p:spPr>
          <a:xfrm>
            <a:off x="171518" y="839104"/>
            <a:ext cx="8800963" cy="5422510"/>
          </a:xfrm>
          <a:prstGeom prst="rect">
            <a:avLst/>
          </a:prstGeom>
          <a:noFill/>
        </p:spPr>
        <p:txBody>
          <a:bodyPr wrap="square">
            <a:spAutoFit/>
          </a:bodyPr>
          <a:lstStyle/>
          <a:p>
            <a:pPr marL="0" marR="0">
              <a:lnSpc>
                <a:spcPct val="107000"/>
              </a:lnSpc>
              <a:spcBef>
                <a:spcPts val="0"/>
              </a:spcBef>
              <a:spcAft>
                <a:spcPts val="800"/>
              </a:spcAft>
            </a:pPr>
            <a:r>
              <a:rPr lang="en-US" sz="2000" b="1" dirty="0">
                <a:effectLst/>
                <a:latin typeface="Arial" panose="020B0604020202020204" pitchFamily="34" charset="0"/>
                <a:ea typeface="Calibri" panose="020F0502020204030204" pitchFamily="34" charset="0"/>
                <a:cs typeface="Times New Roman" panose="02020603050405020304" pitchFamily="18" charset="0"/>
              </a:rPr>
              <a:t>From Galatians 5:				</a:t>
            </a:r>
            <a:r>
              <a:rPr lang="en-US" sz="2000" b="1" dirty="0">
                <a:highlight>
                  <a:srgbClr val="FFFF00"/>
                </a:highlight>
                <a:latin typeface="Arial" panose="020B0604020202020204" pitchFamily="34" charset="0"/>
                <a:ea typeface="Calibri" panose="020F0502020204030204" pitchFamily="34" charset="0"/>
                <a:cs typeface="Times New Roman" panose="02020603050405020304" pitchFamily="18" charset="0"/>
              </a:rPr>
              <a:t>Read Aloud</a:t>
            </a:r>
            <a:endPar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1600" dirty="0">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latin typeface="Arial" panose="020B0604020202020204" pitchFamily="34" charset="0"/>
                <a:ea typeface="Calibri" panose="020F0502020204030204" pitchFamily="34" charset="0"/>
                <a:cs typeface="Times New Roman" panose="02020603050405020304" pitchFamily="18" charset="0"/>
              </a:rPr>
              <a:t>22But the fruit OF the spirit is love joy) peace, patience, Kindness,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goodne</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sss</a:t>
            </a:r>
            <a:r>
              <a:rPr lang="en-US" sz="2400" dirty="0">
                <a:effectLst/>
                <a:latin typeface="Arial" panose="020B0604020202020204" pitchFamily="34" charset="0"/>
                <a:ea typeface="Calibri" panose="020F0502020204030204" pitchFamily="34" charset="0"/>
                <a:cs typeface="Times New Roman" panose="02020603050405020304" pitchFamily="18" charset="0"/>
              </a:rPr>
              <a:t>, Faith, gentleness, </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adn</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selfcontrol</a:t>
            </a:r>
            <a:r>
              <a:rPr lang="en-US" sz="2400" dirty="0">
                <a:effectLst/>
                <a:latin typeface="Arial" panose="020B0604020202020204" pitchFamily="34" charset="0"/>
                <a:ea typeface="Calibri" panose="020F0502020204030204" pitchFamily="34" charset="0"/>
                <a:cs typeface="Times New Roman" panose="02020603050405020304" pitchFamily="18" charset="0"/>
              </a:rPr>
              <a:t> against such things there is no law  . 24 those who belong to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christ</a:t>
            </a:r>
            <a:r>
              <a:rPr lang="en-US" sz="2400" dirty="0">
                <a:effectLst/>
                <a:latin typeface="Arial" panose="020B0604020202020204" pitchFamily="34" charset="0"/>
                <a:ea typeface="Calibri" panose="020F0502020204030204" pitchFamily="34" charset="0"/>
                <a:cs typeface="Times New Roman" panose="02020603050405020304" pitchFamily="18" charset="0"/>
              </a:rPr>
              <a:t> Jesus have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cRucified</a:t>
            </a:r>
            <a:r>
              <a:rPr lang="en-US" sz="2400" dirty="0">
                <a:effectLst/>
                <a:latin typeface="Arial" panose="020B0604020202020204" pitchFamily="34" charset="0"/>
                <a:ea typeface="Calibri" panose="020F0502020204030204" pitchFamily="34" charset="0"/>
                <a:cs typeface="Times New Roman" panose="02020603050405020304" pitchFamily="18" charset="0"/>
              </a:rPr>
              <a:t> the flesh with its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passionsa</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nd</a:t>
            </a:r>
            <a:r>
              <a:rPr lang="en-US" sz="2400" dirty="0">
                <a:effectLst/>
                <a:latin typeface="Arial" panose="020B0604020202020204" pitchFamily="34" charset="0"/>
                <a:ea typeface="Calibri" panose="020F0502020204030204" pitchFamily="34" charset="0"/>
                <a:cs typeface="Times New Roman" panose="02020603050405020304" pitchFamily="18" charset="0"/>
              </a:rPr>
              <a:t> desires</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a:t>
            </a:r>
            <a:r>
              <a:rPr lang="en-US" sz="2400" dirty="0">
                <a:effectLst/>
                <a:latin typeface="Arial" panose="020B0604020202020204" pitchFamily="34" charset="0"/>
                <a:ea typeface="Calibri" panose="020F0502020204030204" pitchFamily="34" charset="0"/>
                <a:cs typeface="Times New Roman" panose="02020603050405020304" pitchFamily="18" charset="0"/>
              </a:rPr>
              <a:t>     If we live by </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teh</a:t>
            </a:r>
            <a:r>
              <a:rPr lang="en-US" sz="2400" dirty="0">
                <a:effectLst/>
                <a:latin typeface="Arial" panose="020B0604020202020204" pitchFamily="34" charset="0"/>
                <a:ea typeface="Calibri" panose="020F0502020204030204" pitchFamily="34" charset="0"/>
                <a:cs typeface="Times New Roman" panose="02020603050405020304" pitchFamily="18" charset="0"/>
              </a:rPr>
              <a:t> Spirit, let us also walk”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thespirit</a:t>
            </a:r>
            <a:r>
              <a:rPr lang="en-US" sz="2400" dirty="0">
                <a:effectLst/>
                <a:latin typeface="Arial" panose="020B060402020202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22 </a:t>
            </a:r>
            <a:r>
              <a:rPr lang="en-US" sz="2400" dirty="0">
                <a:effectLst/>
                <a:latin typeface="Arial" panose="020B0604020202020204" pitchFamily="34" charset="0"/>
                <a:ea typeface="Calibri" panose="020F0502020204030204" pitchFamily="34" charset="0"/>
                <a:cs typeface="Times New Roman" panose="02020603050405020304" pitchFamily="18" charset="0"/>
              </a:rPr>
              <a:t>But the fruit of the Spirit is love, joy, peace, patience, kindness, goodne</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ss</a:t>
            </a:r>
            <a:r>
              <a:rPr lang="en-US" sz="2400" dirty="0">
                <a:effectLst/>
                <a:latin typeface="Arial" panose="020B0604020202020204" pitchFamily="34" charset="0"/>
                <a:ea typeface="Calibri" panose="020F0502020204030204" pitchFamily="34" charset="0"/>
                <a:cs typeface="Times New Roman" panose="02020603050405020304" pitchFamily="18" charset="0"/>
              </a:rPr>
              <a:t>, faith,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23 </a:t>
            </a:r>
            <a:r>
              <a:rPr lang="en-US" sz="2400" dirty="0">
                <a:effectLst/>
                <a:latin typeface="Arial" panose="020B0604020202020204" pitchFamily="34" charset="0"/>
                <a:ea typeface="Calibri" panose="020F0502020204030204" pitchFamily="34" charset="0"/>
                <a:cs typeface="Times New Roman" panose="02020603050405020304" pitchFamily="18" charset="0"/>
              </a:rPr>
              <a:t>gentleness,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and</a:t>
            </a:r>
            <a:r>
              <a:rPr lang="en-US" sz="2400" dirty="0">
                <a:effectLst/>
                <a:latin typeface="Arial" panose="020B0604020202020204" pitchFamily="34" charset="0"/>
                <a:ea typeface="Calibri" panose="020F0502020204030204" pitchFamily="34" charset="0"/>
                <a:cs typeface="Times New Roman" panose="02020603050405020304" pitchFamily="18" charset="0"/>
              </a:rPr>
              <a:t> self-control; against such things there is no law.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24 </a:t>
            </a:r>
            <a:r>
              <a:rPr lang="en-US" sz="2400" dirty="0">
                <a:effectLst/>
                <a:latin typeface="Arial" panose="020B0604020202020204" pitchFamily="34" charset="0"/>
                <a:ea typeface="Calibri" panose="020F0502020204030204" pitchFamily="34" charset="0"/>
                <a:cs typeface="Times New Roman" panose="02020603050405020304" pitchFamily="18" charset="0"/>
              </a:rPr>
              <a:t>Those who belong to Christ Jesus have crucified the flesh with its passions and desires.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 </a:t>
            </a:r>
            <a:r>
              <a:rPr lang="en-US" sz="2400" dirty="0">
                <a:effectLst/>
                <a:latin typeface="Arial" panose="020B0604020202020204" pitchFamily="34" charset="0"/>
                <a:ea typeface="Calibri" panose="020F0502020204030204" pitchFamily="34" charset="0"/>
                <a:cs typeface="Times New Roman" panose="02020603050405020304" pitchFamily="18" charset="0"/>
              </a:rPr>
              <a:t>If we live by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the</a:t>
            </a:r>
            <a:r>
              <a:rPr lang="en-US" sz="2400" dirty="0">
                <a:effectLst/>
                <a:latin typeface="Arial" panose="020B0604020202020204" pitchFamily="34" charset="0"/>
                <a:ea typeface="Calibri" panose="020F0502020204030204" pitchFamily="34" charset="0"/>
                <a:cs typeface="Times New Roman" panose="02020603050405020304" pitchFamily="18" charset="0"/>
              </a:rPr>
              <a:t> Spirit, let us also walk by the Spirit.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4B3632D1-D410-6392-604A-B7D3B0724748}"/>
              </a:ext>
            </a:extLst>
          </p:cNvPr>
          <p:cNvPicPr>
            <a:picLocks noChangeAspect="1"/>
          </p:cNvPicPr>
          <p:nvPr/>
        </p:nvPicPr>
        <p:blipFill>
          <a:blip r:embed="rId2"/>
          <a:stretch>
            <a:fillRect/>
          </a:stretch>
        </p:blipFill>
        <p:spPr>
          <a:xfrm flipH="1">
            <a:off x="7376160" y="442863"/>
            <a:ext cx="1446696" cy="1206599"/>
          </a:xfrm>
          <a:prstGeom prst="rect">
            <a:avLst/>
          </a:prstGeom>
        </p:spPr>
      </p:pic>
    </p:spTree>
    <p:extLst>
      <p:ext uri="{BB962C8B-B14F-4D97-AF65-F5344CB8AC3E}">
        <p14:creationId xmlns:p14="http://schemas.microsoft.com/office/powerpoint/2010/main" val="3279659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7B8B0134-0BA8-F0A4-E013-C88DC5AA114A}"/>
              </a:ext>
            </a:extLst>
          </p:cNvPr>
          <p:cNvSpPr txBox="1"/>
          <p:nvPr/>
        </p:nvSpPr>
        <p:spPr>
          <a:xfrm>
            <a:off x="165246" y="485515"/>
            <a:ext cx="8813508" cy="5887830"/>
          </a:xfrm>
          <a:prstGeom prst="rect">
            <a:avLst/>
          </a:prstGeom>
          <a:noFill/>
        </p:spPr>
        <p:txBody>
          <a:bodyPr wrap="square" rtlCol="0">
            <a:spAutoFit/>
          </a:bodyPr>
          <a:lstStyle/>
          <a:p>
            <a:pPr marL="0" marR="0">
              <a:lnSpc>
                <a:spcPct val="107000"/>
              </a:lnSpc>
              <a:spcBef>
                <a:spcPts val="0"/>
              </a:spcBef>
              <a:spcAft>
                <a:spcPts val="800"/>
              </a:spcAft>
            </a:pPr>
            <a:r>
              <a:rPr lang="en-US" sz="2000" b="1" dirty="0">
                <a:effectLst/>
                <a:latin typeface="Arial" panose="020B0604020202020204" pitchFamily="34" charset="0"/>
                <a:ea typeface="Calibri" panose="020F0502020204030204" pitchFamily="34" charset="0"/>
                <a:cs typeface="Times New Roman" panose="02020603050405020304" pitchFamily="18" charset="0"/>
              </a:rPr>
              <a:t>From Galatians 5:		</a:t>
            </a:r>
            <a:r>
              <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Endings of Sentences</a:t>
            </a:r>
          </a:p>
          <a:p>
            <a:pPr marL="0" marR="0">
              <a:lnSpc>
                <a:spcPct val="107000"/>
              </a:lnSpc>
              <a:spcBef>
                <a:spcPts val="0"/>
              </a:spcBef>
              <a:spcAft>
                <a:spcPts val="800"/>
              </a:spcAft>
            </a:pPr>
            <a:endParaRPr lang="en-US" sz="2000" dirty="0">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latin typeface="Arial" panose="020B0604020202020204" pitchFamily="34" charset="0"/>
                <a:ea typeface="Calibri" panose="020F0502020204030204" pitchFamily="34" charset="0"/>
                <a:cs typeface="Times New Roman" panose="02020603050405020304" pitchFamily="18" charset="0"/>
              </a:rPr>
              <a:t>22But the fruit OF the spirit is love joy) peace, patience, Kindness,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goodnesss</a:t>
            </a:r>
            <a:r>
              <a:rPr lang="en-US" sz="2400" dirty="0">
                <a:effectLst/>
                <a:latin typeface="Arial" panose="020B0604020202020204" pitchFamily="34" charset="0"/>
                <a:ea typeface="Calibri" panose="020F0502020204030204" pitchFamily="34" charset="0"/>
                <a:cs typeface="Times New Roman" panose="02020603050405020304" pitchFamily="18" charset="0"/>
              </a:rPr>
              <a:t>, Faith, gentleness,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adn</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selfcontrol</a:t>
            </a:r>
            <a:r>
              <a:rPr lang="en-US" sz="2400" dirty="0">
                <a:effectLst/>
                <a:latin typeface="Arial" panose="020B0604020202020204" pitchFamily="34" charset="0"/>
                <a:ea typeface="Calibri" panose="020F0502020204030204" pitchFamily="34" charset="0"/>
                <a:cs typeface="Times New Roman" panose="02020603050405020304" pitchFamily="18" charset="0"/>
              </a:rPr>
              <a:t> against such things there is no law</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  . </a:t>
            </a:r>
            <a:r>
              <a:rPr lang="en-US" sz="2400" dirty="0">
                <a:effectLst/>
                <a:latin typeface="Arial" panose="020B0604020202020204" pitchFamily="34" charset="0"/>
                <a:ea typeface="Calibri" panose="020F0502020204030204" pitchFamily="34" charset="0"/>
                <a:cs typeface="Times New Roman" panose="02020603050405020304" pitchFamily="18" charset="0"/>
              </a:rPr>
              <a:t>24 those who belong to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christ</a:t>
            </a:r>
            <a:r>
              <a:rPr lang="en-US" sz="2400" dirty="0">
                <a:effectLst/>
                <a:latin typeface="Arial" panose="020B0604020202020204" pitchFamily="34" charset="0"/>
                <a:ea typeface="Calibri" panose="020F0502020204030204" pitchFamily="34" charset="0"/>
                <a:cs typeface="Times New Roman" panose="02020603050405020304" pitchFamily="18" charset="0"/>
              </a:rPr>
              <a:t> Jesus have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cRucified</a:t>
            </a:r>
            <a:r>
              <a:rPr lang="en-US" sz="2400" dirty="0">
                <a:effectLst/>
                <a:latin typeface="Arial" panose="020B0604020202020204" pitchFamily="34" charset="0"/>
                <a:ea typeface="Calibri" panose="020F0502020204030204" pitchFamily="34" charset="0"/>
                <a:cs typeface="Times New Roman" panose="02020603050405020304" pitchFamily="18" charset="0"/>
              </a:rPr>
              <a:t> the flesh with its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passionsa</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nd</a:t>
            </a:r>
            <a:r>
              <a:rPr lang="en-US" sz="2400" dirty="0">
                <a:effectLst/>
                <a:latin typeface="Arial" panose="020B0604020202020204" pitchFamily="34" charset="0"/>
                <a:ea typeface="Calibri" panose="020F0502020204030204" pitchFamily="34" charset="0"/>
                <a:cs typeface="Times New Roman" panose="02020603050405020304" pitchFamily="18" charset="0"/>
              </a:rPr>
              <a:t> desire</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s</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a:t>
            </a:r>
            <a:r>
              <a:rPr lang="en-US" sz="2400" dirty="0">
                <a:effectLst/>
                <a:latin typeface="Arial" panose="020B0604020202020204" pitchFamily="34" charset="0"/>
                <a:ea typeface="Calibri" panose="020F0502020204030204" pitchFamily="34" charset="0"/>
                <a:cs typeface="Times New Roman" panose="02020603050405020304" pitchFamily="18" charset="0"/>
              </a:rPr>
              <a:t>     If we live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teh</a:t>
            </a:r>
            <a:r>
              <a:rPr lang="en-US" sz="2400" dirty="0">
                <a:effectLst/>
                <a:latin typeface="Arial" panose="020B0604020202020204" pitchFamily="34" charset="0"/>
                <a:ea typeface="Calibri" panose="020F0502020204030204" pitchFamily="34" charset="0"/>
                <a:cs typeface="Times New Roman" panose="02020603050405020304" pitchFamily="18" charset="0"/>
              </a:rPr>
              <a:t> Spirit, let us also walk”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thespirit</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22 </a:t>
            </a:r>
            <a:r>
              <a:rPr lang="en-US" sz="2400" dirty="0">
                <a:effectLst/>
                <a:latin typeface="Arial" panose="020B0604020202020204" pitchFamily="34" charset="0"/>
                <a:ea typeface="Calibri" panose="020F0502020204030204" pitchFamily="34" charset="0"/>
                <a:cs typeface="Times New Roman" panose="02020603050405020304" pitchFamily="18" charset="0"/>
              </a:rPr>
              <a:t>But the fruit of the Spirit is love, joy, peace, patience, kindness, goodness, faith,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23 </a:t>
            </a:r>
            <a:r>
              <a:rPr lang="en-US" sz="2400" dirty="0">
                <a:effectLst/>
                <a:latin typeface="Arial" panose="020B0604020202020204" pitchFamily="34" charset="0"/>
                <a:ea typeface="Calibri" panose="020F0502020204030204" pitchFamily="34" charset="0"/>
                <a:cs typeface="Times New Roman" panose="02020603050405020304" pitchFamily="18" charset="0"/>
              </a:rPr>
              <a:t>gentleness, and self-control; against such things there is no law</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24 </a:t>
            </a:r>
            <a:r>
              <a:rPr lang="en-US" sz="2400" dirty="0">
                <a:effectLst/>
                <a:latin typeface="Arial" panose="020B0604020202020204" pitchFamily="34" charset="0"/>
                <a:ea typeface="Calibri" panose="020F0502020204030204" pitchFamily="34" charset="0"/>
                <a:cs typeface="Times New Roman" panose="02020603050405020304" pitchFamily="18" charset="0"/>
              </a:rPr>
              <a:t>Those who belong to Christ Jesus have crucified the flesh with its passions and desires</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 </a:t>
            </a:r>
            <a:r>
              <a:rPr lang="en-US" sz="2400" dirty="0">
                <a:effectLst/>
                <a:latin typeface="Arial" panose="020B0604020202020204" pitchFamily="34" charset="0"/>
                <a:ea typeface="Calibri" panose="020F0502020204030204" pitchFamily="34" charset="0"/>
                <a:cs typeface="Times New Roman" panose="02020603050405020304" pitchFamily="18" charset="0"/>
              </a:rPr>
              <a:t>If we live by the Spirit, let us also walk by the Spirit</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a:t>
            </a:r>
            <a:endParaRPr lang="en-US" sz="24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332395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7B8B0134-0BA8-F0A4-E013-C88DC5AA114A}"/>
              </a:ext>
            </a:extLst>
          </p:cNvPr>
          <p:cNvSpPr txBox="1"/>
          <p:nvPr/>
        </p:nvSpPr>
        <p:spPr>
          <a:xfrm>
            <a:off x="165246" y="485515"/>
            <a:ext cx="8813508" cy="5887830"/>
          </a:xfrm>
          <a:prstGeom prst="rect">
            <a:avLst/>
          </a:prstGeom>
          <a:noFill/>
        </p:spPr>
        <p:txBody>
          <a:bodyPr wrap="square" rtlCol="0">
            <a:spAutoFit/>
          </a:bodyPr>
          <a:lstStyle/>
          <a:p>
            <a:pPr marL="0" marR="0">
              <a:lnSpc>
                <a:spcPct val="107000"/>
              </a:lnSpc>
              <a:spcBef>
                <a:spcPts val="0"/>
              </a:spcBef>
              <a:spcAft>
                <a:spcPts val="800"/>
              </a:spcAft>
            </a:pPr>
            <a:r>
              <a:rPr lang="en-US" sz="2000" b="1" dirty="0">
                <a:effectLst/>
                <a:latin typeface="Arial" panose="020B0604020202020204" pitchFamily="34" charset="0"/>
                <a:ea typeface="Calibri" panose="020F0502020204030204" pitchFamily="34" charset="0"/>
                <a:cs typeface="Times New Roman" panose="02020603050405020304" pitchFamily="18" charset="0"/>
              </a:rPr>
              <a:t>From Galatians 5:		</a:t>
            </a:r>
            <a:r>
              <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Beginnings of Sentences</a:t>
            </a:r>
          </a:p>
          <a:p>
            <a:pPr marL="0" marR="0">
              <a:lnSpc>
                <a:spcPct val="107000"/>
              </a:lnSpc>
              <a:spcBef>
                <a:spcPts val="0"/>
              </a:spcBef>
              <a:spcAft>
                <a:spcPts val="800"/>
              </a:spcAft>
            </a:pPr>
            <a:endParaRPr lang="en-US" sz="2000" dirty="0">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latin typeface="Arial" panose="020B0604020202020204" pitchFamily="34" charset="0"/>
                <a:ea typeface="Calibri" panose="020F0502020204030204" pitchFamily="34" charset="0"/>
                <a:cs typeface="Times New Roman" panose="02020603050405020304" pitchFamily="18" charset="0"/>
              </a:rPr>
              <a:t>22</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B</a:t>
            </a:r>
            <a:r>
              <a:rPr lang="en-US" sz="2400" dirty="0">
                <a:effectLst/>
                <a:latin typeface="Arial" panose="020B0604020202020204" pitchFamily="34" charset="0"/>
                <a:ea typeface="Calibri" panose="020F0502020204030204" pitchFamily="34" charset="0"/>
                <a:cs typeface="Times New Roman" panose="02020603050405020304" pitchFamily="18" charset="0"/>
              </a:rPr>
              <a:t>ut the fruit OF the spirit is love joy) peace, patience, Kindness,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goodnesss</a:t>
            </a:r>
            <a:r>
              <a:rPr lang="en-US" sz="2400" dirty="0">
                <a:effectLst/>
                <a:latin typeface="Arial" panose="020B0604020202020204" pitchFamily="34" charset="0"/>
                <a:ea typeface="Calibri" panose="020F0502020204030204" pitchFamily="34" charset="0"/>
                <a:cs typeface="Times New Roman" panose="02020603050405020304" pitchFamily="18" charset="0"/>
              </a:rPr>
              <a:t>, Faith, gentleness,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adn</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selfcontrol</a:t>
            </a:r>
            <a:r>
              <a:rPr lang="en-US" sz="2400" dirty="0">
                <a:effectLst/>
                <a:latin typeface="Arial" panose="020B0604020202020204" pitchFamily="34" charset="0"/>
                <a:ea typeface="Calibri" panose="020F0502020204030204" pitchFamily="34" charset="0"/>
                <a:cs typeface="Times New Roman" panose="02020603050405020304" pitchFamily="18" charset="0"/>
              </a:rPr>
              <a:t> against such things there is no law  . 24 </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t</a:t>
            </a:r>
            <a:r>
              <a:rPr lang="en-US" sz="2400" dirty="0">
                <a:effectLst/>
                <a:latin typeface="Arial" panose="020B0604020202020204" pitchFamily="34" charset="0"/>
                <a:ea typeface="Calibri" panose="020F0502020204030204" pitchFamily="34" charset="0"/>
                <a:cs typeface="Times New Roman" panose="02020603050405020304" pitchFamily="18" charset="0"/>
              </a:rPr>
              <a:t>hose who belong to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christ</a:t>
            </a:r>
            <a:r>
              <a:rPr lang="en-US" sz="2400" dirty="0">
                <a:effectLst/>
                <a:latin typeface="Arial" panose="020B0604020202020204" pitchFamily="34" charset="0"/>
                <a:ea typeface="Calibri" panose="020F0502020204030204" pitchFamily="34" charset="0"/>
                <a:cs typeface="Times New Roman" panose="02020603050405020304" pitchFamily="18" charset="0"/>
              </a:rPr>
              <a:t> Jesus have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cRucified</a:t>
            </a:r>
            <a:r>
              <a:rPr lang="en-US" sz="2400" dirty="0">
                <a:effectLst/>
                <a:latin typeface="Arial" panose="020B0604020202020204" pitchFamily="34" charset="0"/>
                <a:ea typeface="Calibri" panose="020F0502020204030204" pitchFamily="34" charset="0"/>
                <a:cs typeface="Times New Roman" panose="02020603050405020304" pitchFamily="18" charset="0"/>
              </a:rPr>
              <a:t> the flesh with its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passionsa</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nd</a:t>
            </a:r>
            <a:r>
              <a:rPr lang="en-US" sz="2400" dirty="0">
                <a:effectLst/>
                <a:latin typeface="Arial" panose="020B0604020202020204" pitchFamily="34" charset="0"/>
                <a:ea typeface="Calibri" panose="020F0502020204030204" pitchFamily="34" charset="0"/>
                <a:cs typeface="Times New Roman" panose="02020603050405020304" pitchFamily="18" charset="0"/>
              </a:rPr>
              <a:t> desires</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I</a:t>
            </a:r>
            <a:r>
              <a:rPr lang="en-US" sz="2400" dirty="0">
                <a:effectLst/>
                <a:latin typeface="Arial" panose="020B0604020202020204" pitchFamily="34" charset="0"/>
                <a:ea typeface="Calibri" panose="020F0502020204030204" pitchFamily="34" charset="0"/>
                <a:cs typeface="Times New Roman" panose="02020603050405020304" pitchFamily="18" charset="0"/>
              </a:rPr>
              <a:t>f we live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teh</a:t>
            </a:r>
            <a:r>
              <a:rPr lang="en-US" sz="2400" dirty="0">
                <a:effectLst/>
                <a:latin typeface="Arial" panose="020B0604020202020204" pitchFamily="34" charset="0"/>
                <a:ea typeface="Calibri" panose="020F0502020204030204" pitchFamily="34" charset="0"/>
                <a:cs typeface="Times New Roman" panose="02020603050405020304" pitchFamily="18" charset="0"/>
              </a:rPr>
              <a:t> Spirit, let us also walk”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thespirit</a:t>
            </a:r>
            <a:r>
              <a:rPr lang="en-US" sz="2400" dirty="0">
                <a:effectLst/>
                <a:latin typeface="Arial" panose="020B060402020202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22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B</a:t>
            </a:r>
            <a:r>
              <a:rPr lang="en-US" sz="2400" dirty="0">
                <a:effectLst/>
                <a:latin typeface="Arial" panose="020B0604020202020204" pitchFamily="34" charset="0"/>
                <a:ea typeface="Calibri" panose="020F0502020204030204" pitchFamily="34" charset="0"/>
                <a:cs typeface="Times New Roman" panose="02020603050405020304" pitchFamily="18" charset="0"/>
              </a:rPr>
              <a:t>ut the fruit of the Spirit is love, joy, peace, patience, kindness, goodness, faith,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23 </a:t>
            </a:r>
            <a:r>
              <a:rPr lang="en-US" sz="2400" dirty="0">
                <a:effectLst/>
                <a:latin typeface="Arial" panose="020B0604020202020204" pitchFamily="34" charset="0"/>
                <a:ea typeface="Calibri" panose="020F0502020204030204" pitchFamily="34" charset="0"/>
                <a:cs typeface="Times New Roman" panose="02020603050405020304" pitchFamily="18" charset="0"/>
              </a:rPr>
              <a:t>gentleness, and self-control; against such things there is no law.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24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T</a:t>
            </a:r>
            <a:r>
              <a:rPr lang="en-US" sz="2400" dirty="0">
                <a:effectLst/>
                <a:latin typeface="Arial" panose="020B0604020202020204" pitchFamily="34" charset="0"/>
                <a:ea typeface="Calibri" panose="020F0502020204030204" pitchFamily="34" charset="0"/>
                <a:cs typeface="Times New Roman" panose="02020603050405020304" pitchFamily="18" charset="0"/>
              </a:rPr>
              <a:t>hose who belong to Christ Jesus have crucified the flesh with its passions and desires.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I</a:t>
            </a:r>
            <a:r>
              <a:rPr lang="en-US" sz="2400" dirty="0">
                <a:effectLst/>
                <a:latin typeface="Arial" panose="020B0604020202020204" pitchFamily="34" charset="0"/>
                <a:ea typeface="Calibri" panose="020F0502020204030204" pitchFamily="34" charset="0"/>
                <a:cs typeface="Times New Roman" panose="02020603050405020304" pitchFamily="18" charset="0"/>
              </a:rPr>
              <a:t>f we live by the Spirit, let us also walk by the Spirit.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153904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8C6B3B-7818-D365-5BDE-6B8169C5CC82}"/>
              </a:ext>
            </a:extLst>
          </p:cNvPr>
          <p:cNvSpPr>
            <a:spLocks noGrp="1"/>
          </p:cNvSpPr>
          <p:nvPr>
            <p:ph idx="1"/>
          </p:nvPr>
        </p:nvSpPr>
        <p:spPr>
          <a:xfrm>
            <a:off x="165512" y="1306499"/>
            <a:ext cx="7886700" cy="4955186"/>
          </a:xfrm>
        </p:spPr>
        <p:txBody>
          <a:bodyPr/>
          <a:lstStyle/>
          <a:p>
            <a:pPr marL="0" indent="0">
              <a:lnSpc>
                <a:spcPct val="107000"/>
              </a:lnSpc>
              <a:buNone/>
            </a:pPr>
            <a:r>
              <a:rPr lang="en-US" b="0" i="0" u="none" strike="noStrike" baseline="30000" dirty="0">
                <a:solidFill>
                  <a:schemeClr val="tx1"/>
                </a:solidFill>
                <a:effectLst/>
                <a:latin typeface="+mn-lt"/>
              </a:rPr>
              <a:t>67</a:t>
            </a:r>
            <a:r>
              <a:rPr lang="en-US" b="0" i="0" u="none" strike="noStrike" dirty="0">
                <a:solidFill>
                  <a:schemeClr val="tx1"/>
                </a:solidFill>
                <a:effectLst/>
                <a:latin typeface="+mn-lt"/>
              </a:rPr>
              <a:t> Then Jesus said to the twelve, </a:t>
            </a:r>
            <a:r>
              <a:rPr lang="en-US" dirty="0">
                <a:solidFill>
                  <a:schemeClr val="tx1"/>
                </a:solidFill>
                <a:highlight>
                  <a:srgbClr val="FFFF00"/>
                </a:highlight>
                <a:latin typeface="+mn-lt"/>
              </a:rPr>
              <a:t>“</a:t>
            </a:r>
            <a:r>
              <a:rPr lang="en-US" b="0" i="0" u="none" strike="noStrike" dirty="0">
                <a:solidFill>
                  <a:schemeClr val="tx1"/>
                </a:solidFill>
                <a:effectLst/>
                <a:latin typeface="+mn-lt"/>
              </a:rPr>
              <a:t>You do not want to go away also, do you?</a:t>
            </a:r>
            <a:r>
              <a:rPr lang="en-US" b="0" i="0" u="none" strike="noStrike" dirty="0">
                <a:solidFill>
                  <a:schemeClr val="tx1"/>
                </a:solidFill>
                <a:effectLst/>
                <a:highlight>
                  <a:srgbClr val="FFFF00"/>
                </a:highlight>
                <a:latin typeface="+mn-lt"/>
              </a:rPr>
              <a:t>”</a:t>
            </a:r>
            <a:r>
              <a:rPr lang="en-US" b="0" i="0" u="none" strike="noStrike" dirty="0">
                <a:solidFill>
                  <a:schemeClr val="tx1"/>
                </a:solidFill>
                <a:effectLst/>
                <a:latin typeface="+mn-lt"/>
              </a:rPr>
              <a:t> </a:t>
            </a:r>
            <a:r>
              <a:rPr lang="en-US" b="0" i="0" u="none" strike="noStrike" baseline="30000" dirty="0">
                <a:solidFill>
                  <a:schemeClr val="tx1"/>
                </a:solidFill>
                <a:effectLst/>
                <a:latin typeface="+mn-lt"/>
              </a:rPr>
              <a:t>68</a:t>
            </a:r>
            <a:r>
              <a:rPr lang="en-US" b="0" i="0" u="none" strike="noStrike" dirty="0">
                <a:solidFill>
                  <a:schemeClr val="tx1"/>
                </a:solidFill>
                <a:effectLst/>
                <a:latin typeface="+mn-lt"/>
              </a:rPr>
              <a:t> Simon Peter answered him, </a:t>
            </a:r>
            <a:r>
              <a:rPr lang="en-US" b="0" i="0" u="none" strike="noStrike" dirty="0">
                <a:solidFill>
                  <a:schemeClr val="tx1"/>
                </a:solidFill>
                <a:effectLst/>
                <a:highlight>
                  <a:srgbClr val="FFFF00"/>
                </a:highlight>
                <a:latin typeface="+mn-lt"/>
              </a:rPr>
              <a:t>“</a:t>
            </a:r>
            <a:r>
              <a:rPr lang="en-US" b="0" i="0" u="none" strike="noStrike" dirty="0">
                <a:solidFill>
                  <a:schemeClr val="tx1"/>
                </a:solidFill>
                <a:effectLst/>
                <a:latin typeface="+mn-lt"/>
              </a:rPr>
              <a:t>Lord, to whom would we go? You have words of eternal life, </a:t>
            </a:r>
            <a:r>
              <a:rPr lang="en-US" b="0" i="0" u="none" strike="noStrike" baseline="30000" dirty="0">
                <a:solidFill>
                  <a:schemeClr val="tx1"/>
                </a:solidFill>
                <a:effectLst/>
                <a:latin typeface="+mn-lt"/>
              </a:rPr>
              <a:t>69</a:t>
            </a:r>
            <a:r>
              <a:rPr lang="en-US" b="0" i="0" u="none" strike="noStrike" dirty="0">
                <a:solidFill>
                  <a:schemeClr val="tx1"/>
                </a:solidFill>
                <a:effectLst/>
                <a:latin typeface="+mn-lt"/>
              </a:rPr>
              <a:t> and we have believed and come to know that you are the Holy One of God.</a:t>
            </a:r>
            <a:r>
              <a:rPr lang="en-US" b="0" i="0" u="none" strike="noStrike" dirty="0">
                <a:solidFill>
                  <a:schemeClr val="tx1"/>
                </a:solidFill>
                <a:effectLst/>
                <a:highlight>
                  <a:srgbClr val="FFFF00"/>
                </a:highlight>
                <a:latin typeface="+mn-lt"/>
              </a:rPr>
              <a:t>”</a:t>
            </a:r>
          </a:p>
          <a:p>
            <a:pPr marL="0" indent="0">
              <a:lnSpc>
                <a:spcPct val="107000"/>
              </a:lnSpc>
              <a:buNone/>
            </a:pPr>
            <a:endParaRPr lang="en-US" dirty="0">
              <a:solidFill>
                <a:srgbClr val="33445C"/>
              </a:solidFill>
              <a:latin typeface="+mn-lt"/>
            </a:endParaRPr>
          </a:p>
          <a:p>
            <a:pPr marL="0" indent="0" algn="l">
              <a:lnSpc>
                <a:spcPct val="107000"/>
              </a:lnSpc>
              <a:buNone/>
            </a:pPr>
            <a:r>
              <a:rPr lang="en-US" i="0" u="none" strike="noStrike" dirty="0">
                <a:solidFill>
                  <a:srgbClr val="000000"/>
                </a:solidFill>
                <a:effectLst/>
                <a:latin typeface="+mn-lt"/>
              </a:rPr>
              <a:t> </a:t>
            </a:r>
            <a:r>
              <a:rPr lang="en-US" i="0" u="none" strike="noStrike" baseline="30000" dirty="0">
                <a:solidFill>
                  <a:srgbClr val="000000"/>
                </a:solidFill>
                <a:effectLst/>
                <a:latin typeface="+mn-lt"/>
              </a:rPr>
              <a:t>67 </a:t>
            </a:r>
            <a:r>
              <a:rPr lang="en-US" b="0" i="0" u="none" strike="noStrike" dirty="0" err="1">
                <a:solidFill>
                  <a:srgbClr val="000000"/>
                </a:solidFill>
                <a:effectLst/>
                <a:latin typeface="+mn-lt"/>
              </a:rPr>
              <a:t>Así</a:t>
            </a:r>
            <a:r>
              <a:rPr lang="en-US" b="0" i="0" u="none" strike="noStrike" dirty="0">
                <a:solidFill>
                  <a:srgbClr val="000000"/>
                </a:solidFill>
                <a:effectLst/>
                <a:latin typeface="+mn-lt"/>
              </a:rPr>
              <a:t> que Jesús </a:t>
            </a:r>
            <a:r>
              <a:rPr lang="en-US" b="0" i="0" u="none" strike="noStrike" dirty="0" err="1">
                <a:solidFill>
                  <a:srgbClr val="000000"/>
                </a:solidFill>
                <a:effectLst/>
                <a:latin typeface="+mn-lt"/>
              </a:rPr>
              <a:t>preguntó</a:t>
            </a:r>
            <a:r>
              <a:rPr lang="en-US" b="0" i="0" u="none" strike="noStrike" dirty="0">
                <a:solidFill>
                  <a:srgbClr val="000000"/>
                </a:solidFill>
                <a:effectLst/>
                <a:latin typeface="+mn-lt"/>
              </a:rPr>
              <a:t> a </a:t>
            </a:r>
            <a:r>
              <a:rPr lang="en-US" b="0" i="0" u="none" strike="noStrike" dirty="0" err="1">
                <a:solidFill>
                  <a:srgbClr val="000000"/>
                </a:solidFill>
                <a:effectLst/>
                <a:latin typeface="+mn-lt"/>
              </a:rPr>
              <a:t>los</a:t>
            </a:r>
            <a:r>
              <a:rPr lang="en-US" b="0" i="0" u="none" strike="noStrike" dirty="0">
                <a:solidFill>
                  <a:srgbClr val="000000"/>
                </a:solidFill>
                <a:effectLst/>
                <a:latin typeface="+mn-lt"/>
              </a:rPr>
              <a:t> </a:t>
            </a:r>
            <a:r>
              <a:rPr lang="en-US" b="0" i="0" u="none" strike="noStrike" dirty="0" err="1">
                <a:solidFill>
                  <a:srgbClr val="000000"/>
                </a:solidFill>
                <a:effectLst/>
                <a:latin typeface="+mn-lt"/>
              </a:rPr>
              <a:t>doce</a:t>
            </a:r>
            <a:r>
              <a:rPr lang="en-US" b="0" i="0" u="none" strike="noStrike" dirty="0">
                <a:solidFill>
                  <a:srgbClr val="000000"/>
                </a:solidFill>
                <a:effectLst/>
                <a:latin typeface="+mn-lt"/>
              </a:rPr>
              <a:t>:</a:t>
            </a:r>
          </a:p>
          <a:p>
            <a:pPr marL="0" indent="0" algn="l">
              <a:lnSpc>
                <a:spcPct val="107000"/>
              </a:lnSpc>
              <a:buNone/>
            </a:pPr>
            <a:r>
              <a:rPr lang="en-US" b="0" i="0" u="none" strike="noStrike" dirty="0">
                <a:solidFill>
                  <a:srgbClr val="000000"/>
                </a:solidFill>
                <a:effectLst/>
                <a:highlight>
                  <a:srgbClr val="FFFF00"/>
                </a:highlight>
                <a:latin typeface="+mn-lt"/>
              </a:rPr>
              <a:t>—</a:t>
            </a:r>
            <a:r>
              <a:rPr lang="en-US" b="0" i="0" u="none" strike="noStrike" dirty="0">
                <a:solidFill>
                  <a:srgbClr val="000000"/>
                </a:solidFill>
                <a:effectLst/>
                <a:latin typeface="+mn-lt"/>
              </a:rPr>
              <a:t>¿</a:t>
            </a:r>
            <a:r>
              <a:rPr lang="en-US" b="0" i="0" u="none" strike="noStrike" dirty="0" err="1">
                <a:solidFill>
                  <a:srgbClr val="000000"/>
                </a:solidFill>
                <a:effectLst/>
                <a:latin typeface="+mn-lt"/>
              </a:rPr>
              <a:t>También</a:t>
            </a:r>
            <a:r>
              <a:rPr lang="en-US" b="0" i="0" u="none" strike="noStrike" dirty="0">
                <a:solidFill>
                  <a:srgbClr val="000000"/>
                </a:solidFill>
                <a:effectLst/>
                <a:latin typeface="+mn-lt"/>
              </a:rPr>
              <a:t> </a:t>
            </a:r>
            <a:r>
              <a:rPr lang="en-US" b="0" i="0" u="none" strike="noStrike" dirty="0" err="1">
                <a:solidFill>
                  <a:srgbClr val="000000"/>
                </a:solidFill>
                <a:effectLst/>
                <a:latin typeface="+mn-lt"/>
              </a:rPr>
              <a:t>ustedes</a:t>
            </a:r>
            <a:r>
              <a:rPr lang="en-US" b="0" i="0" u="none" strike="noStrike" dirty="0">
                <a:solidFill>
                  <a:srgbClr val="000000"/>
                </a:solidFill>
                <a:effectLst/>
                <a:latin typeface="+mn-lt"/>
              </a:rPr>
              <a:t> </a:t>
            </a:r>
            <a:r>
              <a:rPr lang="en-US" b="0" i="0" u="none" strike="noStrike" dirty="0" err="1">
                <a:solidFill>
                  <a:srgbClr val="000000"/>
                </a:solidFill>
                <a:effectLst/>
                <a:latin typeface="+mn-lt"/>
              </a:rPr>
              <a:t>quieren</a:t>
            </a:r>
            <a:r>
              <a:rPr lang="en-US" b="0" i="0" u="none" strike="noStrike" dirty="0">
                <a:solidFill>
                  <a:srgbClr val="000000"/>
                </a:solidFill>
                <a:effectLst/>
                <a:latin typeface="+mn-lt"/>
              </a:rPr>
              <a:t> </a:t>
            </a:r>
            <a:r>
              <a:rPr lang="en-US" b="0" i="0" u="none" strike="noStrike" dirty="0" err="1">
                <a:solidFill>
                  <a:srgbClr val="000000"/>
                </a:solidFill>
                <a:effectLst/>
                <a:latin typeface="+mn-lt"/>
              </a:rPr>
              <a:t>marcharse</a:t>
            </a:r>
            <a:r>
              <a:rPr lang="en-US" b="0" i="0" u="none" strike="noStrike" dirty="0">
                <a:solidFill>
                  <a:srgbClr val="000000"/>
                </a:solidFill>
                <a:effectLst/>
                <a:latin typeface="+mn-lt"/>
              </a:rPr>
              <a:t>?</a:t>
            </a:r>
          </a:p>
          <a:p>
            <a:pPr marL="0" indent="0" algn="l">
              <a:lnSpc>
                <a:spcPct val="107000"/>
              </a:lnSpc>
              <a:buNone/>
            </a:pPr>
            <a:r>
              <a:rPr lang="en-US" i="0" u="none" strike="noStrike" baseline="30000" dirty="0">
                <a:solidFill>
                  <a:srgbClr val="000000"/>
                </a:solidFill>
                <a:effectLst/>
                <a:latin typeface="+mn-lt"/>
              </a:rPr>
              <a:t>68</a:t>
            </a:r>
            <a:r>
              <a:rPr lang="en-US" b="1" i="0" u="none" strike="noStrike" baseline="30000" dirty="0">
                <a:solidFill>
                  <a:srgbClr val="000000"/>
                </a:solidFill>
                <a:effectLst/>
                <a:latin typeface="+mn-lt"/>
              </a:rPr>
              <a:t> </a:t>
            </a:r>
            <a:r>
              <a:rPr lang="en-US" b="0" i="0" u="none" strike="noStrike" dirty="0">
                <a:solidFill>
                  <a:srgbClr val="000000"/>
                </a:solidFill>
                <a:effectLst/>
                <a:highlight>
                  <a:srgbClr val="FFFF00"/>
                </a:highlight>
                <a:latin typeface="+mn-lt"/>
              </a:rPr>
              <a:t>—</a:t>
            </a:r>
            <a:r>
              <a:rPr lang="en-US" b="0" i="0" u="none" strike="noStrike" dirty="0" err="1">
                <a:solidFill>
                  <a:srgbClr val="000000"/>
                </a:solidFill>
                <a:effectLst/>
                <a:latin typeface="+mn-lt"/>
              </a:rPr>
              <a:t>Señor</a:t>
            </a:r>
            <a:r>
              <a:rPr lang="en-US" b="0" i="0" u="none" strike="noStrike" dirty="0">
                <a:solidFill>
                  <a:srgbClr val="000000"/>
                </a:solidFill>
                <a:effectLst/>
                <a:latin typeface="+mn-lt"/>
              </a:rPr>
              <a:t> </a:t>
            </a:r>
            <a:r>
              <a:rPr lang="en-US" b="0" i="0" u="none" strike="noStrike" dirty="0">
                <a:solidFill>
                  <a:srgbClr val="000000"/>
                </a:solidFill>
                <a:effectLst/>
                <a:highlight>
                  <a:srgbClr val="FFFF00"/>
                </a:highlight>
                <a:latin typeface="+mn-lt"/>
              </a:rPr>
              <a:t>—</a:t>
            </a:r>
            <a:r>
              <a:rPr lang="en-US" b="0" i="0" u="none" strike="noStrike" dirty="0" err="1">
                <a:solidFill>
                  <a:srgbClr val="000000"/>
                </a:solidFill>
                <a:effectLst/>
                <a:latin typeface="+mn-lt"/>
              </a:rPr>
              <a:t>contestó</a:t>
            </a:r>
            <a:r>
              <a:rPr lang="en-US" b="0" i="0" u="none" strike="noStrike" dirty="0">
                <a:solidFill>
                  <a:srgbClr val="000000"/>
                </a:solidFill>
                <a:effectLst/>
                <a:latin typeface="+mn-lt"/>
              </a:rPr>
              <a:t> Simón Pedro</a:t>
            </a:r>
            <a:r>
              <a:rPr lang="en-US" b="0" i="0" u="none" strike="noStrike" dirty="0">
                <a:solidFill>
                  <a:srgbClr val="000000"/>
                </a:solidFill>
                <a:effectLst/>
                <a:highlight>
                  <a:srgbClr val="FFFF00"/>
                </a:highlight>
                <a:latin typeface="+mn-lt"/>
              </a:rPr>
              <a:t>—</a:t>
            </a:r>
            <a:r>
              <a:rPr lang="en-US" b="0" i="0" u="none" strike="noStrike" dirty="0">
                <a:solidFill>
                  <a:srgbClr val="000000"/>
                </a:solidFill>
                <a:effectLst/>
                <a:latin typeface="+mn-lt"/>
              </a:rPr>
              <a:t>, ¿a </a:t>
            </a:r>
            <a:r>
              <a:rPr lang="en-US" b="0" i="0" u="none" strike="noStrike" dirty="0" err="1">
                <a:solidFill>
                  <a:srgbClr val="000000"/>
                </a:solidFill>
                <a:effectLst/>
                <a:latin typeface="+mn-lt"/>
              </a:rPr>
              <a:t>quién</a:t>
            </a:r>
            <a:r>
              <a:rPr lang="en-US" b="0" i="0" u="none" strike="noStrike" dirty="0">
                <a:solidFill>
                  <a:srgbClr val="000000"/>
                </a:solidFill>
                <a:effectLst/>
                <a:latin typeface="+mn-lt"/>
              </a:rPr>
              <a:t> </a:t>
            </a:r>
            <a:r>
              <a:rPr lang="en-US" b="0" i="0" u="none" strike="noStrike" dirty="0" err="1">
                <a:solidFill>
                  <a:srgbClr val="000000"/>
                </a:solidFill>
                <a:effectLst/>
                <a:latin typeface="+mn-lt"/>
              </a:rPr>
              <a:t>iremos</a:t>
            </a:r>
            <a:r>
              <a:rPr lang="en-US" b="0" i="0" u="none" strike="noStrike" dirty="0">
                <a:solidFill>
                  <a:srgbClr val="000000"/>
                </a:solidFill>
                <a:effectLst/>
                <a:latin typeface="+mn-lt"/>
              </a:rPr>
              <a:t>? Tú </a:t>
            </a:r>
            <a:r>
              <a:rPr lang="en-US" b="0" i="0" u="none" strike="noStrike" dirty="0" err="1">
                <a:solidFill>
                  <a:srgbClr val="000000"/>
                </a:solidFill>
                <a:effectLst/>
                <a:latin typeface="+mn-lt"/>
              </a:rPr>
              <a:t>tienes</a:t>
            </a:r>
            <a:r>
              <a:rPr lang="en-US" b="0" i="0" u="none" strike="noStrike" dirty="0">
                <a:solidFill>
                  <a:srgbClr val="000000"/>
                </a:solidFill>
                <a:effectLst/>
                <a:latin typeface="+mn-lt"/>
              </a:rPr>
              <a:t> palabras de </a:t>
            </a:r>
            <a:r>
              <a:rPr lang="en-US" b="0" i="0" u="none" strike="noStrike" dirty="0" err="1">
                <a:solidFill>
                  <a:srgbClr val="000000"/>
                </a:solidFill>
                <a:effectLst/>
                <a:latin typeface="+mn-lt"/>
              </a:rPr>
              <a:t>vida</a:t>
            </a:r>
            <a:r>
              <a:rPr lang="en-US" b="0" i="0" u="none" strike="noStrike" dirty="0">
                <a:solidFill>
                  <a:srgbClr val="000000"/>
                </a:solidFill>
                <a:effectLst/>
                <a:latin typeface="+mn-lt"/>
              </a:rPr>
              <a:t> </a:t>
            </a:r>
            <a:r>
              <a:rPr lang="en-US" b="0" i="0" u="none" strike="noStrike" dirty="0" err="1">
                <a:solidFill>
                  <a:srgbClr val="000000"/>
                </a:solidFill>
                <a:effectLst/>
                <a:latin typeface="+mn-lt"/>
              </a:rPr>
              <a:t>eterna</a:t>
            </a:r>
            <a:r>
              <a:rPr lang="en-US" b="0" i="0" u="none" strike="noStrike" dirty="0">
                <a:solidFill>
                  <a:srgbClr val="000000"/>
                </a:solidFill>
                <a:effectLst/>
                <a:latin typeface="+mn-lt"/>
              </a:rPr>
              <a:t>. </a:t>
            </a:r>
            <a:r>
              <a:rPr lang="en-US" i="0" u="none" strike="noStrike" baseline="30000" dirty="0">
                <a:solidFill>
                  <a:srgbClr val="000000"/>
                </a:solidFill>
                <a:effectLst/>
                <a:latin typeface="+mn-lt"/>
              </a:rPr>
              <a:t>69</a:t>
            </a:r>
            <a:r>
              <a:rPr lang="en-US" b="1" i="0" u="none" strike="noStrike" baseline="30000" dirty="0">
                <a:solidFill>
                  <a:srgbClr val="000000"/>
                </a:solidFill>
                <a:effectLst/>
                <a:latin typeface="+mn-lt"/>
              </a:rPr>
              <a:t> </a:t>
            </a:r>
            <a:r>
              <a:rPr lang="en-US" b="0" i="0" u="none" strike="noStrike" dirty="0">
                <a:solidFill>
                  <a:srgbClr val="000000"/>
                </a:solidFill>
                <a:effectLst/>
                <a:latin typeface="+mn-lt"/>
              </a:rPr>
              <a:t>Y </a:t>
            </a:r>
            <a:r>
              <a:rPr lang="en-US" b="0" i="0" u="none" strike="noStrike" dirty="0" err="1">
                <a:solidFill>
                  <a:srgbClr val="000000"/>
                </a:solidFill>
                <a:effectLst/>
                <a:latin typeface="+mn-lt"/>
              </a:rPr>
              <a:t>nosotros</a:t>
            </a:r>
            <a:r>
              <a:rPr lang="en-US" b="0" i="0" u="none" strike="noStrike" dirty="0">
                <a:solidFill>
                  <a:srgbClr val="000000"/>
                </a:solidFill>
                <a:effectLst/>
                <a:latin typeface="+mn-lt"/>
              </a:rPr>
              <a:t> </a:t>
            </a:r>
            <a:r>
              <a:rPr lang="en-US" b="0" i="0" u="none" strike="noStrike" dirty="0" err="1">
                <a:solidFill>
                  <a:srgbClr val="000000"/>
                </a:solidFill>
                <a:effectLst/>
                <a:latin typeface="+mn-lt"/>
              </a:rPr>
              <a:t>hemos</a:t>
            </a:r>
            <a:r>
              <a:rPr lang="en-US" b="0" i="0" u="none" strike="noStrike" dirty="0">
                <a:solidFill>
                  <a:srgbClr val="000000"/>
                </a:solidFill>
                <a:effectLst/>
                <a:latin typeface="+mn-lt"/>
              </a:rPr>
              <a:t> </a:t>
            </a:r>
            <a:r>
              <a:rPr lang="en-US" b="0" i="0" u="none" strike="noStrike" dirty="0" err="1">
                <a:solidFill>
                  <a:srgbClr val="000000"/>
                </a:solidFill>
                <a:effectLst/>
                <a:latin typeface="+mn-lt"/>
              </a:rPr>
              <a:t>creído</a:t>
            </a:r>
            <a:r>
              <a:rPr lang="en-US" b="0" i="0" u="none" strike="noStrike" dirty="0">
                <a:solidFill>
                  <a:srgbClr val="000000"/>
                </a:solidFill>
                <a:effectLst/>
                <a:latin typeface="+mn-lt"/>
              </a:rPr>
              <a:t>, y </a:t>
            </a:r>
            <a:r>
              <a:rPr lang="en-US" b="0" i="0" u="none" strike="noStrike" dirty="0" err="1">
                <a:solidFill>
                  <a:srgbClr val="000000"/>
                </a:solidFill>
                <a:effectLst/>
                <a:latin typeface="+mn-lt"/>
              </a:rPr>
              <a:t>sabemos</a:t>
            </a:r>
            <a:r>
              <a:rPr lang="en-US" b="0" i="0" u="none" strike="noStrike" dirty="0">
                <a:solidFill>
                  <a:srgbClr val="000000"/>
                </a:solidFill>
                <a:effectLst/>
                <a:latin typeface="+mn-lt"/>
              </a:rPr>
              <a:t> que </a:t>
            </a:r>
            <a:r>
              <a:rPr lang="en-US" b="0" i="0" u="none" strike="noStrike" dirty="0" err="1">
                <a:solidFill>
                  <a:srgbClr val="000000"/>
                </a:solidFill>
                <a:effectLst/>
                <a:latin typeface="+mn-lt"/>
              </a:rPr>
              <a:t>tú</a:t>
            </a:r>
            <a:r>
              <a:rPr lang="en-US" b="0" i="0" u="none" strike="noStrike" dirty="0">
                <a:solidFill>
                  <a:srgbClr val="000000"/>
                </a:solidFill>
                <a:effectLst/>
                <a:latin typeface="+mn-lt"/>
              </a:rPr>
              <a:t> </a:t>
            </a:r>
            <a:r>
              <a:rPr lang="en-US" b="0" i="0" u="none" strike="noStrike" dirty="0" err="1">
                <a:solidFill>
                  <a:srgbClr val="000000"/>
                </a:solidFill>
                <a:effectLst/>
                <a:latin typeface="+mn-lt"/>
              </a:rPr>
              <a:t>eres</a:t>
            </a:r>
            <a:r>
              <a:rPr lang="en-US" b="0" i="0" u="none" strike="noStrike" dirty="0">
                <a:solidFill>
                  <a:srgbClr val="000000"/>
                </a:solidFill>
                <a:effectLst/>
                <a:latin typeface="+mn-lt"/>
              </a:rPr>
              <a:t> </a:t>
            </a:r>
            <a:r>
              <a:rPr lang="en-US" b="0" i="0" u="none" strike="noStrike" dirty="0" err="1">
                <a:solidFill>
                  <a:srgbClr val="000000"/>
                </a:solidFill>
                <a:effectLst/>
                <a:latin typeface="+mn-lt"/>
              </a:rPr>
              <a:t>el</a:t>
            </a:r>
            <a:r>
              <a:rPr lang="en-US" b="0" i="0" u="none" strike="noStrike" dirty="0">
                <a:solidFill>
                  <a:srgbClr val="000000"/>
                </a:solidFill>
                <a:effectLst/>
                <a:latin typeface="+mn-lt"/>
              </a:rPr>
              <a:t> Santo de Dios.</a:t>
            </a:r>
          </a:p>
          <a:p>
            <a:pPr marL="0" indent="0">
              <a:buNone/>
            </a:pPr>
            <a:endParaRPr lang="en-US" dirty="0">
              <a:highlight>
                <a:srgbClr val="FFFF00"/>
              </a:highlight>
            </a:endParaRPr>
          </a:p>
          <a:p>
            <a:endParaRPr lang="en-US" dirty="0"/>
          </a:p>
        </p:txBody>
      </p:sp>
      <p:sp>
        <p:nvSpPr>
          <p:cNvPr id="4" name="TextBox 3">
            <a:extLst>
              <a:ext uri="{FF2B5EF4-FFF2-40B4-BE49-F238E27FC236}">
                <a16:creationId xmlns:a16="http://schemas.microsoft.com/office/drawing/2014/main" id="{4D7CFF89-9E64-1011-7CEF-074E410AA029}"/>
              </a:ext>
            </a:extLst>
          </p:cNvPr>
          <p:cNvSpPr txBox="1"/>
          <p:nvPr/>
        </p:nvSpPr>
        <p:spPr>
          <a:xfrm>
            <a:off x="165512" y="510641"/>
            <a:ext cx="5508239" cy="677108"/>
          </a:xfrm>
          <a:prstGeom prst="rect">
            <a:avLst/>
          </a:prstGeom>
          <a:noFill/>
        </p:spPr>
        <p:txBody>
          <a:bodyPr wrap="none" rtlCol="0">
            <a:spAutoFit/>
          </a:bodyPr>
          <a:lstStyle/>
          <a:p>
            <a:r>
              <a:rPr lang="en-US" sz="2000" b="1" dirty="0">
                <a:effectLst/>
                <a:latin typeface="Arial" panose="020B0604020202020204" pitchFamily="34" charset="0"/>
                <a:ea typeface="Calibri" panose="020F0502020204030204" pitchFamily="34" charset="0"/>
                <a:cs typeface="Times New Roman" panose="02020603050405020304" pitchFamily="18" charset="0"/>
              </a:rPr>
              <a:t>From John 6:				</a:t>
            </a:r>
            <a:r>
              <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Quotation Marks </a:t>
            </a:r>
          </a:p>
          <a:p>
            <a:endParaRPr lang="en-US" dirty="0"/>
          </a:p>
        </p:txBody>
      </p:sp>
    </p:spTree>
    <p:extLst>
      <p:ext uri="{BB962C8B-B14F-4D97-AF65-F5344CB8AC3E}">
        <p14:creationId xmlns:p14="http://schemas.microsoft.com/office/powerpoint/2010/main" val="312249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7B8B0134-0BA8-F0A4-E013-C88DC5AA114A}"/>
              </a:ext>
            </a:extLst>
          </p:cNvPr>
          <p:cNvSpPr txBox="1"/>
          <p:nvPr/>
        </p:nvSpPr>
        <p:spPr>
          <a:xfrm>
            <a:off x="165246" y="485515"/>
            <a:ext cx="8813508" cy="5887830"/>
          </a:xfrm>
          <a:prstGeom prst="rect">
            <a:avLst/>
          </a:prstGeom>
          <a:noFill/>
        </p:spPr>
        <p:txBody>
          <a:bodyPr wrap="square" rtlCol="0">
            <a:spAutoFit/>
          </a:bodyPr>
          <a:lstStyle/>
          <a:p>
            <a:pPr marL="0" marR="0">
              <a:lnSpc>
                <a:spcPct val="107000"/>
              </a:lnSpc>
              <a:spcBef>
                <a:spcPts val="0"/>
              </a:spcBef>
              <a:spcAft>
                <a:spcPts val="800"/>
              </a:spcAft>
            </a:pPr>
            <a:r>
              <a:rPr lang="en-US" sz="2000" b="1" dirty="0">
                <a:effectLst/>
                <a:latin typeface="Arial" panose="020B0604020202020204" pitchFamily="34" charset="0"/>
                <a:ea typeface="Calibri" panose="020F0502020204030204" pitchFamily="34" charset="0"/>
                <a:cs typeface="Times New Roman" panose="02020603050405020304" pitchFamily="18" charset="0"/>
              </a:rPr>
              <a:t>From Galatians 5:			</a:t>
            </a:r>
            <a:r>
              <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Quotation Marks </a:t>
            </a:r>
          </a:p>
          <a:p>
            <a:pPr marL="0" marR="0">
              <a:lnSpc>
                <a:spcPct val="107000"/>
              </a:lnSpc>
              <a:spcBef>
                <a:spcPts val="0"/>
              </a:spcBef>
              <a:spcAft>
                <a:spcPts val="800"/>
              </a:spcAft>
            </a:pPr>
            <a:endParaRPr lang="en-US" sz="2000" dirty="0">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latin typeface="Arial" panose="020B0604020202020204" pitchFamily="34" charset="0"/>
                <a:ea typeface="Calibri" panose="020F0502020204030204" pitchFamily="34" charset="0"/>
                <a:cs typeface="Times New Roman" panose="02020603050405020304" pitchFamily="18" charset="0"/>
              </a:rPr>
              <a:t>22But the fruit OF the spirit is love joy) peace, patience, Kindness,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goodnesss</a:t>
            </a:r>
            <a:r>
              <a:rPr lang="en-US" sz="2400" dirty="0">
                <a:effectLst/>
                <a:latin typeface="Arial" panose="020B0604020202020204" pitchFamily="34" charset="0"/>
                <a:ea typeface="Calibri" panose="020F0502020204030204" pitchFamily="34" charset="0"/>
                <a:cs typeface="Times New Roman" panose="02020603050405020304" pitchFamily="18" charset="0"/>
              </a:rPr>
              <a:t>, Faith, gentleness,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adn</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selfcontrol</a:t>
            </a:r>
            <a:r>
              <a:rPr lang="en-US" sz="2400" dirty="0">
                <a:effectLst/>
                <a:latin typeface="Arial" panose="020B0604020202020204" pitchFamily="34" charset="0"/>
                <a:ea typeface="Calibri" panose="020F0502020204030204" pitchFamily="34" charset="0"/>
                <a:cs typeface="Times New Roman" panose="02020603050405020304" pitchFamily="18" charset="0"/>
              </a:rPr>
              <a:t> against such things there is no law  . 24 those who belong to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christ</a:t>
            </a:r>
            <a:r>
              <a:rPr lang="en-US" sz="2400" dirty="0">
                <a:effectLst/>
                <a:latin typeface="Arial" panose="020B0604020202020204" pitchFamily="34" charset="0"/>
                <a:ea typeface="Calibri" panose="020F0502020204030204" pitchFamily="34" charset="0"/>
                <a:cs typeface="Times New Roman" panose="02020603050405020304" pitchFamily="18" charset="0"/>
              </a:rPr>
              <a:t> Jesus have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cRucified</a:t>
            </a:r>
            <a:r>
              <a:rPr lang="en-US" sz="2400" dirty="0">
                <a:effectLst/>
                <a:latin typeface="Arial" panose="020B0604020202020204" pitchFamily="34" charset="0"/>
                <a:ea typeface="Calibri" panose="020F0502020204030204" pitchFamily="34" charset="0"/>
                <a:cs typeface="Times New Roman" panose="02020603050405020304" pitchFamily="18" charset="0"/>
              </a:rPr>
              <a:t> the flesh with its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passionsa</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nd</a:t>
            </a:r>
            <a:r>
              <a:rPr lang="en-US" sz="2400" dirty="0">
                <a:effectLst/>
                <a:latin typeface="Arial" panose="020B0604020202020204" pitchFamily="34" charset="0"/>
                <a:ea typeface="Calibri" panose="020F0502020204030204" pitchFamily="34" charset="0"/>
                <a:cs typeface="Times New Roman" panose="02020603050405020304" pitchFamily="18" charset="0"/>
              </a:rPr>
              <a:t> desires</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a:t>
            </a:r>
            <a:r>
              <a:rPr lang="en-US" sz="2400" dirty="0">
                <a:effectLst/>
                <a:latin typeface="Arial" panose="020B0604020202020204" pitchFamily="34" charset="0"/>
                <a:ea typeface="Calibri" panose="020F0502020204030204" pitchFamily="34" charset="0"/>
                <a:cs typeface="Times New Roman" panose="02020603050405020304" pitchFamily="18" charset="0"/>
              </a:rPr>
              <a:t>     If we live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teh</a:t>
            </a:r>
            <a:r>
              <a:rPr lang="en-US" sz="2400" dirty="0">
                <a:effectLst/>
                <a:latin typeface="Arial" panose="020B0604020202020204" pitchFamily="34" charset="0"/>
                <a:ea typeface="Calibri" panose="020F0502020204030204" pitchFamily="34" charset="0"/>
                <a:cs typeface="Times New Roman" panose="02020603050405020304" pitchFamily="18" charset="0"/>
              </a:rPr>
              <a:t> Spirit, let us also walk</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a:t>
            </a:r>
            <a:r>
              <a:rPr lang="en-US" sz="2400" dirty="0">
                <a:effectLst/>
                <a:latin typeface="Arial" panose="020B0604020202020204" pitchFamily="34" charset="0"/>
                <a:ea typeface="Calibri" panose="020F0502020204030204" pitchFamily="34" charset="0"/>
                <a:cs typeface="Times New Roman" panose="02020603050405020304" pitchFamily="18" charset="0"/>
              </a:rPr>
              <a:t>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thespirit</a:t>
            </a:r>
            <a:r>
              <a:rPr lang="en-US" sz="2400" dirty="0">
                <a:effectLst/>
                <a:latin typeface="Arial" panose="020B060402020202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22 </a:t>
            </a:r>
            <a:r>
              <a:rPr lang="en-US" sz="2400" dirty="0">
                <a:effectLst/>
                <a:latin typeface="Arial" panose="020B0604020202020204" pitchFamily="34" charset="0"/>
                <a:ea typeface="Calibri" panose="020F0502020204030204" pitchFamily="34" charset="0"/>
                <a:cs typeface="Times New Roman" panose="02020603050405020304" pitchFamily="18" charset="0"/>
              </a:rPr>
              <a:t>But the fruit of the Spirit is love, joy, peace, patience, kindness, goodness, faith,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23 </a:t>
            </a:r>
            <a:r>
              <a:rPr lang="en-US" sz="2400" dirty="0">
                <a:effectLst/>
                <a:latin typeface="Arial" panose="020B0604020202020204" pitchFamily="34" charset="0"/>
                <a:ea typeface="Calibri" panose="020F0502020204030204" pitchFamily="34" charset="0"/>
                <a:cs typeface="Times New Roman" panose="02020603050405020304" pitchFamily="18" charset="0"/>
              </a:rPr>
              <a:t>gentleness, and self-control; against such things there is no law.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24 </a:t>
            </a:r>
            <a:r>
              <a:rPr lang="en-US" sz="2400" dirty="0">
                <a:effectLst/>
                <a:latin typeface="Arial" panose="020B0604020202020204" pitchFamily="34" charset="0"/>
                <a:ea typeface="Calibri" panose="020F0502020204030204" pitchFamily="34" charset="0"/>
                <a:cs typeface="Times New Roman" panose="02020603050405020304" pitchFamily="18" charset="0"/>
              </a:rPr>
              <a:t>Those who belong to Christ Jesus have crucified the flesh with its passions and desires.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 </a:t>
            </a:r>
            <a:r>
              <a:rPr lang="en-US" sz="2400" dirty="0">
                <a:effectLst/>
                <a:latin typeface="Arial" panose="020B0604020202020204" pitchFamily="34" charset="0"/>
                <a:ea typeface="Calibri" panose="020F0502020204030204" pitchFamily="34" charset="0"/>
                <a:cs typeface="Times New Roman" panose="02020603050405020304" pitchFamily="18" charset="0"/>
              </a:rPr>
              <a:t>If we live by the Spirit, let us also walk by the Spirit.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178432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3B2026-3CC9-C287-2DA4-9A3121F74874}"/>
              </a:ext>
            </a:extLst>
          </p:cNvPr>
          <p:cNvSpPr>
            <a:spLocks noGrp="1"/>
          </p:cNvSpPr>
          <p:nvPr>
            <p:ph idx="1"/>
          </p:nvPr>
        </p:nvSpPr>
        <p:spPr>
          <a:xfrm>
            <a:off x="189263" y="1318163"/>
            <a:ext cx="8081530" cy="4465123"/>
          </a:xfrm>
        </p:spPr>
        <p:txBody>
          <a:bodyPr/>
          <a:lstStyle/>
          <a:p>
            <a:pPr marL="0" indent="0">
              <a:lnSpc>
                <a:spcPct val="107000"/>
              </a:lnSpc>
              <a:buNone/>
            </a:pPr>
            <a:r>
              <a:rPr lang="en-US" b="0" i="0" u="none" strike="noStrike" baseline="30000" dirty="0">
                <a:solidFill>
                  <a:schemeClr val="tx1"/>
                </a:solidFill>
                <a:effectLst/>
                <a:latin typeface="+mn-lt"/>
              </a:rPr>
              <a:t>1</a:t>
            </a:r>
            <a:r>
              <a:rPr lang="en-US" b="0" i="0" u="none" strike="noStrike" dirty="0">
                <a:solidFill>
                  <a:schemeClr val="tx1"/>
                </a:solidFill>
                <a:effectLst/>
                <a:latin typeface="+mn-lt"/>
              </a:rPr>
              <a:t> After these things, Jesus went away to the other side of the Sea of Galilee, also called the Sea of Tiberias. </a:t>
            </a:r>
            <a:r>
              <a:rPr lang="en-US" b="0" i="0" u="none" strike="noStrike" baseline="30000" dirty="0">
                <a:solidFill>
                  <a:schemeClr val="tx1"/>
                </a:solidFill>
                <a:effectLst/>
                <a:latin typeface="+mn-lt"/>
              </a:rPr>
              <a:t>2</a:t>
            </a:r>
            <a:r>
              <a:rPr lang="en-US" b="0" i="0" u="none" strike="noStrike" dirty="0">
                <a:solidFill>
                  <a:schemeClr val="tx1"/>
                </a:solidFill>
                <a:effectLst/>
                <a:latin typeface="+mn-lt"/>
              </a:rPr>
              <a:t> A great crowd was following him because they saw the signs that he was doing on those who were sick. </a:t>
            </a:r>
            <a:r>
              <a:rPr lang="en-US" b="0" i="0" u="none" strike="noStrike" baseline="30000" dirty="0">
                <a:solidFill>
                  <a:schemeClr val="tx1"/>
                </a:solidFill>
                <a:effectLst/>
                <a:latin typeface="+mn-lt"/>
              </a:rPr>
              <a:t>3</a:t>
            </a:r>
            <a:r>
              <a:rPr lang="en-US" b="0" i="0" u="none" strike="noStrike" dirty="0">
                <a:solidFill>
                  <a:schemeClr val="tx1"/>
                </a:solidFill>
                <a:effectLst/>
                <a:latin typeface="+mn-lt"/>
              </a:rPr>
              <a:t> Jesus went up the mountain and there he sat down with his disciples. </a:t>
            </a:r>
            <a:r>
              <a:rPr lang="en-US" b="0" i="0" u="none" strike="noStrike" baseline="30000" dirty="0">
                <a:solidFill>
                  <a:schemeClr val="tx1"/>
                </a:solidFill>
                <a:effectLst/>
                <a:latin typeface="+mn-lt"/>
              </a:rPr>
              <a:t>4</a:t>
            </a:r>
            <a:r>
              <a:rPr lang="en-US" b="0" i="0" u="none" strike="noStrike" dirty="0">
                <a:solidFill>
                  <a:schemeClr val="tx1"/>
                </a:solidFill>
                <a:effectLst/>
                <a:latin typeface="+mn-lt"/>
              </a:rPr>
              <a:t> </a:t>
            </a:r>
            <a:r>
              <a:rPr lang="en-US" b="0" i="0" u="none" strike="noStrike" dirty="0">
                <a:solidFill>
                  <a:schemeClr val="tx1"/>
                </a:solidFill>
                <a:effectLst/>
                <a:highlight>
                  <a:srgbClr val="FFFF00"/>
                </a:highlight>
                <a:latin typeface="+mn-lt"/>
              </a:rPr>
              <a:t>(</a:t>
            </a:r>
            <a:r>
              <a:rPr lang="en-US" b="0" i="0" u="none" strike="noStrike" dirty="0">
                <a:solidFill>
                  <a:schemeClr val="tx1"/>
                </a:solidFill>
                <a:effectLst/>
                <a:latin typeface="+mn-lt"/>
              </a:rPr>
              <a:t>Now the Passover, the Jewish festival, was near.</a:t>
            </a:r>
            <a:r>
              <a:rPr lang="en-US" b="0" i="0" u="none" strike="noStrike" dirty="0">
                <a:solidFill>
                  <a:schemeClr val="tx1"/>
                </a:solidFill>
                <a:effectLst/>
                <a:highlight>
                  <a:srgbClr val="FFFF00"/>
                </a:highlight>
                <a:latin typeface="+mn-lt"/>
              </a:rPr>
              <a:t>)</a:t>
            </a:r>
            <a:r>
              <a:rPr lang="en-US" b="0" i="0" u="none" strike="noStrike" dirty="0">
                <a:solidFill>
                  <a:schemeClr val="tx1"/>
                </a:solidFill>
                <a:effectLst/>
                <a:latin typeface="+mn-lt"/>
              </a:rPr>
              <a:t> </a:t>
            </a:r>
            <a:r>
              <a:rPr lang="en-US" b="0" i="0" u="none" strike="noStrike" baseline="30000" dirty="0">
                <a:solidFill>
                  <a:schemeClr val="tx1"/>
                </a:solidFill>
                <a:effectLst/>
                <a:latin typeface="+mn-lt"/>
              </a:rPr>
              <a:t>5</a:t>
            </a:r>
            <a:r>
              <a:rPr lang="en-US" b="0" i="0" u="none" strike="noStrike" dirty="0">
                <a:solidFill>
                  <a:schemeClr val="tx1"/>
                </a:solidFill>
                <a:effectLst/>
                <a:latin typeface="+mn-lt"/>
              </a:rPr>
              <a:t> When Jesus looked up and saw a great crowd coming to him, he said to Philip, "Where are we going to buy bread so that these may eat?" </a:t>
            </a:r>
            <a:r>
              <a:rPr lang="en-US" b="0" i="0" u="none" strike="noStrike" baseline="30000" dirty="0">
                <a:solidFill>
                  <a:schemeClr val="tx1"/>
                </a:solidFill>
                <a:effectLst/>
                <a:latin typeface="+mn-lt"/>
              </a:rPr>
              <a:t>6</a:t>
            </a:r>
            <a:r>
              <a:rPr lang="en-US" b="0" i="0" u="none" strike="noStrike" dirty="0">
                <a:solidFill>
                  <a:schemeClr val="tx1"/>
                </a:solidFill>
                <a:effectLst/>
                <a:latin typeface="+mn-lt"/>
              </a:rPr>
              <a:t> </a:t>
            </a:r>
            <a:r>
              <a:rPr lang="en-US" b="0" i="0" u="none" strike="noStrike" dirty="0">
                <a:solidFill>
                  <a:schemeClr val="tx1"/>
                </a:solidFill>
                <a:effectLst/>
                <a:highlight>
                  <a:srgbClr val="FFFF00"/>
                </a:highlight>
                <a:latin typeface="+mn-lt"/>
              </a:rPr>
              <a:t>(</a:t>
            </a:r>
            <a:r>
              <a:rPr lang="en-US" b="0" i="0" u="none" strike="noStrike" dirty="0">
                <a:solidFill>
                  <a:schemeClr val="tx1"/>
                </a:solidFill>
                <a:effectLst/>
                <a:latin typeface="+mn-lt"/>
              </a:rPr>
              <a:t>But Jesus said this to test Philip, for he himself knew what he was going to do.</a:t>
            </a:r>
            <a:r>
              <a:rPr lang="en-US" b="0" i="0" u="none" strike="noStrike" dirty="0">
                <a:solidFill>
                  <a:schemeClr val="tx1"/>
                </a:solidFill>
                <a:effectLst/>
                <a:highlight>
                  <a:srgbClr val="FFFF00"/>
                </a:highlight>
                <a:latin typeface="+mn-lt"/>
              </a:rPr>
              <a:t>)</a:t>
            </a:r>
            <a:r>
              <a:rPr lang="en-US" b="0" i="0" u="none" strike="noStrike" dirty="0">
                <a:solidFill>
                  <a:schemeClr val="tx1"/>
                </a:solidFill>
                <a:effectLst/>
                <a:latin typeface="+mn-lt"/>
              </a:rPr>
              <a:t> </a:t>
            </a:r>
          </a:p>
          <a:p>
            <a:pPr marL="0" indent="0">
              <a:buNone/>
            </a:pPr>
            <a:endParaRPr lang="en-US" dirty="0"/>
          </a:p>
        </p:txBody>
      </p:sp>
      <p:sp>
        <p:nvSpPr>
          <p:cNvPr id="4" name="TextBox 3">
            <a:extLst>
              <a:ext uri="{FF2B5EF4-FFF2-40B4-BE49-F238E27FC236}">
                <a16:creationId xmlns:a16="http://schemas.microsoft.com/office/drawing/2014/main" id="{03287591-F7B9-DA26-35EB-14C073A83674}"/>
              </a:ext>
            </a:extLst>
          </p:cNvPr>
          <p:cNvSpPr txBox="1"/>
          <p:nvPr/>
        </p:nvSpPr>
        <p:spPr>
          <a:xfrm>
            <a:off x="189263" y="463144"/>
            <a:ext cx="6935932" cy="677108"/>
          </a:xfrm>
          <a:prstGeom prst="rect">
            <a:avLst/>
          </a:prstGeom>
          <a:noFill/>
        </p:spPr>
        <p:txBody>
          <a:bodyPr wrap="square" rtlCol="0">
            <a:spAutoFit/>
          </a:bodyPr>
          <a:lstStyle/>
          <a:p>
            <a:r>
              <a:rPr lang="en-US" sz="2000" b="1" dirty="0">
                <a:effectLst/>
                <a:latin typeface="Arial" panose="020B0604020202020204" pitchFamily="34" charset="0"/>
                <a:ea typeface="Calibri" panose="020F0502020204030204" pitchFamily="34" charset="0"/>
                <a:cs typeface="Times New Roman" panose="02020603050405020304" pitchFamily="18" charset="0"/>
              </a:rPr>
              <a:t>From John 6:				</a:t>
            </a:r>
            <a:r>
              <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Parentheses </a:t>
            </a:r>
          </a:p>
          <a:p>
            <a:endParaRPr lang="en-US" dirty="0"/>
          </a:p>
        </p:txBody>
      </p:sp>
    </p:spTree>
    <p:extLst>
      <p:ext uri="{BB962C8B-B14F-4D97-AF65-F5344CB8AC3E}">
        <p14:creationId xmlns:p14="http://schemas.microsoft.com/office/powerpoint/2010/main" val="907818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7B8B0134-0BA8-F0A4-E013-C88DC5AA114A}"/>
              </a:ext>
            </a:extLst>
          </p:cNvPr>
          <p:cNvSpPr txBox="1"/>
          <p:nvPr/>
        </p:nvSpPr>
        <p:spPr>
          <a:xfrm>
            <a:off x="165246" y="485515"/>
            <a:ext cx="8813508" cy="5887830"/>
          </a:xfrm>
          <a:prstGeom prst="rect">
            <a:avLst/>
          </a:prstGeom>
          <a:noFill/>
        </p:spPr>
        <p:txBody>
          <a:bodyPr wrap="square" rtlCol="0">
            <a:spAutoFit/>
          </a:bodyPr>
          <a:lstStyle/>
          <a:p>
            <a:pPr marL="0" marR="0">
              <a:lnSpc>
                <a:spcPct val="107000"/>
              </a:lnSpc>
              <a:spcBef>
                <a:spcPts val="0"/>
              </a:spcBef>
              <a:spcAft>
                <a:spcPts val="800"/>
              </a:spcAft>
            </a:pPr>
            <a:r>
              <a:rPr lang="en-US" sz="2000" b="1" dirty="0">
                <a:effectLst/>
                <a:latin typeface="Arial" panose="020B0604020202020204" pitchFamily="34" charset="0"/>
                <a:ea typeface="Calibri" panose="020F0502020204030204" pitchFamily="34" charset="0"/>
                <a:cs typeface="Times New Roman" panose="02020603050405020304" pitchFamily="18" charset="0"/>
              </a:rPr>
              <a:t>From Galatians 5:				</a:t>
            </a:r>
            <a:r>
              <a:rPr lang="en-US" sz="2000" b="1" dirty="0">
                <a:highlight>
                  <a:srgbClr val="FFFF00"/>
                </a:highlight>
                <a:latin typeface="Arial" panose="020B0604020202020204" pitchFamily="34" charset="0"/>
                <a:ea typeface="Calibri" panose="020F0502020204030204" pitchFamily="34" charset="0"/>
                <a:cs typeface="Times New Roman" panose="02020603050405020304" pitchFamily="18" charset="0"/>
              </a:rPr>
              <a:t>Parentheses</a:t>
            </a:r>
            <a:endPar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2000" dirty="0">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latin typeface="Arial" panose="020B0604020202020204" pitchFamily="34" charset="0"/>
                <a:ea typeface="Calibri" panose="020F0502020204030204" pitchFamily="34" charset="0"/>
                <a:cs typeface="Times New Roman" panose="02020603050405020304" pitchFamily="18" charset="0"/>
              </a:rPr>
              <a:t>22But the fruit OF the spirit is love joy</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a:t>
            </a:r>
            <a:r>
              <a:rPr lang="en-US" sz="2400" dirty="0">
                <a:effectLst/>
                <a:latin typeface="Arial" panose="020B0604020202020204" pitchFamily="34" charset="0"/>
                <a:ea typeface="Calibri" panose="020F0502020204030204" pitchFamily="34" charset="0"/>
                <a:cs typeface="Times New Roman" panose="02020603050405020304" pitchFamily="18" charset="0"/>
              </a:rPr>
              <a:t> peace, patience, Kindness,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goodnesss</a:t>
            </a:r>
            <a:r>
              <a:rPr lang="en-US" sz="2400" dirty="0">
                <a:effectLst/>
                <a:latin typeface="Arial" panose="020B0604020202020204" pitchFamily="34" charset="0"/>
                <a:ea typeface="Calibri" panose="020F0502020204030204" pitchFamily="34" charset="0"/>
                <a:cs typeface="Times New Roman" panose="02020603050405020304" pitchFamily="18" charset="0"/>
              </a:rPr>
              <a:t>, Faith, gentleness,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adn</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selfcontrol</a:t>
            </a:r>
            <a:r>
              <a:rPr lang="en-US" sz="2400" dirty="0">
                <a:effectLst/>
                <a:latin typeface="Arial" panose="020B0604020202020204" pitchFamily="34" charset="0"/>
                <a:ea typeface="Calibri" panose="020F0502020204030204" pitchFamily="34" charset="0"/>
                <a:cs typeface="Times New Roman" panose="02020603050405020304" pitchFamily="18" charset="0"/>
              </a:rPr>
              <a:t> against such things there is no law  . 24 those who belong to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christ</a:t>
            </a:r>
            <a:r>
              <a:rPr lang="en-US" sz="2400" dirty="0">
                <a:effectLst/>
                <a:latin typeface="Arial" panose="020B0604020202020204" pitchFamily="34" charset="0"/>
                <a:ea typeface="Calibri" panose="020F0502020204030204" pitchFamily="34" charset="0"/>
                <a:cs typeface="Times New Roman" panose="02020603050405020304" pitchFamily="18" charset="0"/>
              </a:rPr>
              <a:t> Jesus have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cRucified</a:t>
            </a:r>
            <a:r>
              <a:rPr lang="en-US" sz="2400" dirty="0">
                <a:effectLst/>
                <a:latin typeface="Arial" panose="020B0604020202020204" pitchFamily="34" charset="0"/>
                <a:ea typeface="Calibri" panose="020F0502020204030204" pitchFamily="34" charset="0"/>
                <a:cs typeface="Times New Roman" panose="02020603050405020304" pitchFamily="18" charset="0"/>
              </a:rPr>
              <a:t> the flesh with its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passionsa</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nd</a:t>
            </a:r>
            <a:r>
              <a:rPr lang="en-US" sz="2400" dirty="0">
                <a:effectLst/>
                <a:latin typeface="Arial" panose="020B0604020202020204" pitchFamily="34" charset="0"/>
                <a:ea typeface="Calibri" panose="020F0502020204030204" pitchFamily="34" charset="0"/>
                <a:cs typeface="Times New Roman" panose="02020603050405020304" pitchFamily="18" charset="0"/>
              </a:rPr>
              <a:t> desires</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a:t>
            </a:r>
            <a:r>
              <a:rPr lang="en-US" sz="2400" dirty="0">
                <a:effectLst/>
                <a:latin typeface="Arial" panose="020B0604020202020204" pitchFamily="34" charset="0"/>
                <a:ea typeface="Calibri" panose="020F0502020204030204" pitchFamily="34" charset="0"/>
                <a:cs typeface="Times New Roman" panose="02020603050405020304" pitchFamily="18" charset="0"/>
              </a:rPr>
              <a:t>     If we live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teh</a:t>
            </a:r>
            <a:r>
              <a:rPr lang="en-US" sz="2400" dirty="0">
                <a:effectLst/>
                <a:latin typeface="Arial" panose="020B0604020202020204" pitchFamily="34" charset="0"/>
                <a:ea typeface="Calibri" panose="020F0502020204030204" pitchFamily="34" charset="0"/>
                <a:cs typeface="Times New Roman" panose="02020603050405020304" pitchFamily="18" charset="0"/>
              </a:rPr>
              <a:t> Spirit, let us also walk”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thespirit</a:t>
            </a:r>
            <a:r>
              <a:rPr lang="en-US" sz="2400" dirty="0">
                <a:effectLst/>
                <a:latin typeface="Arial" panose="020B060402020202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22 </a:t>
            </a:r>
            <a:r>
              <a:rPr lang="en-US" sz="2400" dirty="0">
                <a:effectLst/>
                <a:latin typeface="Arial" panose="020B0604020202020204" pitchFamily="34" charset="0"/>
                <a:ea typeface="Calibri" panose="020F0502020204030204" pitchFamily="34" charset="0"/>
                <a:cs typeface="Times New Roman" panose="02020603050405020304" pitchFamily="18" charset="0"/>
              </a:rPr>
              <a:t>But the fruit of the Spirit is love, joy, peace, patience, kindness, goodness, faith,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23 </a:t>
            </a:r>
            <a:r>
              <a:rPr lang="en-US" sz="2400" dirty="0">
                <a:effectLst/>
                <a:latin typeface="Arial" panose="020B0604020202020204" pitchFamily="34" charset="0"/>
                <a:ea typeface="Calibri" panose="020F0502020204030204" pitchFamily="34" charset="0"/>
                <a:cs typeface="Times New Roman" panose="02020603050405020304" pitchFamily="18" charset="0"/>
              </a:rPr>
              <a:t>gentleness, and self-control; against such things there is no law.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24 </a:t>
            </a:r>
            <a:r>
              <a:rPr lang="en-US" sz="2400" dirty="0">
                <a:effectLst/>
                <a:latin typeface="Arial" panose="020B0604020202020204" pitchFamily="34" charset="0"/>
                <a:ea typeface="Calibri" panose="020F0502020204030204" pitchFamily="34" charset="0"/>
                <a:cs typeface="Times New Roman" panose="02020603050405020304" pitchFamily="18" charset="0"/>
              </a:rPr>
              <a:t>Those who belong to Christ Jesus have crucified the flesh with its passions and desires.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 </a:t>
            </a:r>
            <a:r>
              <a:rPr lang="en-US" sz="2400" dirty="0">
                <a:effectLst/>
                <a:latin typeface="Arial" panose="020B0604020202020204" pitchFamily="34" charset="0"/>
                <a:ea typeface="Calibri" panose="020F0502020204030204" pitchFamily="34" charset="0"/>
                <a:cs typeface="Times New Roman" panose="02020603050405020304" pitchFamily="18" charset="0"/>
              </a:rPr>
              <a:t>If we live by the Spirit, let us also walk by the Spirit.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860938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67C3BB06-DC96-4810-9052-78C360033DE2}"/>
              </a:ext>
            </a:extLst>
          </p:cNvPr>
          <p:cNvGrpSpPr/>
          <p:nvPr/>
        </p:nvGrpSpPr>
        <p:grpSpPr>
          <a:xfrm>
            <a:off x="-127730" y="0"/>
            <a:ext cx="9399460" cy="230430"/>
            <a:chOff x="-172745" y="0"/>
            <a:chExt cx="9399460" cy="230430"/>
          </a:xfrm>
        </p:grpSpPr>
        <p:sp>
          <p:nvSpPr>
            <p:cNvPr id="15" name="Parallelogram 14">
              <a:extLst>
                <a:ext uri="{FF2B5EF4-FFF2-40B4-BE49-F238E27FC236}">
                  <a16:creationId xmlns:a16="http://schemas.microsoft.com/office/drawing/2014/main" id="{BDDEFAAC-BD0D-4CE4-A84C-E2C0D5721853}"/>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Parallelogram 15">
              <a:extLst>
                <a:ext uri="{FF2B5EF4-FFF2-40B4-BE49-F238E27FC236}">
                  <a16:creationId xmlns:a16="http://schemas.microsoft.com/office/drawing/2014/main" id="{E718F57D-568A-4411-872B-CCC9EC910064}"/>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Parallelogram 16">
              <a:extLst>
                <a:ext uri="{FF2B5EF4-FFF2-40B4-BE49-F238E27FC236}">
                  <a16:creationId xmlns:a16="http://schemas.microsoft.com/office/drawing/2014/main" id="{A5CE28D8-9450-411C-889B-C94762FAB4B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7B8B0134-0BA8-F0A4-E013-C88DC5AA114A}"/>
              </a:ext>
            </a:extLst>
          </p:cNvPr>
          <p:cNvSpPr txBox="1"/>
          <p:nvPr/>
        </p:nvSpPr>
        <p:spPr>
          <a:xfrm>
            <a:off x="165246" y="485515"/>
            <a:ext cx="8813508" cy="5887830"/>
          </a:xfrm>
          <a:prstGeom prst="rect">
            <a:avLst/>
          </a:prstGeom>
          <a:noFill/>
        </p:spPr>
        <p:txBody>
          <a:bodyPr wrap="square" rtlCol="0">
            <a:spAutoFit/>
          </a:bodyPr>
          <a:lstStyle/>
          <a:p>
            <a:pPr marL="0" marR="0">
              <a:lnSpc>
                <a:spcPct val="107000"/>
              </a:lnSpc>
              <a:spcBef>
                <a:spcPts val="0"/>
              </a:spcBef>
              <a:spcAft>
                <a:spcPts val="800"/>
              </a:spcAft>
            </a:pPr>
            <a:r>
              <a:rPr lang="en-US" sz="2000" b="1" dirty="0">
                <a:effectLst/>
                <a:latin typeface="Arial" panose="020B0604020202020204" pitchFamily="34" charset="0"/>
                <a:ea typeface="Calibri" panose="020F0502020204030204" pitchFamily="34" charset="0"/>
                <a:cs typeface="Times New Roman" panose="02020603050405020304" pitchFamily="18" charset="0"/>
              </a:rPr>
              <a:t>From Galatians 5:		</a:t>
            </a:r>
            <a:r>
              <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Capitalization </a:t>
            </a:r>
            <a:r>
              <a:rPr lang="en-US" sz="2000" b="1" dirty="0">
                <a:highlight>
                  <a:srgbClr val="FFFF00"/>
                </a:highlight>
                <a:latin typeface="Arial" panose="020B0604020202020204" pitchFamily="34" charset="0"/>
                <a:ea typeface="Calibri" panose="020F0502020204030204" pitchFamily="34" charset="0"/>
                <a:cs typeface="Times New Roman" panose="02020603050405020304" pitchFamily="18" charset="0"/>
              </a:rPr>
              <a:t>(</a:t>
            </a:r>
            <a:r>
              <a:rPr lang="en-US" sz="2000" b="1"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Names and Places in English)</a:t>
            </a:r>
          </a:p>
          <a:p>
            <a:pPr marL="0" marR="0">
              <a:lnSpc>
                <a:spcPct val="107000"/>
              </a:lnSpc>
              <a:spcBef>
                <a:spcPts val="0"/>
              </a:spcBef>
              <a:spcAft>
                <a:spcPts val="800"/>
              </a:spcAft>
            </a:pPr>
            <a:endParaRPr lang="en-US" sz="2000" dirty="0">
              <a:latin typeface="Arial" panose="020B060402020202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dirty="0">
                <a:effectLst/>
                <a:latin typeface="Arial" panose="020B0604020202020204" pitchFamily="34" charset="0"/>
                <a:ea typeface="Calibri" panose="020F0502020204030204" pitchFamily="34" charset="0"/>
                <a:cs typeface="Times New Roman" panose="02020603050405020304" pitchFamily="18" charset="0"/>
              </a:rPr>
              <a:t>22But the fruit OF the </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s</a:t>
            </a:r>
            <a:r>
              <a:rPr lang="en-US" sz="2400" dirty="0">
                <a:effectLst/>
                <a:latin typeface="Arial" panose="020B0604020202020204" pitchFamily="34" charset="0"/>
                <a:ea typeface="Calibri" panose="020F0502020204030204" pitchFamily="34" charset="0"/>
                <a:cs typeface="Times New Roman" panose="02020603050405020304" pitchFamily="18" charset="0"/>
              </a:rPr>
              <a:t>pirit is love joy) peace, patience, Kindness,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goodnesss</a:t>
            </a:r>
            <a:r>
              <a:rPr lang="en-US" sz="2400" dirty="0">
                <a:effectLst/>
                <a:latin typeface="Arial" panose="020B0604020202020204" pitchFamily="34" charset="0"/>
                <a:ea typeface="Calibri" panose="020F0502020204030204" pitchFamily="34" charset="0"/>
                <a:cs typeface="Times New Roman" panose="02020603050405020304" pitchFamily="18" charset="0"/>
              </a:rPr>
              <a:t>, Faith, gentleness,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adn</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selfcontrol</a:t>
            </a:r>
            <a:r>
              <a:rPr lang="en-US" sz="2400" dirty="0">
                <a:effectLst/>
                <a:latin typeface="Arial" panose="020B0604020202020204" pitchFamily="34" charset="0"/>
                <a:ea typeface="Calibri" panose="020F0502020204030204" pitchFamily="34" charset="0"/>
                <a:cs typeface="Times New Roman" panose="02020603050405020304" pitchFamily="18" charset="0"/>
              </a:rPr>
              <a:t> against such things there is no law  . 24 those who belong to </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c</a:t>
            </a:r>
            <a:r>
              <a:rPr lang="en-US" sz="2400" dirty="0" err="1">
                <a:effectLst/>
                <a:latin typeface="Arial" panose="020B0604020202020204" pitchFamily="34" charset="0"/>
                <a:ea typeface="Calibri" panose="020F0502020204030204" pitchFamily="34" charset="0"/>
                <a:cs typeface="Times New Roman" panose="02020603050405020304" pitchFamily="18" charset="0"/>
              </a:rPr>
              <a:t>hrist</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J</a:t>
            </a:r>
            <a:r>
              <a:rPr lang="en-US" sz="2400" dirty="0">
                <a:effectLst/>
                <a:latin typeface="Arial" panose="020B0604020202020204" pitchFamily="34" charset="0"/>
                <a:ea typeface="Calibri" panose="020F0502020204030204" pitchFamily="34" charset="0"/>
                <a:cs typeface="Times New Roman" panose="02020603050405020304" pitchFamily="18" charset="0"/>
              </a:rPr>
              <a:t>esus have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cRucified</a:t>
            </a:r>
            <a:r>
              <a:rPr lang="en-US" sz="2400" dirty="0">
                <a:effectLst/>
                <a:latin typeface="Arial" panose="020B0604020202020204" pitchFamily="34" charset="0"/>
                <a:ea typeface="Calibri" panose="020F0502020204030204" pitchFamily="34" charset="0"/>
                <a:cs typeface="Times New Roman" panose="02020603050405020304" pitchFamily="18" charset="0"/>
              </a:rPr>
              <a:t> the flesh with its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passionsa</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nd</a:t>
            </a:r>
            <a:r>
              <a:rPr lang="en-US" sz="2400" dirty="0">
                <a:effectLst/>
                <a:latin typeface="Arial" panose="020B0604020202020204" pitchFamily="34" charset="0"/>
                <a:ea typeface="Calibri" panose="020F0502020204030204" pitchFamily="34" charset="0"/>
                <a:cs typeface="Times New Roman" panose="02020603050405020304" pitchFamily="18" charset="0"/>
              </a:rPr>
              <a:t> desires</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a:t>
            </a:r>
            <a:r>
              <a:rPr lang="en-US" sz="2400" dirty="0">
                <a:effectLst/>
                <a:latin typeface="Arial" panose="020B0604020202020204" pitchFamily="34" charset="0"/>
                <a:ea typeface="Calibri" panose="020F0502020204030204" pitchFamily="34" charset="0"/>
                <a:cs typeface="Times New Roman" panose="02020603050405020304" pitchFamily="18" charset="0"/>
              </a:rPr>
              <a:t>     If we live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teh</a:t>
            </a:r>
            <a:r>
              <a:rPr lang="en-US" sz="2400" dirty="0">
                <a:effectLst/>
                <a:latin typeface="Arial" panose="020B0604020202020204" pitchFamily="34" charset="0"/>
                <a:ea typeface="Calibri" panose="020F0502020204030204" pitchFamily="34" charset="0"/>
                <a:cs typeface="Times New Roman" panose="02020603050405020304" pitchFamily="18" charset="0"/>
              </a:rPr>
              <a:t> </a:t>
            </a:r>
            <a:r>
              <a:rPr lang="en-US" sz="2400" dirty="0">
                <a:effectLst/>
                <a:highlight>
                  <a:srgbClr val="00FFFF"/>
                </a:highlight>
                <a:latin typeface="Arial" panose="020B0604020202020204" pitchFamily="34" charset="0"/>
                <a:ea typeface="Calibri" panose="020F0502020204030204" pitchFamily="34" charset="0"/>
                <a:cs typeface="Times New Roman" panose="02020603050405020304" pitchFamily="18" charset="0"/>
              </a:rPr>
              <a:t>S</a:t>
            </a:r>
            <a:r>
              <a:rPr lang="en-US" sz="2400" dirty="0">
                <a:effectLst/>
                <a:latin typeface="Arial" panose="020B0604020202020204" pitchFamily="34" charset="0"/>
                <a:ea typeface="Calibri" panose="020F0502020204030204" pitchFamily="34" charset="0"/>
                <a:cs typeface="Times New Roman" panose="02020603050405020304" pitchFamily="18" charset="0"/>
              </a:rPr>
              <a:t>pirit, let us also walk” by </a:t>
            </a:r>
            <a:r>
              <a:rPr lang="en-US" sz="2400" dirty="0" err="1">
                <a:effectLst/>
                <a:latin typeface="Arial" panose="020B0604020202020204" pitchFamily="34" charset="0"/>
                <a:ea typeface="Calibri" panose="020F0502020204030204" pitchFamily="34" charset="0"/>
                <a:cs typeface="Times New Roman" panose="02020603050405020304" pitchFamily="18" charset="0"/>
              </a:rPr>
              <a:t>the</a:t>
            </a:r>
            <a:r>
              <a:rPr lang="en-US" sz="2400" dirty="0" err="1">
                <a:effectLst/>
                <a:highlight>
                  <a:srgbClr val="00FFFF"/>
                </a:highlight>
                <a:latin typeface="Arial" panose="020B0604020202020204" pitchFamily="34" charset="0"/>
                <a:ea typeface="Calibri" panose="020F0502020204030204" pitchFamily="34" charset="0"/>
                <a:cs typeface="Times New Roman" panose="02020603050405020304" pitchFamily="18" charset="0"/>
              </a:rPr>
              <a:t>s</a:t>
            </a:r>
            <a:r>
              <a:rPr lang="en-US" sz="2400" dirty="0" err="1">
                <a:effectLst/>
                <a:latin typeface="Arial" panose="020B0604020202020204" pitchFamily="34" charset="0"/>
                <a:ea typeface="Calibri" panose="020F0502020204030204" pitchFamily="34" charset="0"/>
                <a:cs typeface="Times New Roman" panose="02020603050405020304" pitchFamily="18" charset="0"/>
              </a:rPr>
              <a:t>pirit</a:t>
            </a:r>
            <a:r>
              <a:rPr lang="en-US" sz="2400" dirty="0">
                <a:effectLst/>
                <a:latin typeface="Arial" panose="020B060402020202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22 </a:t>
            </a:r>
            <a:r>
              <a:rPr lang="en-US" sz="2400" dirty="0">
                <a:effectLst/>
                <a:latin typeface="Arial" panose="020B0604020202020204" pitchFamily="34" charset="0"/>
                <a:ea typeface="Calibri" panose="020F0502020204030204" pitchFamily="34" charset="0"/>
                <a:cs typeface="Times New Roman" panose="02020603050405020304" pitchFamily="18" charset="0"/>
              </a:rPr>
              <a:t>But the fruit of the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S</a:t>
            </a:r>
            <a:r>
              <a:rPr lang="en-US" sz="2400" dirty="0">
                <a:effectLst/>
                <a:latin typeface="Arial" panose="020B0604020202020204" pitchFamily="34" charset="0"/>
                <a:ea typeface="Calibri" panose="020F0502020204030204" pitchFamily="34" charset="0"/>
                <a:cs typeface="Times New Roman" panose="02020603050405020304" pitchFamily="18" charset="0"/>
              </a:rPr>
              <a:t>pirit is love, joy, peace, patience, kindness, goodness, faith,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23 </a:t>
            </a:r>
            <a:r>
              <a:rPr lang="en-US" sz="2400" dirty="0">
                <a:effectLst/>
                <a:latin typeface="Arial" panose="020B0604020202020204" pitchFamily="34" charset="0"/>
                <a:ea typeface="Calibri" panose="020F0502020204030204" pitchFamily="34" charset="0"/>
                <a:cs typeface="Times New Roman" panose="02020603050405020304" pitchFamily="18" charset="0"/>
              </a:rPr>
              <a:t>gentleness, and self-control; against such things there is no law.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24 </a:t>
            </a:r>
            <a:r>
              <a:rPr lang="en-US" sz="2400" dirty="0">
                <a:effectLst/>
                <a:latin typeface="Arial" panose="020B0604020202020204" pitchFamily="34" charset="0"/>
                <a:ea typeface="Calibri" panose="020F0502020204030204" pitchFamily="34" charset="0"/>
                <a:cs typeface="Times New Roman" panose="02020603050405020304" pitchFamily="18" charset="0"/>
              </a:rPr>
              <a:t>Those who belong to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C</a:t>
            </a:r>
            <a:r>
              <a:rPr lang="en-US" sz="2400" dirty="0">
                <a:effectLst/>
                <a:latin typeface="Arial" panose="020B0604020202020204" pitchFamily="34" charset="0"/>
                <a:ea typeface="Calibri" panose="020F0502020204030204" pitchFamily="34" charset="0"/>
                <a:cs typeface="Times New Roman" panose="02020603050405020304" pitchFamily="18" charset="0"/>
              </a:rPr>
              <a:t>hrist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J</a:t>
            </a:r>
            <a:r>
              <a:rPr lang="en-US" sz="2400" dirty="0">
                <a:effectLst/>
                <a:latin typeface="Arial" panose="020B0604020202020204" pitchFamily="34" charset="0"/>
                <a:ea typeface="Calibri" panose="020F0502020204030204" pitchFamily="34" charset="0"/>
                <a:cs typeface="Times New Roman" panose="02020603050405020304" pitchFamily="18" charset="0"/>
              </a:rPr>
              <a:t>esus have crucified the flesh with its passions and desires. </a:t>
            </a:r>
            <a:r>
              <a:rPr lang="en-US" sz="2400" baseline="30000" dirty="0">
                <a:effectLst/>
                <a:latin typeface="Arial" panose="020B0604020202020204" pitchFamily="34" charset="0"/>
                <a:ea typeface="Calibri" panose="020F0502020204030204" pitchFamily="34" charset="0"/>
                <a:cs typeface="Times New Roman" panose="02020603050405020304" pitchFamily="18" charset="0"/>
              </a:rPr>
              <a:t>25 </a:t>
            </a:r>
            <a:r>
              <a:rPr lang="en-US" sz="2400" dirty="0">
                <a:effectLst/>
                <a:latin typeface="Arial" panose="020B0604020202020204" pitchFamily="34" charset="0"/>
                <a:ea typeface="Calibri" panose="020F0502020204030204" pitchFamily="34" charset="0"/>
                <a:cs typeface="Times New Roman" panose="02020603050405020304" pitchFamily="18" charset="0"/>
              </a:rPr>
              <a:t>If we live by the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S</a:t>
            </a:r>
            <a:r>
              <a:rPr lang="en-US" sz="2400" dirty="0">
                <a:effectLst/>
                <a:latin typeface="Arial" panose="020B0604020202020204" pitchFamily="34" charset="0"/>
                <a:ea typeface="Calibri" panose="020F0502020204030204" pitchFamily="34" charset="0"/>
                <a:cs typeface="Times New Roman" panose="02020603050405020304" pitchFamily="18" charset="0"/>
              </a:rPr>
              <a:t>pirit, let us also walk by the </a:t>
            </a:r>
            <a:r>
              <a:rPr lang="en-US" sz="2400" dirty="0">
                <a:effectLst/>
                <a:highlight>
                  <a:srgbClr val="FFFF00"/>
                </a:highlight>
                <a:latin typeface="Arial" panose="020B0604020202020204" pitchFamily="34" charset="0"/>
                <a:ea typeface="Calibri" panose="020F0502020204030204" pitchFamily="34" charset="0"/>
                <a:cs typeface="Times New Roman" panose="02020603050405020304" pitchFamily="18" charset="0"/>
              </a:rPr>
              <a:t>S</a:t>
            </a:r>
            <a:r>
              <a:rPr lang="en-US" sz="2400" dirty="0">
                <a:effectLst/>
                <a:latin typeface="Arial" panose="020B0604020202020204" pitchFamily="34" charset="0"/>
                <a:ea typeface="Calibri" panose="020F0502020204030204" pitchFamily="34" charset="0"/>
                <a:cs typeface="Times New Roman" panose="02020603050405020304" pitchFamily="18" charset="0"/>
              </a:rPr>
              <a:t>pirit.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803728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90313B-D68D-4E67-DF0D-E0236C1D5A8E}"/>
              </a:ext>
            </a:extLst>
          </p:cNvPr>
          <p:cNvSpPr txBox="1"/>
          <p:nvPr/>
        </p:nvSpPr>
        <p:spPr>
          <a:xfrm>
            <a:off x="389433" y="1619765"/>
            <a:ext cx="4503579" cy="3970318"/>
          </a:xfrm>
          <a:prstGeom prst="rect">
            <a:avLst/>
          </a:prstGeom>
          <a:noFill/>
        </p:spPr>
        <p:txBody>
          <a:bodyPr wrap="square" rtlCol="0">
            <a:spAutoFit/>
          </a:bodyPr>
          <a:lstStyle/>
          <a:p>
            <a:pPr marL="457200" indent="-457200">
              <a:buFont typeface="Arial" panose="020B0604020202020204" pitchFamily="34" charset="0"/>
              <a:buChar char="•"/>
            </a:pPr>
            <a:r>
              <a:rPr lang="en-US" sz="2800" b="1" dirty="0"/>
              <a:t>One chapter at a time</a:t>
            </a:r>
          </a:p>
          <a:p>
            <a:pPr marL="457200" indent="-457200">
              <a:buFont typeface="Arial" panose="020B0604020202020204" pitchFamily="34" charset="0"/>
              <a:buChar char="•"/>
            </a:pPr>
            <a:r>
              <a:rPr lang="en-US" sz="2800" b="1" dirty="0"/>
              <a:t>One category at a time</a:t>
            </a:r>
          </a:p>
          <a:p>
            <a:pPr marL="457200" indent="-457200">
              <a:buFont typeface="Arial" panose="020B0604020202020204" pitchFamily="34" charset="0"/>
              <a:buChar char="•"/>
            </a:pPr>
            <a:r>
              <a:rPr lang="en-US" sz="2800" b="1" dirty="0"/>
              <a:t>Read out loud!</a:t>
            </a:r>
          </a:p>
          <a:p>
            <a:pPr marL="457200" indent="-457200">
              <a:buFont typeface="Arial" panose="020B0604020202020204" pitchFamily="34" charset="0"/>
              <a:buChar char="•"/>
            </a:pPr>
            <a:r>
              <a:rPr lang="en-US" sz="2800" b="1" dirty="0"/>
              <a:t>Mark the corrections</a:t>
            </a:r>
          </a:p>
          <a:p>
            <a:pPr marL="457200" indent="-457200">
              <a:buFont typeface="Arial" panose="020B0604020202020204" pitchFamily="34" charset="0"/>
              <a:buChar char="•"/>
            </a:pPr>
            <a:r>
              <a:rPr lang="en-US" sz="2800" b="1" dirty="0"/>
              <a:t>Correct spelling errors in common words</a:t>
            </a:r>
          </a:p>
          <a:p>
            <a:pPr marL="457200" indent="-457200">
              <a:buFont typeface="Arial" panose="020B0604020202020204" pitchFamily="34" charset="0"/>
              <a:buChar char="•"/>
            </a:pPr>
            <a:r>
              <a:rPr lang="en-US" sz="2800" b="1" dirty="0"/>
              <a:t>Mark the Checklist box when each category is completed</a:t>
            </a:r>
          </a:p>
        </p:txBody>
      </p:sp>
      <p:sp>
        <p:nvSpPr>
          <p:cNvPr id="7" name="TextBox 6">
            <a:extLst>
              <a:ext uri="{FF2B5EF4-FFF2-40B4-BE49-F238E27FC236}">
                <a16:creationId xmlns:a16="http://schemas.microsoft.com/office/drawing/2014/main" id="{F09D1E70-A778-AB73-3A8D-5D5C5F2D2F1E}"/>
              </a:ext>
            </a:extLst>
          </p:cNvPr>
          <p:cNvSpPr txBox="1"/>
          <p:nvPr/>
        </p:nvSpPr>
        <p:spPr>
          <a:xfrm>
            <a:off x="5593404" y="1742877"/>
            <a:ext cx="3161163" cy="3847207"/>
          </a:xfrm>
          <a:prstGeom prst="rect">
            <a:avLst/>
          </a:prstGeom>
          <a:noFill/>
          <a:ln w="6350">
            <a:solidFill>
              <a:schemeClr val="tx1"/>
            </a:solidFill>
          </a:ln>
        </p:spPr>
        <p:txBody>
          <a:bodyPr wrap="square" rtlCol="0">
            <a:spAutoFit/>
          </a:bodyPr>
          <a:lstStyle/>
          <a:p>
            <a:pPr marL="0" marR="0">
              <a:spcBef>
                <a:spcPts val="0"/>
              </a:spcBef>
              <a:spcAft>
                <a:spcPts val="0"/>
              </a:spcAft>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Chapter 5 	         26 verses</a:t>
            </a:r>
          </a:p>
          <a:p>
            <a:pPr marL="342900" indent="-342900">
              <a:buFont typeface="Wingdings" pitchFamily="2" charset="2"/>
              <a:buChar char="o"/>
            </a:pPr>
            <a:r>
              <a:rPr lang="en-US" sz="2000" kern="100" dirty="0">
                <a:latin typeface="Aptos" panose="020B0004020202020204" pitchFamily="34" charset="0"/>
                <a:ea typeface="Aptos" panose="020B0004020202020204" pitchFamily="34" charset="0"/>
                <a:cs typeface="Times New Roman" panose="02020603050405020304" pitchFamily="18" charset="0"/>
              </a:rPr>
              <a:t>verse numbers</a:t>
            </a:r>
          </a:p>
          <a:p>
            <a:pPr marL="342900" marR="0" lvl="0" indent="-342900">
              <a:spcBef>
                <a:spcPts val="0"/>
              </a:spcBef>
              <a:spcAft>
                <a:spcPts val="0"/>
              </a:spcAft>
              <a:buFont typeface="Wingdings" pitchFamily="2" charset="2"/>
              <a:buChar char="o"/>
            </a:pPr>
            <a:r>
              <a:rPr lang="en-US" sz="2000" kern="100" dirty="0">
                <a:latin typeface="Aptos" panose="020B0004020202020204" pitchFamily="34" charset="0"/>
                <a:ea typeface="Aptos" panose="020B0004020202020204" pitchFamily="34" charset="0"/>
                <a:cs typeface="Times New Roman" panose="02020603050405020304" pitchFamily="18" charset="0"/>
              </a:rPr>
              <a:t>chapter</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 number</a:t>
            </a:r>
          </a:p>
          <a:p>
            <a:pPr marL="342900" marR="0" lvl="0" indent="-342900">
              <a:spcBef>
                <a:spcPts val="0"/>
              </a:spcBef>
              <a:spcAft>
                <a:spcPts val="0"/>
              </a:spcAft>
              <a:buFont typeface="Wingdings" pitchFamily="2" charset="2"/>
              <a:buChar char="o"/>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spacing</a:t>
            </a:r>
          </a:p>
          <a:p>
            <a:pPr marL="342900" marR="0" lvl="0" indent="-342900">
              <a:spcBef>
                <a:spcPts val="0"/>
              </a:spcBef>
              <a:spcAft>
                <a:spcPts val="0"/>
              </a:spcAft>
              <a:buFont typeface="Wingdings" pitchFamily="2" charset="2"/>
              <a:buChar char="o"/>
            </a:pPr>
            <a:r>
              <a:rPr lang="en-US" sz="2000" b="1" kern="100" dirty="0">
                <a:effectLst/>
                <a:latin typeface="Aptos" panose="020B0004020202020204" pitchFamily="34" charset="0"/>
                <a:ea typeface="Aptos" panose="020B0004020202020204" pitchFamily="34" charset="0"/>
                <a:cs typeface="Times New Roman" panose="02020603050405020304" pitchFamily="18" charset="0"/>
              </a:rPr>
              <a:t>read through a</a:t>
            </a:r>
            <a:r>
              <a:rPr lang="en-US" sz="2000" b="1" kern="100" dirty="0">
                <a:latin typeface="Aptos" panose="020B0004020202020204" pitchFamily="34" charset="0"/>
                <a:ea typeface="Aptos" panose="020B0004020202020204" pitchFamily="34" charset="0"/>
                <a:cs typeface="Times New Roman" panose="02020603050405020304" pitchFamily="18" charset="0"/>
              </a:rPr>
              <a:t>loud</a:t>
            </a:r>
            <a:endParaRPr lang="en-US" sz="2000" b="1" kern="100" dirty="0">
              <a:effectLst/>
              <a:latin typeface="Aptos" panose="020B0004020202020204" pitchFamily="34" charset="0"/>
              <a:ea typeface="Aptos" panose="020B0004020202020204" pitchFamily="34" charset="0"/>
              <a:cs typeface="Times New Roman" panose="02020603050405020304" pitchFamily="18" charset="0"/>
            </a:endParaRPr>
          </a:p>
          <a:p>
            <a:pPr marL="342900" marR="0" lvl="0" indent="-342900">
              <a:spcBef>
                <a:spcPts val="0"/>
              </a:spcBef>
              <a:spcAft>
                <a:spcPts val="0"/>
              </a:spcAft>
              <a:buFont typeface="Wingdings" pitchFamily="2" charset="2"/>
              <a:buChar char="o"/>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ends of sentences</a:t>
            </a:r>
          </a:p>
          <a:p>
            <a:pPr marL="342900" marR="0" lvl="0" indent="-342900">
              <a:spcBef>
                <a:spcPts val="0"/>
              </a:spcBef>
              <a:spcAft>
                <a:spcPts val="0"/>
              </a:spcAft>
              <a:buFont typeface="Wingdings" pitchFamily="2" charset="2"/>
              <a:buChar char="o"/>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starts of sentences</a:t>
            </a:r>
          </a:p>
          <a:p>
            <a:pPr marL="342900" marR="0" lvl="0" indent="-342900">
              <a:spcBef>
                <a:spcPts val="0"/>
              </a:spcBef>
              <a:spcAft>
                <a:spcPts val="0"/>
              </a:spcAft>
              <a:buFont typeface="Wingdings" pitchFamily="2" charset="2"/>
              <a:buChar char="o"/>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pairs:  ( )   “  ”    [  ]</a:t>
            </a:r>
          </a:p>
          <a:p>
            <a:pPr marL="342900" marR="0" lvl="0" indent="-342900">
              <a:spcBef>
                <a:spcPts val="0"/>
              </a:spcBef>
              <a:spcAft>
                <a:spcPts val="0"/>
              </a:spcAft>
              <a:buFont typeface="Wingdings" pitchFamily="2" charset="2"/>
              <a:buChar char="o"/>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capitals on names</a:t>
            </a:r>
          </a:p>
          <a:p>
            <a:pPr marL="342900" marR="0" lvl="0" indent="-342900">
              <a:spcBef>
                <a:spcPts val="0"/>
              </a:spcBef>
              <a:spcAft>
                <a:spcPts val="0"/>
              </a:spcAft>
              <a:buFont typeface="Wingdings" pitchFamily="2" charset="2"/>
              <a:buChar char="o"/>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____________________</a:t>
            </a:r>
          </a:p>
          <a:p>
            <a:pPr marL="342900" marR="0" lvl="0" indent="-342900">
              <a:spcBef>
                <a:spcPts val="0"/>
              </a:spcBef>
              <a:spcAft>
                <a:spcPts val="0"/>
              </a:spcAft>
              <a:buFont typeface="Wingdings" pitchFamily="2" charset="2"/>
              <a:buChar char="o"/>
            </a:pPr>
            <a:r>
              <a:rPr lang="en-US" sz="2000" kern="100" dirty="0">
                <a:effectLst/>
                <a:latin typeface="Aptos" panose="020B0004020202020204" pitchFamily="34" charset="0"/>
                <a:ea typeface="Aptos" panose="020B0004020202020204" pitchFamily="34" charset="0"/>
                <a:cs typeface="Times New Roman" panose="02020603050405020304" pitchFamily="18" charset="0"/>
              </a:rPr>
              <a:t>____________________</a:t>
            </a:r>
          </a:p>
          <a:p>
            <a:endParaRPr lang="en-US" sz="2400" dirty="0"/>
          </a:p>
        </p:txBody>
      </p:sp>
      <p:sp>
        <p:nvSpPr>
          <p:cNvPr id="3" name="Rectangle 2">
            <a:extLst>
              <a:ext uri="{FF2B5EF4-FFF2-40B4-BE49-F238E27FC236}">
                <a16:creationId xmlns:a16="http://schemas.microsoft.com/office/drawing/2014/main" id="{66E464E9-05A0-85C9-06C5-C6E83E193DA2}"/>
              </a:ext>
            </a:extLst>
          </p:cNvPr>
          <p:cNvSpPr/>
          <p:nvPr/>
        </p:nvSpPr>
        <p:spPr>
          <a:xfrm>
            <a:off x="165246" y="649396"/>
            <a:ext cx="8813508" cy="523220"/>
          </a:xfrm>
          <a:prstGeom prst="rect">
            <a:avLst/>
          </a:prstGeom>
        </p:spPr>
        <p:txBody>
          <a:bodyPr wrap="square" anchor="ctr">
            <a:spAutoFit/>
          </a:bodyPr>
          <a:lstStyle/>
          <a:p>
            <a:pPr algn="ctr"/>
            <a:r>
              <a:rPr lang="en-US" sz="2800" b="1" dirty="0">
                <a:solidFill>
                  <a:srgbClr val="B95659"/>
                </a:solidFill>
                <a:latin typeface="Arial" panose="020B0604020202020204" pitchFamily="34" charset="0"/>
                <a:ea typeface="+mj-ea"/>
                <a:cs typeface="Arial" panose="020B0604020202020204" pitchFamily="34" charset="0"/>
              </a:rPr>
              <a:t>Proofreading: A Different Kind of “Looking”</a:t>
            </a:r>
          </a:p>
        </p:txBody>
      </p:sp>
    </p:spTree>
    <p:extLst>
      <p:ext uri="{BB962C8B-B14F-4D97-AF65-F5344CB8AC3E}">
        <p14:creationId xmlns:p14="http://schemas.microsoft.com/office/powerpoint/2010/main" val="3964580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45246C9-6606-4FB3-986C-A85DE631581B}"/>
              </a:ext>
            </a:extLst>
          </p:cNvPr>
          <p:cNvSpPr/>
          <p:nvPr/>
        </p:nvSpPr>
        <p:spPr>
          <a:xfrm>
            <a:off x="0" y="3415454"/>
            <a:ext cx="9144000" cy="1513114"/>
          </a:xfrm>
          <a:prstGeom prst="rect">
            <a:avLst/>
          </a:prstGeom>
          <a:solidFill>
            <a:schemeClr val="accent2">
              <a:lumMod val="20000"/>
              <a:lumOff val="80000"/>
            </a:schemeClr>
          </a:solidFill>
          <a:ln>
            <a:noFill/>
          </a:ln>
        </p:spPr>
        <p:txBody>
          <a:bodyPr rtlCol="0" anchor="ctr">
            <a:noAutofit/>
          </a:bodyPr>
          <a:lstStyle/>
          <a:p>
            <a:pPr algn="ctr"/>
            <a:endParaRPr lang="en-US" sz="2000" dirty="0">
              <a:solidFill>
                <a:srgbClr val="716557"/>
              </a:solidFill>
              <a:latin typeface="Arial" panose="020B0604020202020204" pitchFamily="34" charset="0"/>
              <a:cs typeface="Arial" panose="020B0604020202020204" pitchFamily="34" charset="0"/>
            </a:endParaRPr>
          </a:p>
        </p:txBody>
      </p:sp>
      <p:sp>
        <p:nvSpPr>
          <p:cNvPr id="5" name="Arrow: Pentagon 4">
            <a:extLst>
              <a:ext uri="{FF2B5EF4-FFF2-40B4-BE49-F238E27FC236}">
                <a16:creationId xmlns:a16="http://schemas.microsoft.com/office/drawing/2014/main" id="{F71B9975-CCC4-474E-991A-A08FD86C6E7A}"/>
              </a:ext>
            </a:extLst>
          </p:cNvPr>
          <p:cNvSpPr/>
          <p:nvPr/>
        </p:nvSpPr>
        <p:spPr>
          <a:xfrm rot="5400000">
            <a:off x="3387102" y="1767499"/>
            <a:ext cx="2369795" cy="3145970"/>
          </a:xfrm>
          <a:prstGeom prst="homePlate">
            <a:avLst>
              <a:gd name="adj" fmla="val 32616"/>
            </a:avLst>
          </a:prstGeom>
          <a:solidFill>
            <a:schemeClr val="accent2"/>
          </a:solidFill>
          <a:ln>
            <a:noFill/>
          </a:ln>
          <a:effectLst>
            <a:outerShdw blurRad="50800" dist="38100" dir="5400000" algn="t" rotWithShape="0">
              <a:prstClr val="black">
                <a:alpha val="40000"/>
              </a:prstClr>
            </a:outerShdw>
          </a:effectLst>
        </p:spPr>
        <p:txBody>
          <a:bodyPr rtlCol="0" anchor="ctr">
            <a:noAutofit/>
          </a:bodyPr>
          <a:lstStyle/>
          <a:p>
            <a:pPr algn="ctr"/>
            <a:endParaRPr lang="en-US" sz="6000" b="1" dirty="0">
              <a:solidFill>
                <a:schemeClr val="bg2"/>
              </a:solidFill>
              <a:cs typeface="Arial" panose="020B0604020202020204" pitchFamily="34" charset="0"/>
            </a:endParaRPr>
          </a:p>
        </p:txBody>
      </p:sp>
      <p:sp>
        <p:nvSpPr>
          <p:cNvPr id="18" name="TextBox 17">
            <a:extLst>
              <a:ext uri="{FF2B5EF4-FFF2-40B4-BE49-F238E27FC236}">
                <a16:creationId xmlns:a16="http://schemas.microsoft.com/office/drawing/2014/main" id="{A760D292-E0D6-49F5-8581-8EDCEF6F6D4C}"/>
              </a:ext>
            </a:extLst>
          </p:cNvPr>
          <p:cNvSpPr txBox="1"/>
          <p:nvPr/>
        </p:nvSpPr>
        <p:spPr>
          <a:xfrm>
            <a:off x="2999014" y="2664469"/>
            <a:ext cx="3145972" cy="1015663"/>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FFFFFF"/>
                </a:solidFill>
                <a:effectLst/>
                <a:uLnTx/>
                <a:uFillTx/>
                <a:latin typeface="Arial" panose="020B0604020202020204"/>
                <a:ea typeface="+mn-ea"/>
                <a:cs typeface="Arial" panose="020B0604020202020204" pitchFamily="34" charset="0"/>
              </a:rPr>
              <a:t>Try it</a:t>
            </a:r>
          </a:p>
        </p:txBody>
      </p:sp>
    </p:spTree>
    <p:extLst>
      <p:ext uri="{BB962C8B-B14F-4D97-AF65-F5344CB8AC3E}">
        <p14:creationId xmlns:p14="http://schemas.microsoft.com/office/powerpoint/2010/main" val="2238012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2505D1F-3A67-4829-9B5F-B0E46A8B0F83}"/>
              </a:ext>
            </a:extLst>
          </p:cNvPr>
          <p:cNvGrpSpPr/>
          <p:nvPr/>
        </p:nvGrpSpPr>
        <p:grpSpPr>
          <a:xfrm>
            <a:off x="3168868" y="1282383"/>
            <a:ext cx="4658565" cy="4293235"/>
            <a:chOff x="3295841" y="1476633"/>
            <a:chExt cx="4237002" cy="3904732"/>
          </a:xfrm>
        </p:grpSpPr>
        <p:sp>
          <p:nvSpPr>
            <p:cNvPr id="9" name="Parallelogram 8">
              <a:extLst>
                <a:ext uri="{FF2B5EF4-FFF2-40B4-BE49-F238E27FC236}">
                  <a16:creationId xmlns:a16="http://schemas.microsoft.com/office/drawing/2014/main" id="{08D91778-2757-49F2-AB09-6D33F8844D1F}"/>
                </a:ext>
              </a:extLst>
            </p:cNvPr>
            <p:cNvSpPr/>
            <p:nvPr/>
          </p:nvSpPr>
          <p:spPr>
            <a:xfrm>
              <a:off x="5009589" y="1476633"/>
              <a:ext cx="2523254" cy="3904732"/>
            </a:xfrm>
            <a:prstGeom prst="parallelogram">
              <a:avLst>
                <a:gd name="adj" fmla="val 66953"/>
              </a:avLst>
            </a:prstGeom>
            <a:solidFill>
              <a:srgbClr val="716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arallelogram 9">
              <a:extLst>
                <a:ext uri="{FF2B5EF4-FFF2-40B4-BE49-F238E27FC236}">
                  <a16:creationId xmlns:a16="http://schemas.microsoft.com/office/drawing/2014/main" id="{4B6A9ACA-1A35-4D56-B557-3E39AD46DB07}"/>
                </a:ext>
              </a:extLst>
            </p:cNvPr>
            <p:cNvSpPr/>
            <p:nvPr/>
          </p:nvSpPr>
          <p:spPr>
            <a:xfrm>
              <a:off x="3295841" y="1476633"/>
              <a:ext cx="2523254" cy="3904732"/>
            </a:xfrm>
            <a:prstGeom prst="parallelogram">
              <a:avLst>
                <a:gd name="adj" fmla="val 66953"/>
              </a:avLst>
            </a:prstGeom>
            <a:solidFill>
              <a:srgbClr val="7165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908733BA-FB7E-4EFA-9273-D97BE08650A6}"/>
              </a:ext>
            </a:extLst>
          </p:cNvPr>
          <p:cNvGrpSpPr/>
          <p:nvPr/>
        </p:nvGrpSpPr>
        <p:grpSpPr>
          <a:xfrm>
            <a:off x="1316567" y="1282383"/>
            <a:ext cx="6480241" cy="4293235"/>
            <a:chOff x="1611158" y="1476633"/>
            <a:chExt cx="5893831" cy="3904732"/>
          </a:xfrm>
        </p:grpSpPr>
        <p:sp>
          <p:nvSpPr>
            <p:cNvPr id="12" name="Parallelogram 11">
              <a:extLst>
                <a:ext uri="{FF2B5EF4-FFF2-40B4-BE49-F238E27FC236}">
                  <a16:creationId xmlns:a16="http://schemas.microsoft.com/office/drawing/2014/main" id="{2EA235FE-2138-4C48-8303-9EBAE28CFED5}"/>
                </a:ext>
              </a:extLst>
            </p:cNvPr>
            <p:cNvSpPr/>
            <p:nvPr/>
          </p:nvSpPr>
          <p:spPr>
            <a:xfrm flipH="1">
              <a:off x="1611158" y="1476633"/>
              <a:ext cx="2523254" cy="3904732"/>
            </a:xfrm>
            <a:prstGeom prst="parallelogram">
              <a:avLst>
                <a:gd name="adj" fmla="val 6695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arallelogram 12">
              <a:extLst>
                <a:ext uri="{FF2B5EF4-FFF2-40B4-BE49-F238E27FC236}">
                  <a16:creationId xmlns:a16="http://schemas.microsoft.com/office/drawing/2014/main" id="{A229B89D-5031-4F4F-AEEF-E8A1CDAD73B1}"/>
                </a:ext>
              </a:extLst>
            </p:cNvPr>
            <p:cNvSpPr/>
            <p:nvPr/>
          </p:nvSpPr>
          <p:spPr>
            <a:xfrm flipH="1">
              <a:off x="3323695" y="1476633"/>
              <a:ext cx="2523254" cy="3904732"/>
            </a:xfrm>
            <a:prstGeom prst="parallelogram">
              <a:avLst>
                <a:gd name="adj" fmla="val 6695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allelogram 13">
              <a:extLst>
                <a:ext uri="{FF2B5EF4-FFF2-40B4-BE49-F238E27FC236}">
                  <a16:creationId xmlns:a16="http://schemas.microsoft.com/office/drawing/2014/main" id="{AC879204-E238-4190-946B-412A71DC4296}"/>
                </a:ext>
              </a:extLst>
            </p:cNvPr>
            <p:cNvSpPr/>
            <p:nvPr/>
          </p:nvSpPr>
          <p:spPr>
            <a:xfrm flipH="1">
              <a:off x="4981735" y="1476633"/>
              <a:ext cx="2523254" cy="3904732"/>
            </a:xfrm>
            <a:prstGeom prst="parallelogram">
              <a:avLst>
                <a:gd name="adj" fmla="val 6695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F00D8846-597B-4195-9B2F-1C48DB7B74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531" y="2269865"/>
            <a:ext cx="7116980" cy="2147636"/>
          </a:xfrm>
          <a:prstGeom prst="rect">
            <a:avLst/>
          </a:prstGeom>
        </p:spPr>
      </p:pic>
      <p:grpSp>
        <p:nvGrpSpPr>
          <p:cNvPr id="6" name="Group 5">
            <a:extLst>
              <a:ext uri="{FF2B5EF4-FFF2-40B4-BE49-F238E27FC236}">
                <a16:creationId xmlns:a16="http://schemas.microsoft.com/office/drawing/2014/main" id="{8F406A7A-4372-4E9E-89C1-D5203C798C8D}"/>
              </a:ext>
            </a:extLst>
          </p:cNvPr>
          <p:cNvGrpSpPr/>
          <p:nvPr/>
        </p:nvGrpSpPr>
        <p:grpSpPr>
          <a:xfrm>
            <a:off x="-127730" y="0"/>
            <a:ext cx="9399460" cy="230430"/>
            <a:chOff x="-172745" y="0"/>
            <a:chExt cx="9399460" cy="230430"/>
          </a:xfrm>
        </p:grpSpPr>
        <p:sp>
          <p:nvSpPr>
            <p:cNvPr id="20" name="Parallelogram 19">
              <a:extLst>
                <a:ext uri="{FF2B5EF4-FFF2-40B4-BE49-F238E27FC236}">
                  <a16:creationId xmlns:a16="http://schemas.microsoft.com/office/drawing/2014/main" id="{ED1D0F24-F56E-4F72-861D-C7F91EB5ABFD}"/>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Parallelogram 20">
              <a:extLst>
                <a:ext uri="{FF2B5EF4-FFF2-40B4-BE49-F238E27FC236}">
                  <a16:creationId xmlns:a16="http://schemas.microsoft.com/office/drawing/2014/main" id="{6243CFFB-28EB-42A0-AF4F-2F6045FA5F1F}"/>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arallelogram 17">
              <a:extLst>
                <a:ext uri="{FF2B5EF4-FFF2-40B4-BE49-F238E27FC236}">
                  <a16:creationId xmlns:a16="http://schemas.microsoft.com/office/drawing/2014/main" id="{206BA820-028D-4AFE-A8C1-DAD65677009D}"/>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a:extLst>
              <a:ext uri="{FF2B5EF4-FFF2-40B4-BE49-F238E27FC236}">
                <a16:creationId xmlns:a16="http://schemas.microsoft.com/office/drawing/2014/main" id="{8FE68E50-9407-4D78-B696-D40BB471D9FA}"/>
              </a:ext>
            </a:extLst>
          </p:cNvPr>
          <p:cNvGrpSpPr/>
          <p:nvPr/>
        </p:nvGrpSpPr>
        <p:grpSpPr>
          <a:xfrm>
            <a:off x="-127730" y="6628431"/>
            <a:ext cx="9399460" cy="230430"/>
            <a:chOff x="-172745" y="0"/>
            <a:chExt cx="9399460" cy="230430"/>
          </a:xfrm>
        </p:grpSpPr>
        <p:sp>
          <p:nvSpPr>
            <p:cNvPr id="31" name="Parallelogram 30">
              <a:extLst>
                <a:ext uri="{FF2B5EF4-FFF2-40B4-BE49-F238E27FC236}">
                  <a16:creationId xmlns:a16="http://schemas.microsoft.com/office/drawing/2014/main" id="{BF35DD5C-CF01-41EA-924C-F50A9350F825}"/>
                </a:ext>
              </a:extLst>
            </p:cNvPr>
            <p:cNvSpPr/>
            <p:nvPr/>
          </p:nvSpPr>
          <p:spPr>
            <a:xfrm flipH="1">
              <a:off x="6026315" y="0"/>
              <a:ext cx="3200400" cy="230430"/>
            </a:xfrm>
            <a:prstGeom prst="parallelogram">
              <a:avLst>
                <a:gd name="adj" fmla="val 43583"/>
              </a:avLst>
            </a:prstGeom>
            <a:solidFill>
              <a:srgbClr val="FBA9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Parallelogram 31">
              <a:extLst>
                <a:ext uri="{FF2B5EF4-FFF2-40B4-BE49-F238E27FC236}">
                  <a16:creationId xmlns:a16="http://schemas.microsoft.com/office/drawing/2014/main" id="{83361FD6-8CC7-4CDE-B5BF-1119A2E14202}"/>
                </a:ext>
              </a:extLst>
            </p:cNvPr>
            <p:cNvSpPr/>
            <p:nvPr/>
          </p:nvSpPr>
          <p:spPr>
            <a:xfrm flipH="1">
              <a:off x="-172745" y="0"/>
              <a:ext cx="3200400" cy="230430"/>
            </a:xfrm>
            <a:prstGeom prst="parallelogram">
              <a:avLst>
                <a:gd name="adj" fmla="val 43583"/>
              </a:avLst>
            </a:prstGeom>
            <a:solidFill>
              <a:srgbClr val="B956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63387F6C-7469-4A1C-9CE1-A0B478616759}"/>
                </a:ext>
              </a:extLst>
            </p:cNvPr>
            <p:cNvSpPr/>
            <p:nvPr/>
          </p:nvSpPr>
          <p:spPr>
            <a:xfrm flipH="1">
              <a:off x="2926785" y="0"/>
              <a:ext cx="3200400" cy="230430"/>
            </a:xfrm>
            <a:prstGeom prst="parallelogram">
              <a:avLst>
                <a:gd name="adj" fmla="val 43583"/>
              </a:avLst>
            </a:prstGeom>
            <a:solidFill>
              <a:srgbClr val="83A8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extBox 1">
            <a:extLst>
              <a:ext uri="{FF2B5EF4-FFF2-40B4-BE49-F238E27FC236}">
                <a16:creationId xmlns:a16="http://schemas.microsoft.com/office/drawing/2014/main" id="{6476A730-1920-53D6-735C-63DC05B161A7}"/>
              </a:ext>
            </a:extLst>
          </p:cNvPr>
          <p:cNvSpPr txBox="1"/>
          <p:nvPr/>
        </p:nvSpPr>
        <p:spPr>
          <a:xfrm>
            <a:off x="8202834" y="6574369"/>
            <a:ext cx="1068896" cy="338554"/>
          </a:xfrm>
          <a:prstGeom prst="rect">
            <a:avLst/>
          </a:prstGeom>
          <a:noFill/>
        </p:spPr>
        <p:txBody>
          <a:bodyPr wrap="square" rtlCol="0">
            <a:spAutoFit/>
          </a:bodyPr>
          <a:lstStyle/>
          <a:p>
            <a:r>
              <a:rPr lang="en-US" sz="1600" dirty="0">
                <a:solidFill>
                  <a:schemeClr val="bg1"/>
                </a:solidFill>
              </a:rPr>
              <a:t>6/2026</a:t>
            </a:r>
          </a:p>
        </p:txBody>
      </p:sp>
    </p:spTree>
    <p:extLst>
      <p:ext uri="{BB962C8B-B14F-4D97-AF65-F5344CB8AC3E}">
        <p14:creationId xmlns:p14="http://schemas.microsoft.com/office/powerpoint/2010/main" val="3072800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3000" fill="hold"/>
                                        <p:tgtEl>
                                          <p:spTgt spid="16"/>
                                        </p:tgtEl>
                                        <p:attrNameLst>
                                          <p:attrName>ppt_x</p:attrName>
                                        </p:attrNameLst>
                                      </p:cBhvr>
                                      <p:tavLst>
                                        <p:tav tm="0">
                                          <p:val>
                                            <p:strVal val="1+#ppt_w/2"/>
                                          </p:val>
                                        </p:tav>
                                        <p:tav tm="100000">
                                          <p:val>
                                            <p:strVal val="#ppt_x"/>
                                          </p:val>
                                        </p:tav>
                                      </p:tavLst>
                                    </p:anim>
                                    <p:anim calcmode="lin" valueType="num">
                                      <p:cBhvr additive="base">
                                        <p:cTn id="8" dur="3000" fill="hold"/>
                                        <p:tgtEl>
                                          <p:spTgt spid="16"/>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3000" fill="hold"/>
                                        <p:tgtEl>
                                          <p:spTgt spid="17"/>
                                        </p:tgtEl>
                                        <p:attrNameLst>
                                          <p:attrName>ppt_x</p:attrName>
                                        </p:attrNameLst>
                                      </p:cBhvr>
                                      <p:tavLst>
                                        <p:tav tm="0">
                                          <p:val>
                                            <p:strVal val="0-#ppt_w/2"/>
                                          </p:val>
                                        </p:tav>
                                        <p:tav tm="100000">
                                          <p:val>
                                            <p:strVal val="#ppt_x"/>
                                          </p:val>
                                        </p:tav>
                                      </p:tavLst>
                                    </p:anim>
                                    <p:anim calcmode="lin" valueType="num">
                                      <p:cBhvr additive="base">
                                        <p:cTn id="12" dur="3000" fill="hold"/>
                                        <p:tgtEl>
                                          <p:spTgt spid="17"/>
                                        </p:tgtEl>
                                        <p:attrNameLst>
                                          <p:attrName>ppt_y</p:attrName>
                                        </p:attrNameLst>
                                      </p:cBhvr>
                                      <p:tavLst>
                                        <p:tav tm="0">
                                          <p:val>
                                            <p:strVal val="#ppt_y"/>
                                          </p:val>
                                        </p:tav>
                                        <p:tav tm="100000">
                                          <p:val>
                                            <p:strVal val="#ppt_y"/>
                                          </p:val>
                                        </p:tav>
                                      </p:tavLst>
                                    </p:anim>
                                  </p:childTnLst>
                                </p:cTn>
                              </p:par>
                            </p:childTnLst>
                          </p:cTn>
                        </p:par>
                        <p:par>
                          <p:cTn id="13" fill="hold">
                            <p:stCondLst>
                              <p:cond delay="3000"/>
                            </p:stCondLst>
                            <p:childTnLst>
                              <p:par>
                                <p:cTn id="14" presetID="10" presetClass="exit" presetSubtype="0" fill="hold" nodeType="afterEffect">
                                  <p:stCondLst>
                                    <p:cond delay="1000"/>
                                  </p:stCondLst>
                                  <p:childTnLst>
                                    <p:animEffect transition="out" filter="fade">
                                      <p:cBhvr>
                                        <p:cTn id="15" dur="500"/>
                                        <p:tgtEl>
                                          <p:spTgt spid="16"/>
                                        </p:tgtEl>
                                      </p:cBhvr>
                                    </p:animEffect>
                                    <p:set>
                                      <p:cBhvr>
                                        <p:cTn id="16" dur="1" fill="hold">
                                          <p:stCondLst>
                                            <p:cond delay="499"/>
                                          </p:stCondLst>
                                        </p:cTn>
                                        <p:tgtEl>
                                          <p:spTgt spid="16"/>
                                        </p:tgtEl>
                                        <p:attrNameLst>
                                          <p:attrName>style.visibility</p:attrName>
                                        </p:attrNameLst>
                                      </p:cBhvr>
                                      <p:to>
                                        <p:strVal val="hidden"/>
                                      </p:to>
                                    </p:set>
                                  </p:childTnLst>
                                </p:cTn>
                              </p:par>
                              <p:par>
                                <p:cTn id="17" presetID="10" presetClass="exit" presetSubtype="0" fill="hold" nodeType="withEffect">
                                  <p:stCondLst>
                                    <p:cond delay="1000"/>
                                  </p:stCondLst>
                                  <p:childTnLst>
                                    <p:animEffect transition="out" filter="fade">
                                      <p:cBhvr>
                                        <p:cTn id="18" dur="500"/>
                                        <p:tgtEl>
                                          <p:spTgt spid="17"/>
                                        </p:tgtEl>
                                      </p:cBhvr>
                                    </p:animEffect>
                                    <p:set>
                                      <p:cBhvr>
                                        <p:cTn id="19" dur="1" fill="hold">
                                          <p:stCondLst>
                                            <p:cond delay="499"/>
                                          </p:stCondLst>
                                        </p:cTn>
                                        <p:tgtEl>
                                          <p:spTgt spid="17"/>
                                        </p:tgtEl>
                                        <p:attrNameLst>
                                          <p:attrName>style.visibility</p:attrName>
                                        </p:attrNameLst>
                                      </p:cBhvr>
                                      <p:to>
                                        <p:strVal val="hidden"/>
                                      </p:to>
                                    </p:set>
                                  </p:childTnLst>
                                </p:cTn>
                              </p:par>
                            </p:childTnLst>
                          </p:cTn>
                        </p:par>
                        <p:par>
                          <p:cTn id="20" fill="hold">
                            <p:stCondLst>
                              <p:cond delay="4500"/>
                            </p:stCondLst>
                            <p:childTnLst>
                              <p:par>
                                <p:cTn id="21" presetID="10" presetClass="entr" presetSubtype="0" fill="hold"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Custom 1">
      <a:dk1>
        <a:srgbClr val="000000"/>
      </a:dk1>
      <a:lt1>
        <a:srgbClr val="FFFFFF"/>
      </a:lt1>
      <a:dk2>
        <a:srgbClr val="5B4A42"/>
      </a:dk2>
      <a:lt2>
        <a:srgbClr val="FFFFFF"/>
      </a:lt2>
      <a:accent1>
        <a:srgbClr val="B95659"/>
      </a:accent1>
      <a:accent2>
        <a:srgbClr val="83A83F"/>
      </a:accent2>
      <a:accent3>
        <a:srgbClr val="FBA93D"/>
      </a:accent3>
      <a:accent4>
        <a:srgbClr val="00B0F0"/>
      </a:accent4>
      <a:accent5>
        <a:srgbClr val="6ABF4B"/>
      </a:accent5>
      <a:accent6>
        <a:srgbClr val="FFB71B"/>
      </a:accent6>
      <a:hlink>
        <a:srgbClr val="83A83F"/>
      </a:hlink>
      <a:folHlink>
        <a:srgbClr val="FBA93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spAutoFit/>
      </a:bodyPr>
      <a:lstStyle>
        <a:defPPr algn="ctr">
          <a:defRPr sz="2000" dirty="0">
            <a:solidFill>
              <a:srgbClr val="716557"/>
            </a:solidFill>
            <a:latin typeface="Arial" panose="020B0604020202020204" pitchFamily="34" charset="0"/>
            <a:cs typeface="Arial" panose="020B0604020202020204" pitchFamily="34" charset="0"/>
          </a:defRPr>
        </a:defPPr>
      </a:lst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F017C5ECD5AE84588140775F5D9B6FC" ma:contentTypeVersion="10" ma:contentTypeDescription="Create a new document." ma:contentTypeScope="" ma:versionID="1a5380cb2be4a51461126b02f947e923">
  <xsd:schema xmlns:xsd="http://www.w3.org/2001/XMLSchema" xmlns:xs="http://www.w3.org/2001/XMLSchema" xmlns:p="http://schemas.microsoft.com/office/2006/metadata/properties" xmlns:ns2="fee82e44-1fa4-4144-8309-00fed2bf4198" xmlns:ns3="1a61c928-f5f6-4989-bd5d-cb8872a1b06d" targetNamespace="http://schemas.microsoft.com/office/2006/metadata/properties" ma:root="true" ma:fieldsID="9bf58d68fa2085cb5739c341b0c4cacb" ns2:_="" ns3:_="">
    <xsd:import namespace="fee82e44-1fa4-4144-8309-00fed2bf4198"/>
    <xsd:import namespace="1a61c928-f5f6-4989-bd5d-cb8872a1b06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e82e44-1fa4-4144-8309-00fed2bf41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a61c928-f5f6-4989-bd5d-cb8872a1b06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D870300-B03F-45F7-9154-521D8C74684E}">
  <ds:schemaRefs>
    <ds:schemaRef ds:uri="http://purl.org/dc/elements/1.1/"/>
    <ds:schemaRef ds:uri="http://schemas.microsoft.com/office/2006/metadata/properties"/>
    <ds:schemaRef ds:uri="http://purl.org/dc/terms/"/>
    <ds:schemaRef ds:uri="http://purl.org/dc/dcmitype/"/>
    <ds:schemaRef ds:uri="http://schemas.microsoft.com/office/infopath/2007/PartnerControls"/>
    <ds:schemaRef ds:uri="http://schemas.microsoft.com/office/2006/documentManagement/types"/>
    <ds:schemaRef ds:uri="fee82e44-1fa4-4144-8309-00fed2bf4198"/>
    <ds:schemaRef ds:uri="http://schemas.openxmlformats.org/package/2006/metadata/core-properties"/>
    <ds:schemaRef ds:uri="1a61c928-f5f6-4989-bd5d-cb8872a1b06d"/>
    <ds:schemaRef ds:uri="http://www.w3.org/XML/1998/namespace"/>
  </ds:schemaRefs>
</ds:datastoreItem>
</file>

<file path=customXml/itemProps2.xml><?xml version="1.0" encoding="utf-8"?>
<ds:datastoreItem xmlns:ds="http://schemas.openxmlformats.org/officeDocument/2006/customXml" ds:itemID="{7EFC9941-BFD1-4E35-B3BD-3E79859FF6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ee82e44-1fa4-4144-8309-00fed2bf4198"/>
    <ds:schemaRef ds:uri="1a61c928-f5f6-4989-bd5d-cb8872a1b06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178770A-F6AC-406B-AF0D-88CBCF36B70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2681</TotalTime>
  <Words>1953</Words>
  <Application>Microsoft Office PowerPoint</Application>
  <PresentationFormat>On-screen Show (4:3)</PresentationFormat>
  <Paragraphs>96</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Arial</vt:lpstr>
      <vt:lpstr>Atkinson Hyperlegible</vt:lpstr>
      <vt:lpstr>Calibri</vt:lpstr>
      <vt:lpstr>Castellar</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Debbie Shaw</cp:lastModifiedBy>
  <cp:revision>209</cp:revision>
  <dcterms:created xsi:type="dcterms:W3CDTF">2019-03-18T18:21:25Z</dcterms:created>
  <dcterms:modified xsi:type="dcterms:W3CDTF">2026-07-18T05:52:25Z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0x0101002F017C5ECD5AE84588140775F5D9B6FC</vt:lpwstr>
  </property>
</Properties>
</file>