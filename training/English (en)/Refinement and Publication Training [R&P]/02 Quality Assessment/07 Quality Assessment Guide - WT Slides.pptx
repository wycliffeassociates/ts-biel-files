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14"/>
  </p:notesMasterIdLst>
  <p:sldIdLst>
    <p:sldId id="260" r:id="rId5"/>
    <p:sldId id="296" r:id="rId6"/>
    <p:sldId id="292" r:id="rId7"/>
    <p:sldId id="300" r:id="rId8"/>
    <p:sldId id="264" r:id="rId9"/>
    <p:sldId id="294" r:id="rId10"/>
    <p:sldId id="297" r:id="rId11"/>
    <p:sldId id="301" r:id="rId12"/>
    <p:sldId id="280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usan Quigley" initials="SQ" lastIdx="11" clrIdx="0">
    <p:extLst>
      <p:ext uri="{19B8F6BF-5375-455C-9EA6-DF929625EA0E}">
        <p15:presenceInfo xmlns:p15="http://schemas.microsoft.com/office/powerpoint/2012/main" userId="S::susan_quigley@wycliffeassociates.org::b85b18d0-1c40-45ee-96a2-2a728d87251b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95659"/>
    <a:srgbClr val="716557"/>
    <a:srgbClr val="FBA93D"/>
    <a:srgbClr val="83A83F"/>
    <a:srgbClr val="C3DD9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2790" autoAdjust="0"/>
    <p:restoredTop sz="95646" autoAdjust="0"/>
  </p:normalViewPr>
  <p:slideViewPr>
    <p:cSldViewPr snapToGrid="0">
      <p:cViewPr varScale="1">
        <p:scale>
          <a:sx n="57" d="100"/>
          <a:sy n="57" d="100"/>
        </p:scale>
        <p:origin x="43" y="39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commentAuthors" Target="commentAuthors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C6AA070-92F4-A447-BB88-F5E94FF9CF8B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939B3C9-13A9-6540-8F68-9A544DD081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13440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5D7C9E-35D9-4D05-A3C8-EB7FE07A4C81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9217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5D7C9E-35D9-4D05-A3C8-EB7FE07A4C81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954370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39B3C9-13A9-6540-8F68-9A544DD081BF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09658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2D176C0A-5C67-429D-B78E-C0F7FE360763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A86A303C-F57A-46A0-A01E-607FF4D926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19278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2486219-3A02-4B8F-9654-356937189673}"/>
              </a:ext>
            </a:extLst>
          </p:cNvPr>
          <p:cNvSpPr/>
          <p:nvPr userDrawn="1"/>
        </p:nvSpPr>
        <p:spPr>
          <a:xfrm>
            <a:off x="0" y="6720840"/>
            <a:ext cx="9144000" cy="137160"/>
          </a:xfrm>
          <a:prstGeom prst="rect">
            <a:avLst/>
          </a:prstGeom>
          <a:solidFill>
            <a:srgbClr val="FBA93D"/>
          </a:solidFill>
          <a:ln>
            <a:noFill/>
          </a:ln>
        </p:spPr>
        <p:txBody>
          <a:bodyPr wrap="square" rtlCol="0" anchor="ctr">
            <a:noAutofit/>
          </a:bodyPr>
          <a:lstStyle/>
          <a:p>
            <a:pPr algn="ctr"/>
            <a:endParaRPr lang="en-US" sz="2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86512"/>
            <a:ext cx="7886700" cy="1325563"/>
          </a:xfrm>
        </p:spPr>
        <p:txBody>
          <a:bodyPr anchor="t">
            <a:noAutofit/>
          </a:bodyPr>
          <a:lstStyle>
            <a:lvl1pPr>
              <a:lnSpc>
                <a:spcPct val="100000"/>
              </a:lnSpc>
              <a:defRPr>
                <a:solidFill>
                  <a:srgbClr val="B95659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4054180"/>
          </a:xfrm>
        </p:spPr>
        <p:txBody>
          <a:bodyPr>
            <a:noAutofit/>
          </a:bodyPr>
          <a:lstStyle>
            <a:lvl1pPr>
              <a:defRPr>
                <a:solidFill>
                  <a:srgbClr val="716557"/>
                </a:solidFill>
              </a:defRPr>
            </a:lvl1pPr>
            <a:lvl2pPr>
              <a:defRPr>
                <a:solidFill>
                  <a:srgbClr val="716557"/>
                </a:solidFill>
              </a:defRPr>
            </a:lvl2pPr>
            <a:lvl3pPr>
              <a:defRPr>
                <a:solidFill>
                  <a:srgbClr val="716557"/>
                </a:solidFill>
              </a:defRPr>
            </a:lvl3pPr>
            <a:lvl4pPr>
              <a:defRPr>
                <a:solidFill>
                  <a:srgbClr val="716557"/>
                </a:solidFill>
              </a:defRPr>
            </a:lvl4pPr>
            <a:lvl5pPr>
              <a:defRPr>
                <a:solidFill>
                  <a:srgbClr val="716557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108E7A1A-3604-42E2-8C74-07F6E6ED92C9}"/>
              </a:ext>
            </a:extLst>
          </p:cNvPr>
          <p:cNvGrpSpPr/>
          <p:nvPr userDrawn="1"/>
        </p:nvGrpSpPr>
        <p:grpSpPr>
          <a:xfrm>
            <a:off x="-127730" y="0"/>
            <a:ext cx="9399460" cy="230430"/>
            <a:chOff x="-172745" y="0"/>
            <a:chExt cx="9399460" cy="230430"/>
          </a:xfrm>
        </p:grpSpPr>
        <p:sp>
          <p:nvSpPr>
            <p:cNvPr id="8" name="Parallelogram 7">
              <a:extLst>
                <a:ext uri="{FF2B5EF4-FFF2-40B4-BE49-F238E27FC236}">
                  <a16:creationId xmlns:a16="http://schemas.microsoft.com/office/drawing/2014/main" id="{1EEF9ED7-F707-4018-A8AA-C67B37D48B23}"/>
                </a:ext>
              </a:extLst>
            </p:cNvPr>
            <p:cNvSpPr/>
            <p:nvPr/>
          </p:nvSpPr>
          <p:spPr>
            <a:xfrm flipH="1">
              <a:off x="6026315" y="0"/>
              <a:ext cx="3200400" cy="230430"/>
            </a:xfrm>
            <a:prstGeom prst="parallelogram">
              <a:avLst>
                <a:gd name="adj" fmla="val 43583"/>
              </a:avLst>
            </a:prstGeom>
            <a:solidFill>
              <a:srgbClr val="FBA93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Parallelogram 9">
              <a:extLst>
                <a:ext uri="{FF2B5EF4-FFF2-40B4-BE49-F238E27FC236}">
                  <a16:creationId xmlns:a16="http://schemas.microsoft.com/office/drawing/2014/main" id="{8C15F56A-78F2-4317-88D7-9D0AE4D8AAFD}"/>
                </a:ext>
              </a:extLst>
            </p:cNvPr>
            <p:cNvSpPr/>
            <p:nvPr/>
          </p:nvSpPr>
          <p:spPr>
            <a:xfrm flipH="1">
              <a:off x="-172745" y="0"/>
              <a:ext cx="3200400" cy="230430"/>
            </a:xfrm>
            <a:prstGeom prst="parallelogram">
              <a:avLst>
                <a:gd name="adj" fmla="val 43583"/>
              </a:avLst>
            </a:prstGeom>
            <a:solidFill>
              <a:srgbClr val="B9565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Parallelogram 10">
              <a:extLst>
                <a:ext uri="{FF2B5EF4-FFF2-40B4-BE49-F238E27FC236}">
                  <a16:creationId xmlns:a16="http://schemas.microsoft.com/office/drawing/2014/main" id="{2D5D1606-C850-4DDE-B719-2E8DC0D7B928}"/>
                </a:ext>
              </a:extLst>
            </p:cNvPr>
            <p:cNvSpPr/>
            <p:nvPr/>
          </p:nvSpPr>
          <p:spPr>
            <a:xfrm flipH="1">
              <a:off x="2926785" y="0"/>
              <a:ext cx="3200400" cy="230430"/>
            </a:xfrm>
            <a:prstGeom prst="parallelogram">
              <a:avLst>
                <a:gd name="adj" fmla="val 43583"/>
              </a:avLst>
            </a:prstGeom>
            <a:solidFill>
              <a:srgbClr val="83A83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9821792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86512"/>
            <a:ext cx="7886700" cy="1325563"/>
          </a:xfrm>
        </p:spPr>
        <p:txBody>
          <a:bodyPr anchor="t">
            <a:noAutofit/>
          </a:bodyPr>
          <a:lstStyle>
            <a:lvl1pPr>
              <a:lnSpc>
                <a:spcPct val="100000"/>
              </a:lnSpc>
              <a:defRPr>
                <a:solidFill>
                  <a:srgbClr val="B95659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108E7A1A-3604-42E2-8C74-07F6E6ED92C9}"/>
              </a:ext>
            </a:extLst>
          </p:cNvPr>
          <p:cNvGrpSpPr/>
          <p:nvPr userDrawn="1"/>
        </p:nvGrpSpPr>
        <p:grpSpPr>
          <a:xfrm>
            <a:off x="-127730" y="0"/>
            <a:ext cx="9399460" cy="230430"/>
            <a:chOff x="-172745" y="0"/>
            <a:chExt cx="9399460" cy="230430"/>
          </a:xfrm>
        </p:grpSpPr>
        <p:sp>
          <p:nvSpPr>
            <p:cNvPr id="8" name="Parallelogram 7">
              <a:extLst>
                <a:ext uri="{FF2B5EF4-FFF2-40B4-BE49-F238E27FC236}">
                  <a16:creationId xmlns:a16="http://schemas.microsoft.com/office/drawing/2014/main" id="{1EEF9ED7-F707-4018-A8AA-C67B37D48B23}"/>
                </a:ext>
              </a:extLst>
            </p:cNvPr>
            <p:cNvSpPr/>
            <p:nvPr/>
          </p:nvSpPr>
          <p:spPr>
            <a:xfrm flipH="1">
              <a:off x="6026315" y="0"/>
              <a:ext cx="3200400" cy="230430"/>
            </a:xfrm>
            <a:prstGeom prst="parallelogram">
              <a:avLst>
                <a:gd name="adj" fmla="val 43583"/>
              </a:avLst>
            </a:prstGeom>
            <a:solidFill>
              <a:srgbClr val="FBA93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Parallelogram 9">
              <a:extLst>
                <a:ext uri="{FF2B5EF4-FFF2-40B4-BE49-F238E27FC236}">
                  <a16:creationId xmlns:a16="http://schemas.microsoft.com/office/drawing/2014/main" id="{8C15F56A-78F2-4317-88D7-9D0AE4D8AAFD}"/>
                </a:ext>
              </a:extLst>
            </p:cNvPr>
            <p:cNvSpPr/>
            <p:nvPr/>
          </p:nvSpPr>
          <p:spPr>
            <a:xfrm flipH="1">
              <a:off x="-172745" y="0"/>
              <a:ext cx="3200400" cy="230430"/>
            </a:xfrm>
            <a:prstGeom prst="parallelogram">
              <a:avLst>
                <a:gd name="adj" fmla="val 43583"/>
              </a:avLst>
            </a:prstGeom>
            <a:solidFill>
              <a:srgbClr val="B9565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Parallelogram 10">
              <a:extLst>
                <a:ext uri="{FF2B5EF4-FFF2-40B4-BE49-F238E27FC236}">
                  <a16:creationId xmlns:a16="http://schemas.microsoft.com/office/drawing/2014/main" id="{2D5D1606-C850-4DDE-B719-2E8DC0D7B928}"/>
                </a:ext>
              </a:extLst>
            </p:cNvPr>
            <p:cNvSpPr/>
            <p:nvPr/>
          </p:nvSpPr>
          <p:spPr>
            <a:xfrm flipH="1">
              <a:off x="2926785" y="0"/>
              <a:ext cx="3200400" cy="230430"/>
            </a:xfrm>
            <a:prstGeom prst="parallelogram">
              <a:avLst>
                <a:gd name="adj" fmla="val 43583"/>
              </a:avLst>
            </a:prstGeom>
            <a:solidFill>
              <a:srgbClr val="83A83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2" name="Rectangle 11">
            <a:extLst>
              <a:ext uri="{FF2B5EF4-FFF2-40B4-BE49-F238E27FC236}">
                <a16:creationId xmlns:a16="http://schemas.microsoft.com/office/drawing/2014/main" id="{BAAEAE7B-3B5A-4C25-AC11-01A159AD8EE2}"/>
              </a:ext>
            </a:extLst>
          </p:cNvPr>
          <p:cNvSpPr/>
          <p:nvPr userDrawn="1"/>
        </p:nvSpPr>
        <p:spPr>
          <a:xfrm>
            <a:off x="0" y="6720840"/>
            <a:ext cx="9144000" cy="137160"/>
          </a:xfrm>
          <a:prstGeom prst="rect">
            <a:avLst/>
          </a:prstGeom>
          <a:solidFill>
            <a:srgbClr val="FBA93D"/>
          </a:solidFill>
          <a:ln>
            <a:noFill/>
          </a:ln>
        </p:spPr>
        <p:txBody>
          <a:bodyPr wrap="square" rtlCol="0" anchor="ctr">
            <a:noAutofit/>
          </a:bodyPr>
          <a:lstStyle/>
          <a:p>
            <a:pPr algn="ctr"/>
            <a:endParaRPr lang="en-US" sz="2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151995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108E7A1A-3604-42E2-8C74-07F6E6ED92C9}"/>
              </a:ext>
            </a:extLst>
          </p:cNvPr>
          <p:cNvGrpSpPr/>
          <p:nvPr userDrawn="1"/>
        </p:nvGrpSpPr>
        <p:grpSpPr>
          <a:xfrm>
            <a:off x="-127730" y="0"/>
            <a:ext cx="9399460" cy="230430"/>
            <a:chOff x="-172745" y="0"/>
            <a:chExt cx="9399460" cy="230430"/>
          </a:xfrm>
        </p:grpSpPr>
        <p:sp>
          <p:nvSpPr>
            <p:cNvPr id="8" name="Parallelogram 7">
              <a:extLst>
                <a:ext uri="{FF2B5EF4-FFF2-40B4-BE49-F238E27FC236}">
                  <a16:creationId xmlns:a16="http://schemas.microsoft.com/office/drawing/2014/main" id="{1EEF9ED7-F707-4018-A8AA-C67B37D48B23}"/>
                </a:ext>
              </a:extLst>
            </p:cNvPr>
            <p:cNvSpPr/>
            <p:nvPr/>
          </p:nvSpPr>
          <p:spPr>
            <a:xfrm flipH="1">
              <a:off x="6026315" y="0"/>
              <a:ext cx="3200400" cy="230430"/>
            </a:xfrm>
            <a:prstGeom prst="parallelogram">
              <a:avLst>
                <a:gd name="adj" fmla="val 43583"/>
              </a:avLst>
            </a:prstGeom>
            <a:solidFill>
              <a:srgbClr val="FBA93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Parallelogram 9">
              <a:extLst>
                <a:ext uri="{FF2B5EF4-FFF2-40B4-BE49-F238E27FC236}">
                  <a16:creationId xmlns:a16="http://schemas.microsoft.com/office/drawing/2014/main" id="{8C15F56A-78F2-4317-88D7-9D0AE4D8AAFD}"/>
                </a:ext>
              </a:extLst>
            </p:cNvPr>
            <p:cNvSpPr/>
            <p:nvPr/>
          </p:nvSpPr>
          <p:spPr>
            <a:xfrm flipH="1">
              <a:off x="-172745" y="0"/>
              <a:ext cx="3200400" cy="230430"/>
            </a:xfrm>
            <a:prstGeom prst="parallelogram">
              <a:avLst>
                <a:gd name="adj" fmla="val 43583"/>
              </a:avLst>
            </a:prstGeom>
            <a:solidFill>
              <a:srgbClr val="B9565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Parallelogram 10">
              <a:extLst>
                <a:ext uri="{FF2B5EF4-FFF2-40B4-BE49-F238E27FC236}">
                  <a16:creationId xmlns:a16="http://schemas.microsoft.com/office/drawing/2014/main" id="{2D5D1606-C850-4DDE-B719-2E8DC0D7B928}"/>
                </a:ext>
              </a:extLst>
            </p:cNvPr>
            <p:cNvSpPr/>
            <p:nvPr/>
          </p:nvSpPr>
          <p:spPr>
            <a:xfrm flipH="1">
              <a:off x="2926785" y="0"/>
              <a:ext cx="3200400" cy="230430"/>
            </a:xfrm>
            <a:prstGeom prst="parallelogram">
              <a:avLst>
                <a:gd name="adj" fmla="val 43583"/>
              </a:avLst>
            </a:prstGeom>
            <a:solidFill>
              <a:srgbClr val="83A83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9" name="Rectangle 8">
            <a:extLst>
              <a:ext uri="{FF2B5EF4-FFF2-40B4-BE49-F238E27FC236}">
                <a16:creationId xmlns:a16="http://schemas.microsoft.com/office/drawing/2014/main" id="{B3E46E85-8EF7-4D4E-A5B5-D327F4516A82}"/>
              </a:ext>
            </a:extLst>
          </p:cNvPr>
          <p:cNvSpPr/>
          <p:nvPr userDrawn="1"/>
        </p:nvSpPr>
        <p:spPr>
          <a:xfrm>
            <a:off x="0" y="6720840"/>
            <a:ext cx="9144000" cy="137160"/>
          </a:xfrm>
          <a:prstGeom prst="rect">
            <a:avLst/>
          </a:prstGeom>
          <a:solidFill>
            <a:srgbClr val="FBA93D"/>
          </a:solidFill>
          <a:ln>
            <a:noFill/>
          </a:ln>
        </p:spPr>
        <p:txBody>
          <a:bodyPr wrap="square" rtlCol="0" anchor="ctr">
            <a:noAutofit/>
          </a:bodyPr>
          <a:lstStyle/>
          <a:p>
            <a:pPr algn="ctr"/>
            <a:endParaRPr lang="en-US" sz="2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831119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103315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 anchor="t" anchorCtr="1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2454495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200" b="1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png"/><Relationship Id="rId7" Type="http://schemas.openxmlformats.org/officeDocument/2006/relationships/image" Target="../media/image7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9" Type="http://schemas.openxmlformats.org/officeDocument/2006/relationships/image" Target="../media/image9.jp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0.jpe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" name="Group 29">
            <a:extLst>
              <a:ext uri="{FF2B5EF4-FFF2-40B4-BE49-F238E27FC236}">
                <a16:creationId xmlns:a16="http://schemas.microsoft.com/office/drawing/2014/main" id="{8FE68E50-9407-4D78-B696-D40BB471D9FA}"/>
              </a:ext>
            </a:extLst>
          </p:cNvPr>
          <p:cNvGrpSpPr/>
          <p:nvPr/>
        </p:nvGrpSpPr>
        <p:grpSpPr>
          <a:xfrm>
            <a:off x="-127730" y="6628431"/>
            <a:ext cx="9399460" cy="230430"/>
            <a:chOff x="-172745" y="0"/>
            <a:chExt cx="9399460" cy="230430"/>
          </a:xfrm>
        </p:grpSpPr>
        <p:sp>
          <p:nvSpPr>
            <p:cNvPr id="31" name="Parallelogram 30">
              <a:extLst>
                <a:ext uri="{FF2B5EF4-FFF2-40B4-BE49-F238E27FC236}">
                  <a16:creationId xmlns:a16="http://schemas.microsoft.com/office/drawing/2014/main" id="{BF35DD5C-CF01-41EA-924C-F50A9350F825}"/>
                </a:ext>
              </a:extLst>
            </p:cNvPr>
            <p:cNvSpPr/>
            <p:nvPr/>
          </p:nvSpPr>
          <p:spPr>
            <a:xfrm flipH="1">
              <a:off x="6026315" y="0"/>
              <a:ext cx="3200400" cy="230430"/>
            </a:xfrm>
            <a:prstGeom prst="parallelogram">
              <a:avLst>
                <a:gd name="adj" fmla="val 43583"/>
              </a:avLst>
            </a:prstGeom>
            <a:solidFill>
              <a:srgbClr val="FBA93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Parallelogram 31">
              <a:extLst>
                <a:ext uri="{FF2B5EF4-FFF2-40B4-BE49-F238E27FC236}">
                  <a16:creationId xmlns:a16="http://schemas.microsoft.com/office/drawing/2014/main" id="{83361FD6-8CC7-4CDE-B5BF-1119A2E14202}"/>
                </a:ext>
              </a:extLst>
            </p:cNvPr>
            <p:cNvSpPr/>
            <p:nvPr/>
          </p:nvSpPr>
          <p:spPr>
            <a:xfrm flipH="1">
              <a:off x="-172745" y="0"/>
              <a:ext cx="3200400" cy="230430"/>
            </a:xfrm>
            <a:prstGeom prst="parallelogram">
              <a:avLst>
                <a:gd name="adj" fmla="val 43583"/>
              </a:avLst>
            </a:prstGeom>
            <a:solidFill>
              <a:srgbClr val="B9565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Parallelogram 32">
              <a:extLst>
                <a:ext uri="{FF2B5EF4-FFF2-40B4-BE49-F238E27FC236}">
                  <a16:creationId xmlns:a16="http://schemas.microsoft.com/office/drawing/2014/main" id="{63387F6C-7469-4A1C-9CE1-A0B478616759}"/>
                </a:ext>
              </a:extLst>
            </p:cNvPr>
            <p:cNvSpPr/>
            <p:nvPr/>
          </p:nvSpPr>
          <p:spPr>
            <a:xfrm flipH="1">
              <a:off x="2926785" y="0"/>
              <a:ext cx="3200400" cy="230430"/>
            </a:xfrm>
            <a:prstGeom prst="parallelogram">
              <a:avLst>
                <a:gd name="adj" fmla="val 43583"/>
              </a:avLst>
            </a:prstGeom>
            <a:solidFill>
              <a:srgbClr val="83A83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67C3BB06-DC96-4810-9052-78C360033DE2}"/>
              </a:ext>
            </a:extLst>
          </p:cNvPr>
          <p:cNvGrpSpPr/>
          <p:nvPr/>
        </p:nvGrpSpPr>
        <p:grpSpPr>
          <a:xfrm>
            <a:off x="-127730" y="0"/>
            <a:ext cx="9399460" cy="230430"/>
            <a:chOff x="-172745" y="0"/>
            <a:chExt cx="9399460" cy="230430"/>
          </a:xfrm>
        </p:grpSpPr>
        <p:sp>
          <p:nvSpPr>
            <p:cNvPr id="15" name="Parallelogram 14">
              <a:extLst>
                <a:ext uri="{FF2B5EF4-FFF2-40B4-BE49-F238E27FC236}">
                  <a16:creationId xmlns:a16="http://schemas.microsoft.com/office/drawing/2014/main" id="{BDDEFAAC-BD0D-4CE4-A84C-E2C0D5721853}"/>
                </a:ext>
              </a:extLst>
            </p:cNvPr>
            <p:cNvSpPr/>
            <p:nvPr/>
          </p:nvSpPr>
          <p:spPr>
            <a:xfrm flipH="1">
              <a:off x="6026315" y="0"/>
              <a:ext cx="3200400" cy="230430"/>
            </a:xfrm>
            <a:prstGeom prst="parallelogram">
              <a:avLst>
                <a:gd name="adj" fmla="val 43583"/>
              </a:avLst>
            </a:prstGeom>
            <a:solidFill>
              <a:srgbClr val="FBA93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Parallelogram 15">
              <a:extLst>
                <a:ext uri="{FF2B5EF4-FFF2-40B4-BE49-F238E27FC236}">
                  <a16:creationId xmlns:a16="http://schemas.microsoft.com/office/drawing/2014/main" id="{E718F57D-568A-4411-872B-CCC9EC910064}"/>
                </a:ext>
              </a:extLst>
            </p:cNvPr>
            <p:cNvSpPr/>
            <p:nvPr/>
          </p:nvSpPr>
          <p:spPr>
            <a:xfrm flipH="1">
              <a:off x="-172745" y="0"/>
              <a:ext cx="3200400" cy="230430"/>
            </a:xfrm>
            <a:prstGeom prst="parallelogram">
              <a:avLst>
                <a:gd name="adj" fmla="val 43583"/>
              </a:avLst>
            </a:prstGeom>
            <a:solidFill>
              <a:srgbClr val="B9565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Parallelogram 16">
              <a:extLst>
                <a:ext uri="{FF2B5EF4-FFF2-40B4-BE49-F238E27FC236}">
                  <a16:creationId xmlns:a16="http://schemas.microsoft.com/office/drawing/2014/main" id="{A5CE28D8-9450-411C-889B-C94762FAB4BD}"/>
                </a:ext>
              </a:extLst>
            </p:cNvPr>
            <p:cNvSpPr/>
            <p:nvPr/>
          </p:nvSpPr>
          <p:spPr>
            <a:xfrm flipH="1">
              <a:off x="2926785" y="0"/>
              <a:ext cx="3200400" cy="230430"/>
            </a:xfrm>
            <a:prstGeom prst="parallelogram">
              <a:avLst>
                <a:gd name="adj" fmla="val 43583"/>
              </a:avLst>
            </a:prstGeom>
            <a:solidFill>
              <a:srgbClr val="83A83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8" name="Rectangle 17">
            <a:extLst>
              <a:ext uri="{FF2B5EF4-FFF2-40B4-BE49-F238E27FC236}">
                <a16:creationId xmlns:a16="http://schemas.microsoft.com/office/drawing/2014/main" id="{4694CCB8-A161-4308-BC33-DD746CEBFA8D}"/>
              </a:ext>
            </a:extLst>
          </p:cNvPr>
          <p:cNvSpPr/>
          <p:nvPr/>
        </p:nvSpPr>
        <p:spPr>
          <a:xfrm>
            <a:off x="165253" y="763115"/>
            <a:ext cx="8813508" cy="646331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 algn="ctr"/>
            <a:r>
              <a:rPr lang="en-US" sz="3600" b="1" dirty="0">
                <a:solidFill>
                  <a:srgbClr val="B95659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Quality Assessment</a:t>
            </a:r>
          </a:p>
        </p:txBody>
      </p:sp>
      <p:pic>
        <p:nvPicPr>
          <p:cNvPr id="29" name="Picture 28" descr="Man raising thumbs up">
            <a:extLst>
              <a:ext uri="{FF2B5EF4-FFF2-40B4-BE49-F238E27FC236}">
                <a16:creationId xmlns:a16="http://schemas.microsoft.com/office/drawing/2014/main" id="{C7200F9B-D193-6980-2E4B-A49E74ACDBD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18" t="19762" r="1397" b="12026"/>
          <a:stretch/>
        </p:blipFill>
        <p:spPr>
          <a:xfrm>
            <a:off x="0" y="2273643"/>
            <a:ext cx="9144000" cy="43547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67665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360969E-BF27-D054-548C-DF0C4430F9E7}"/>
              </a:ext>
            </a:extLst>
          </p:cNvPr>
          <p:cNvSpPr txBox="1"/>
          <p:nvPr/>
        </p:nvSpPr>
        <p:spPr>
          <a:xfrm>
            <a:off x="3775759" y="2129535"/>
            <a:ext cx="194773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B95659"/>
                </a:solidFill>
              </a:rPr>
              <a:t>Quality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9007606-F5A4-8C6F-80C5-E2507B235428}"/>
              </a:ext>
            </a:extLst>
          </p:cNvPr>
          <p:cNvSpPr txBox="1"/>
          <p:nvPr/>
        </p:nvSpPr>
        <p:spPr>
          <a:xfrm>
            <a:off x="3123167" y="2930810"/>
            <a:ext cx="325291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B95659"/>
                </a:solidFill>
              </a:rPr>
              <a:t>Assessment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59508CB-9CA8-7869-C99D-65F8DAC6FD9E}"/>
              </a:ext>
            </a:extLst>
          </p:cNvPr>
          <p:cNvSpPr txBox="1"/>
          <p:nvPr/>
        </p:nvSpPr>
        <p:spPr>
          <a:xfrm>
            <a:off x="3933308" y="3744442"/>
            <a:ext cx="163263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B95659"/>
                </a:solidFill>
              </a:rPr>
              <a:t>Guide</a:t>
            </a:r>
          </a:p>
        </p:txBody>
      </p:sp>
      <p:pic>
        <p:nvPicPr>
          <p:cNvPr id="8" name="Graphic 7" descr="Clipboard outline">
            <a:extLst>
              <a:ext uri="{FF2B5EF4-FFF2-40B4-BE49-F238E27FC236}">
                <a16:creationId xmlns:a16="http://schemas.microsoft.com/office/drawing/2014/main" id="{2B680EDD-44E6-6683-8BEC-DF9F3465FD4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623366" y="-86497"/>
            <a:ext cx="6252519" cy="62525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39967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1"/>
      <p:bldP spid="4" grpId="0"/>
      <p:bldP spid="5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DCAEE3-B199-4BB7-839B-708EAD1F92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Is it ready?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C2A3FF4-442C-40D3-BCF9-CABEA8C0AB3E}"/>
              </a:ext>
            </a:extLst>
          </p:cNvPr>
          <p:cNvSpPr txBox="1"/>
          <p:nvPr/>
        </p:nvSpPr>
        <p:spPr>
          <a:xfrm>
            <a:off x="440414" y="1978879"/>
            <a:ext cx="1638301" cy="43088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sz="2200" b="1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Self-edit</a:t>
            </a:r>
            <a:endParaRPr lang="en-US" sz="2200" dirty="0">
              <a:solidFill>
                <a:schemeClr val="bg1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B11B60E-C6EC-48DA-B54A-D979E549268C}"/>
              </a:ext>
            </a:extLst>
          </p:cNvPr>
          <p:cNvSpPr txBox="1"/>
          <p:nvPr/>
        </p:nvSpPr>
        <p:spPr>
          <a:xfrm>
            <a:off x="2678335" y="1978879"/>
            <a:ext cx="1409701" cy="43088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sz="2200" b="1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Peer-edit</a:t>
            </a:r>
            <a:endParaRPr lang="en-US" sz="2200" dirty="0">
              <a:solidFill>
                <a:schemeClr val="bg1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BC1FFB7-EC76-4A1A-A7F7-4E96655B41B8}"/>
              </a:ext>
            </a:extLst>
          </p:cNvPr>
          <p:cNvSpPr txBox="1"/>
          <p:nvPr/>
        </p:nvSpPr>
        <p:spPr>
          <a:xfrm>
            <a:off x="4210056" y="1834029"/>
            <a:ext cx="2572652" cy="7142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200" b="1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Keyword</a:t>
            </a:r>
            <a:br>
              <a:rPr lang="en-US" sz="2200" b="1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2200" b="1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Check</a:t>
            </a:r>
            <a:endParaRPr lang="en-US" sz="2200" dirty="0">
              <a:solidFill>
                <a:schemeClr val="bg1"/>
              </a:solidFill>
            </a:endParaRPr>
          </a:p>
        </p:txBody>
      </p:sp>
      <p:pic>
        <p:nvPicPr>
          <p:cNvPr id="29" name="Picture 28" descr="Text, letter&#10;&#10;Description automatically generated">
            <a:extLst>
              <a:ext uri="{FF2B5EF4-FFF2-40B4-BE49-F238E27FC236}">
                <a16:creationId xmlns:a16="http://schemas.microsoft.com/office/drawing/2014/main" id="{34A9DCF4-04A6-BFB9-FBEE-EB4906B1F6D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42361" y="1432068"/>
            <a:ext cx="3690589" cy="2229731"/>
          </a:xfrm>
          <a:prstGeom prst="roundRect">
            <a:avLst/>
          </a:prstGeom>
          <a:ln w="57150">
            <a:solidFill>
              <a:srgbClr val="83A83F"/>
            </a:solidFill>
          </a:ln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85652EDF-4411-1BB7-CF12-953857E2CA3E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accent3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28650" y="4138071"/>
            <a:ext cx="2672573" cy="1716925"/>
          </a:xfrm>
          <a:prstGeom prst="rect">
            <a:avLst/>
          </a:prstGeom>
          <a:ln>
            <a:solidFill>
              <a:schemeClr val="tx2">
                <a:lumMod val="60000"/>
                <a:lumOff val="40000"/>
              </a:schemeClr>
            </a:solidFill>
          </a:ln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DC17D1E7-9279-E2A5-9F40-81C965BC94A6}"/>
              </a:ext>
            </a:extLst>
          </p:cNvPr>
          <p:cNvSpPr txBox="1"/>
          <p:nvPr/>
        </p:nvSpPr>
        <p:spPr>
          <a:xfrm>
            <a:off x="896076" y="5903221"/>
            <a:ext cx="213771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Local Church</a:t>
            </a:r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3DDC4ECF-F35D-C3F9-A186-A9EB2EF1598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42137" y="1676629"/>
            <a:ext cx="1855810" cy="1752371"/>
          </a:xfrm>
          <a:prstGeom prst="rect">
            <a:avLst/>
          </a:prstGeom>
          <a:effectLst>
            <a:glow rad="101600">
              <a:schemeClr val="bg1"/>
            </a:glow>
          </a:effectLst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BE283DEB-0C48-0AA9-0FF8-8670EBD6B30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94139" y="4327455"/>
            <a:ext cx="563907" cy="532476"/>
          </a:xfrm>
          <a:prstGeom prst="rect">
            <a:avLst/>
          </a:prstGeom>
          <a:effectLst>
            <a:glow rad="101600">
              <a:schemeClr val="bg1"/>
            </a:glow>
          </a:effectLst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ABF33F49-1316-1E62-8516-E4411A46318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50255" y="4891473"/>
            <a:ext cx="563907" cy="532476"/>
          </a:xfrm>
          <a:prstGeom prst="rect">
            <a:avLst/>
          </a:prstGeom>
          <a:effectLst>
            <a:glow rad="101600">
              <a:schemeClr val="bg1"/>
            </a:glow>
          </a:effectLst>
        </p:spPr>
      </p:pic>
      <p:sp>
        <p:nvSpPr>
          <p:cNvPr id="37" name="TextBox 36">
            <a:extLst>
              <a:ext uri="{FF2B5EF4-FFF2-40B4-BE49-F238E27FC236}">
                <a16:creationId xmlns:a16="http://schemas.microsoft.com/office/drawing/2014/main" id="{9CDA5F3C-8FC6-49DA-7083-BC4BF1A3293A}"/>
              </a:ext>
            </a:extLst>
          </p:cNvPr>
          <p:cNvSpPr txBox="1"/>
          <p:nvPr/>
        </p:nvSpPr>
        <p:spPr>
          <a:xfrm>
            <a:off x="4572000" y="4452305"/>
            <a:ext cx="14666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Quality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1BBA7A68-AEE4-2088-5A40-ABF18F6BAD0C}"/>
              </a:ext>
            </a:extLst>
          </p:cNvPr>
          <p:cNvSpPr txBox="1"/>
          <p:nvPr/>
        </p:nvSpPr>
        <p:spPr>
          <a:xfrm>
            <a:off x="4572000" y="5086159"/>
            <a:ext cx="16310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Naturalness</a:t>
            </a:r>
          </a:p>
        </p:txBody>
      </p:sp>
      <p:pic>
        <p:nvPicPr>
          <p:cNvPr id="40" name="Graphic 39" descr="Checklist outline">
            <a:extLst>
              <a:ext uri="{FF2B5EF4-FFF2-40B4-BE49-F238E27FC236}">
                <a16:creationId xmlns:a16="http://schemas.microsoft.com/office/drawing/2014/main" id="{00349704-1FE9-8F41-9681-DD49C498760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514861" y="3719663"/>
            <a:ext cx="1975384" cy="1975384"/>
          </a:xfrm>
          <a:prstGeom prst="rect">
            <a:avLst/>
          </a:prstGeom>
        </p:spPr>
      </p:pic>
      <p:sp>
        <p:nvSpPr>
          <p:cNvPr id="41" name="TextBox 40">
            <a:extLst>
              <a:ext uri="{FF2B5EF4-FFF2-40B4-BE49-F238E27FC236}">
                <a16:creationId xmlns:a16="http://schemas.microsoft.com/office/drawing/2014/main" id="{324BEBC4-EB2D-8794-7A09-C53A1507B6B1}"/>
              </a:ext>
            </a:extLst>
          </p:cNvPr>
          <p:cNvSpPr txBox="1"/>
          <p:nvPr/>
        </p:nvSpPr>
        <p:spPr>
          <a:xfrm>
            <a:off x="6909540" y="5670330"/>
            <a:ext cx="13383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Standard</a:t>
            </a:r>
          </a:p>
        </p:txBody>
      </p:sp>
      <p:pic>
        <p:nvPicPr>
          <p:cNvPr id="4" name="Graphic 3" descr="Office worker male with solid fill">
            <a:extLst>
              <a:ext uri="{FF2B5EF4-FFF2-40B4-BE49-F238E27FC236}">
                <a16:creationId xmlns:a16="http://schemas.microsoft.com/office/drawing/2014/main" id="{8CA8E586-ECA6-2AFD-7AB8-4A62FACF9B6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50535" y="2089733"/>
            <a:ext cx="914400" cy="914400"/>
          </a:xfrm>
          <a:prstGeom prst="rect">
            <a:avLst/>
          </a:prstGeom>
        </p:spPr>
      </p:pic>
      <p:pic>
        <p:nvPicPr>
          <p:cNvPr id="6" name="Graphic 5" descr="Clipboard outline">
            <a:extLst>
              <a:ext uri="{FF2B5EF4-FFF2-40B4-BE49-F238E27FC236}">
                <a16:creationId xmlns:a16="http://schemas.microsoft.com/office/drawing/2014/main" id="{193DE35E-4FF2-5A4C-E8A4-F87F718DD26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632234" y="2279464"/>
            <a:ext cx="566549" cy="56654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B51D661-579A-D38A-A99A-0ABBE18A6D65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82708" y="2264956"/>
            <a:ext cx="2049685" cy="618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43176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/>
      <p:bldP spid="37" grpId="0"/>
      <p:bldP spid="38" grpId="0"/>
      <p:bldP spid="41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71B2258F-86CA-4D4D-8270-BC05FCDEBF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799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 descr="Rotating Earth globe on wood stand">
            <a:extLst>
              <a:ext uri="{FF2B5EF4-FFF2-40B4-BE49-F238E27FC236}">
                <a16:creationId xmlns:a16="http://schemas.microsoft.com/office/drawing/2014/main" id="{6AA64C2A-0BA3-1F1F-755C-508C6E21A98C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" r="-1" b="-1"/>
          <a:stretch/>
        </p:blipFill>
        <p:spPr>
          <a:xfrm>
            <a:off x="0" y="1"/>
            <a:ext cx="9143980" cy="68579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7E05F11-927F-9461-7985-B9B49FBAB4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9432" y="1706892"/>
            <a:ext cx="6858000" cy="2900518"/>
          </a:xfr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6000" dirty="0">
                <a:solidFill>
                  <a:srgbClr val="FFFFFF"/>
                </a:solidFill>
                <a:latin typeface="+mj-lt"/>
                <a:cs typeface="+mj-cs"/>
              </a:rPr>
              <a:t>Globally</a:t>
            </a:r>
            <a:br>
              <a:rPr lang="en-US" sz="6000" dirty="0">
                <a:solidFill>
                  <a:srgbClr val="FFFFFF"/>
                </a:solidFill>
                <a:latin typeface="+mj-lt"/>
                <a:cs typeface="+mj-cs"/>
              </a:rPr>
            </a:br>
            <a:r>
              <a:rPr lang="en-US" sz="6000" dirty="0">
                <a:solidFill>
                  <a:srgbClr val="FFFFFF"/>
                </a:solidFill>
                <a:latin typeface="+mj-lt"/>
                <a:cs typeface="+mj-cs"/>
              </a:rPr>
              <a:t> Accepted Qualities</a:t>
            </a:r>
          </a:p>
        </p:txBody>
      </p:sp>
    </p:spTree>
    <p:extLst>
      <p:ext uri="{BB962C8B-B14F-4D97-AF65-F5344CB8AC3E}">
        <p14:creationId xmlns:p14="http://schemas.microsoft.com/office/powerpoint/2010/main" val="109954907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1E1DF7B-1A6B-4461-BA06-D125DA591CE0}"/>
              </a:ext>
            </a:extLst>
          </p:cNvPr>
          <p:cNvSpPr/>
          <p:nvPr/>
        </p:nvSpPr>
        <p:spPr>
          <a:xfrm>
            <a:off x="0" y="3147130"/>
            <a:ext cx="9144000" cy="563739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rtlCol="0" anchor="ctr">
            <a:noAutofit/>
          </a:bodyPr>
          <a:lstStyle/>
          <a:p>
            <a:pPr algn="ctr"/>
            <a:endParaRPr lang="en-US" sz="20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2007297-B443-43EA-ADFE-3FABCD20B8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makes a good translation?</a:t>
            </a:r>
          </a:p>
        </p:txBody>
      </p:sp>
      <p:pic>
        <p:nvPicPr>
          <p:cNvPr id="5" name="Picture 4" descr="Woman in a library">
            <a:extLst>
              <a:ext uri="{FF2B5EF4-FFF2-40B4-BE49-F238E27FC236}">
                <a16:creationId xmlns:a16="http://schemas.microsoft.com/office/drawing/2014/main" id="{8AF66C6A-C282-8A55-7E9A-8F4A9367B75D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747" r="13098" b="27745"/>
          <a:stretch/>
        </p:blipFill>
        <p:spPr>
          <a:xfrm>
            <a:off x="2948910" y="1712075"/>
            <a:ext cx="3246180" cy="3387819"/>
          </a:xfrm>
          <a:prstGeom prst="roundRect">
            <a:avLst/>
          </a:prstGeom>
          <a:ln w="57150">
            <a:solidFill>
              <a:srgbClr val="B95659"/>
            </a:solidFill>
          </a:ln>
        </p:spPr>
      </p:pic>
    </p:spTree>
    <p:extLst>
      <p:ext uri="{BB962C8B-B14F-4D97-AF65-F5344CB8AC3E}">
        <p14:creationId xmlns:p14="http://schemas.microsoft.com/office/powerpoint/2010/main" val="37094456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945246C9-6606-4FB3-986C-A85DE631581B}"/>
              </a:ext>
            </a:extLst>
          </p:cNvPr>
          <p:cNvSpPr/>
          <p:nvPr/>
        </p:nvSpPr>
        <p:spPr>
          <a:xfrm>
            <a:off x="0" y="3415454"/>
            <a:ext cx="9144000" cy="202611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txBody>
          <a:bodyPr rtlCol="0" anchor="ctr">
            <a:noAutofit/>
          </a:bodyPr>
          <a:lstStyle/>
          <a:p>
            <a:pPr algn="ctr"/>
            <a:endParaRPr lang="en-US" sz="2000" dirty="0">
              <a:solidFill>
                <a:srgbClr val="71655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Arrow: Pentagon 4">
            <a:extLst>
              <a:ext uri="{FF2B5EF4-FFF2-40B4-BE49-F238E27FC236}">
                <a16:creationId xmlns:a16="http://schemas.microsoft.com/office/drawing/2014/main" id="{F71B9975-CCC4-474E-991A-A08FD86C6E7A}"/>
              </a:ext>
            </a:extLst>
          </p:cNvPr>
          <p:cNvSpPr/>
          <p:nvPr/>
        </p:nvSpPr>
        <p:spPr>
          <a:xfrm rot="5400000">
            <a:off x="3387103" y="571149"/>
            <a:ext cx="2369795" cy="3145970"/>
          </a:xfrm>
          <a:prstGeom prst="homePlate">
            <a:avLst>
              <a:gd name="adj" fmla="val 32616"/>
            </a:avLst>
          </a:prstGeom>
          <a:solidFill>
            <a:schemeClr val="accent2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rtlCol="0" anchor="ctr">
            <a:noAutofit/>
          </a:bodyPr>
          <a:lstStyle/>
          <a:p>
            <a:pPr algn="ctr"/>
            <a:endParaRPr lang="en-US" sz="6000" b="1" dirty="0">
              <a:solidFill>
                <a:schemeClr val="bg2"/>
              </a:solidFill>
              <a:cs typeface="Arial" panose="020B0604020202020204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760D292-E0D6-49F5-8581-8EDCEF6F6D4C}"/>
              </a:ext>
            </a:extLst>
          </p:cNvPr>
          <p:cNvSpPr txBox="1"/>
          <p:nvPr/>
        </p:nvSpPr>
        <p:spPr>
          <a:xfrm>
            <a:off x="2999014" y="1416437"/>
            <a:ext cx="3145972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Arial" panose="020B0604020202020204" pitchFamily="34" charset="0"/>
              </a:rPr>
              <a:t>Try it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A99BE38-35A7-4804-B014-732871357EEE}"/>
              </a:ext>
            </a:extLst>
          </p:cNvPr>
          <p:cNvSpPr txBox="1"/>
          <p:nvPr/>
        </p:nvSpPr>
        <p:spPr>
          <a:xfrm>
            <a:off x="3110592" y="4197676"/>
            <a:ext cx="2922816" cy="4616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sz="2400" b="1" dirty="0">
                <a:solidFill>
                  <a:schemeClr val="tx2"/>
                </a:solidFill>
                <a:latin typeface="Arial" panose="020B0604020202020204" pitchFamily="34" charset="0"/>
                <a:ea typeface="Calibri" panose="020F0502020204030204" pitchFamily="34" charset="0"/>
              </a:rPr>
              <a:t>Build your guide</a:t>
            </a:r>
            <a:r>
              <a:rPr lang="en-US" sz="2400" b="1" dirty="0">
                <a:solidFill>
                  <a:schemeClr val="tx2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646910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10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18" grpId="0"/>
      <p:bldP spid="10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Text, letter&#10;&#10;Description automatically generated">
            <a:extLst>
              <a:ext uri="{FF2B5EF4-FFF2-40B4-BE49-F238E27FC236}">
                <a16:creationId xmlns:a16="http://schemas.microsoft.com/office/drawing/2014/main" id="{55DA3522-7C2A-5DA4-1A8B-0C0E9EBBE78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81258" y="1197147"/>
            <a:ext cx="2760463" cy="1667780"/>
          </a:xfrm>
          <a:prstGeom prst="roundRect">
            <a:avLst/>
          </a:prstGeom>
          <a:ln w="57150">
            <a:solidFill>
              <a:srgbClr val="83A83F"/>
            </a:solidFill>
          </a:ln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D762E9C-F08C-2F8A-E2FE-493D7EADF29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85157" y="1350882"/>
            <a:ext cx="1365421" cy="1289315"/>
          </a:xfrm>
          <a:prstGeom prst="rect">
            <a:avLst/>
          </a:prstGeom>
          <a:effectLst>
            <a:glow rad="101600">
              <a:schemeClr val="bg1"/>
            </a:glow>
          </a:effectLst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D9690595-F18E-01D4-9882-07B63913779E}"/>
              </a:ext>
            </a:extLst>
          </p:cNvPr>
          <p:cNvSpPr/>
          <p:nvPr/>
        </p:nvSpPr>
        <p:spPr>
          <a:xfrm>
            <a:off x="3300850" y="2993612"/>
            <a:ext cx="518984" cy="463692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pPr algn="ctr"/>
            <a:endParaRPr lang="en-US" sz="2000" dirty="0">
              <a:solidFill>
                <a:srgbClr val="71655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1500362-2F24-1AF0-F568-91312B0D0635}"/>
              </a:ext>
            </a:extLst>
          </p:cNvPr>
          <p:cNvSpPr/>
          <p:nvPr/>
        </p:nvSpPr>
        <p:spPr>
          <a:xfrm>
            <a:off x="6241325" y="3009529"/>
            <a:ext cx="518984" cy="463692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pPr algn="ctr"/>
            <a:endParaRPr lang="en-US" sz="2000" dirty="0">
              <a:solidFill>
                <a:srgbClr val="71655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01E09CEA-BCB0-7D54-0EF6-07A60DADA17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88888" y="3075154"/>
            <a:ext cx="342908" cy="323795"/>
          </a:xfrm>
          <a:prstGeom prst="rect">
            <a:avLst/>
          </a:prstGeom>
          <a:effectLst>
            <a:glow rad="101600">
              <a:schemeClr val="bg1"/>
            </a:glow>
          </a:effectLst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65572946-4A32-B99A-A8DF-D53B9391E96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41470" y="3103232"/>
            <a:ext cx="342908" cy="323795"/>
          </a:xfrm>
          <a:prstGeom prst="rect">
            <a:avLst/>
          </a:prstGeom>
          <a:effectLst>
            <a:glow rad="101600">
              <a:schemeClr val="bg1"/>
            </a:glow>
          </a:effectLst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C757D08A-490F-208E-9956-8EA3619BFF75}"/>
              </a:ext>
            </a:extLst>
          </p:cNvPr>
          <p:cNvSpPr txBox="1"/>
          <p:nvPr/>
        </p:nvSpPr>
        <p:spPr>
          <a:xfrm>
            <a:off x="3889289" y="3024640"/>
            <a:ext cx="21057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Definitions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AEE9634-47C0-F6C7-882C-49D64823656F}"/>
              </a:ext>
            </a:extLst>
          </p:cNvPr>
          <p:cNvSpPr txBox="1"/>
          <p:nvPr/>
        </p:nvSpPr>
        <p:spPr>
          <a:xfrm>
            <a:off x="6814884" y="2993612"/>
            <a:ext cx="21057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Questions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99841F3-9007-3351-BF35-09E09215E7A4}"/>
              </a:ext>
            </a:extLst>
          </p:cNvPr>
          <p:cNvSpPr txBox="1"/>
          <p:nvPr/>
        </p:nvSpPr>
        <p:spPr>
          <a:xfrm>
            <a:off x="6241325" y="3486850"/>
            <a:ext cx="22736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________________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0B40B78-1C98-CB37-6B8B-69C6274C4433}"/>
              </a:ext>
            </a:extLst>
          </p:cNvPr>
          <p:cNvSpPr txBox="1"/>
          <p:nvPr/>
        </p:nvSpPr>
        <p:spPr>
          <a:xfrm>
            <a:off x="3487136" y="3855637"/>
            <a:ext cx="22736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________________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05309B9-813B-D869-20A7-7AB4200F265A}"/>
              </a:ext>
            </a:extLst>
          </p:cNvPr>
          <p:cNvSpPr txBox="1"/>
          <p:nvPr/>
        </p:nvSpPr>
        <p:spPr>
          <a:xfrm>
            <a:off x="3487136" y="3486305"/>
            <a:ext cx="22736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________________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A1F52FD-8F05-DA23-1877-CC6A1DC499DD}"/>
              </a:ext>
            </a:extLst>
          </p:cNvPr>
          <p:cNvSpPr txBox="1"/>
          <p:nvPr/>
        </p:nvSpPr>
        <p:spPr>
          <a:xfrm>
            <a:off x="6241325" y="4234892"/>
            <a:ext cx="22736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________________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B9C8293-EED3-D361-25FC-886D0677EF26}"/>
              </a:ext>
            </a:extLst>
          </p:cNvPr>
          <p:cNvSpPr txBox="1"/>
          <p:nvPr/>
        </p:nvSpPr>
        <p:spPr>
          <a:xfrm>
            <a:off x="6241325" y="3854600"/>
            <a:ext cx="22736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________________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AAD41FFA-E9B0-F442-1A55-5C831263DE0B}"/>
              </a:ext>
            </a:extLst>
          </p:cNvPr>
          <p:cNvSpPr txBox="1"/>
          <p:nvPr/>
        </p:nvSpPr>
        <p:spPr>
          <a:xfrm>
            <a:off x="3503845" y="4230152"/>
            <a:ext cx="22736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________________</a:t>
            </a:r>
          </a:p>
        </p:txBody>
      </p:sp>
      <p:sp>
        <p:nvSpPr>
          <p:cNvPr id="38" name="Title 1">
            <a:extLst>
              <a:ext uri="{FF2B5EF4-FFF2-40B4-BE49-F238E27FC236}">
                <a16:creationId xmlns:a16="http://schemas.microsoft.com/office/drawing/2014/main" id="{2784E481-1DB4-2B06-DBA5-C52E911793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86512"/>
            <a:ext cx="7886700" cy="1325563"/>
          </a:xfrm>
        </p:spPr>
        <p:txBody>
          <a:bodyPr/>
          <a:lstStyle/>
          <a:p>
            <a:r>
              <a:rPr lang="en-US" dirty="0"/>
              <a:t>Quality Assessment Guide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100241A-4186-A412-E97D-B7B90D93B878}"/>
              </a:ext>
            </a:extLst>
          </p:cNvPr>
          <p:cNvSpPr txBox="1"/>
          <p:nvPr/>
        </p:nvSpPr>
        <p:spPr>
          <a:xfrm>
            <a:off x="3489667" y="4620230"/>
            <a:ext cx="22736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________________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2050EF4-793A-FD06-E842-5601D067506F}"/>
              </a:ext>
            </a:extLst>
          </p:cNvPr>
          <p:cNvSpPr txBox="1"/>
          <p:nvPr/>
        </p:nvSpPr>
        <p:spPr>
          <a:xfrm>
            <a:off x="3503845" y="5027777"/>
            <a:ext cx="22736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________________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E9ACA0D-8A95-C053-8D71-297A93A20E21}"/>
              </a:ext>
            </a:extLst>
          </p:cNvPr>
          <p:cNvSpPr txBox="1"/>
          <p:nvPr/>
        </p:nvSpPr>
        <p:spPr>
          <a:xfrm>
            <a:off x="3487136" y="5452024"/>
            <a:ext cx="22736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________________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7CFB414-3BCF-B2ED-3678-5250D6B992A4}"/>
              </a:ext>
            </a:extLst>
          </p:cNvPr>
          <p:cNvSpPr txBox="1"/>
          <p:nvPr/>
        </p:nvSpPr>
        <p:spPr>
          <a:xfrm>
            <a:off x="3487136" y="5840653"/>
            <a:ext cx="22736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________________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4D86480-ED2B-BA46-AD6B-176982988375}"/>
              </a:ext>
            </a:extLst>
          </p:cNvPr>
          <p:cNvSpPr txBox="1"/>
          <p:nvPr/>
        </p:nvSpPr>
        <p:spPr>
          <a:xfrm>
            <a:off x="207432" y="3362720"/>
            <a:ext cx="2732977" cy="33650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/>
              <a:t>Accurate</a:t>
            </a:r>
          </a:p>
          <a:p>
            <a:pPr>
              <a:lnSpc>
                <a:spcPct val="150000"/>
              </a:lnSpc>
            </a:pPr>
            <a:r>
              <a:rPr lang="en-US" b="1" dirty="0"/>
              <a:t>Faithful</a:t>
            </a:r>
          </a:p>
          <a:p>
            <a:pPr>
              <a:lnSpc>
                <a:spcPct val="150000"/>
              </a:lnSpc>
            </a:pPr>
            <a:r>
              <a:rPr lang="en-US" b="1" dirty="0"/>
              <a:t>Historical</a:t>
            </a:r>
          </a:p>
          <a:p>
            <a:pPr>
              <a:lnSpc>
                <a:spcPct val="150000"/>
              </a:lnSpc>
            </a:pPr>
            <a:r>
              <a:rPr lang="en-US" b="1" dirty="0"/>
              <a:t>Clear</a:t>
            </a:r>
          </a:p>
          <a:p>
            <a:pPr>
              <a:lnSpc>
                <a:spcPct val="150000"/>
              </a:lnSpc>
            </a:pPr>
            <a:r>
              <a:rPr lang="en-US" b="1" dirty="0"/>
              <a:t>Natural</a:t>
            </a:r>
          </a:p>
          <a:p>
            <a:pPr>
              <a:lnSpc>
                <a:spcPct val="150000"/>
              </a:lnSpc>
            </a:pPr>
            <a:r>
              <a:rPr lang="en-US" b="1" dirty="0"/>
              <a:t>Correct style</a:t>
            </a:r>
          </a:p>
          <a:p>
            <a:pPr>
              <a:lnSpc>
                <a:spcPct val="150000"/>
              </a:lnSpc>
            </a:pPr>
            <a:r>
              <a:rPr lang="en-US" b="1" dirty="0"/>
              <a:t>Grammar is correct</a:t>
            </a:r>
          </a:p>
          <a:p>
            <a:pPr>
              <a:lnSpc>
                <a:spcPct val="150000"/>
              </a:lnSpc>
            </a:pPr>
            <a:r>
              <a:rPr lang="en-US" b="1" dirty="0"/>
              <a:t>Other qualities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0681211-420F-7A68-41D6-FB2CF9FAC1E7}"/>
              </a:ext>
            </a:extLst>
          </p:cNvPr>
          <p:cNvSpPr txBox="1"/>
          <p:nvPr/>
        </p:nvSpPr>
        <p:spPr>
          <a:xfrm>
            <a:off x="6241325" y="4635302"/>
            <a:ext cx="22736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________________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5370FD5-8B1C-8A5E-7016-5CA9FE07D954}"/>
              </a:ext>
            </a:extLst>
          </p:cNvPr>
          <p:cNvSpPr txBox="1"/>
          <p:nvPr/>
        </p:nvSpPr>
        <p:spPr>
          <a:xfrm>
            <a:off x="6241325" y="5022479"/>
            <a:ext cx="22736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________________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1C2F19D-244C-4FC6-76BE-3C1F724F5B10}"/>
              </a:ext>
            </a:extLst>
          </p:cNvPr>
          <p:cNvSpPr txBox="1"/>
          <p:nvPr/>
        </p:nvSpPr>
        <p:spPr>
          <a:xfrm>
            <a:off x="6241325" y="5411727"/>
            <a:ext cx="22736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________________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2A36902-4F3B-0472-8404-AEDB31592EFB}"/>
              </a:ext>
            </a:extLst>
          </p:cNvPr>
          <p:cNvSpPr txBox="1"/>
          <p:nvPr/>
        </p:nvSpPr>
        <p:spPr>
          <a:xfrm>
            <a:off x="6241325" y="5847285"/>
            <a:ext cx="22736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________________</a:t>
            </a:r>
          </a:p>
        </p:txBody>
      </p:sp>
      <p:pic>
        <p:nvPicPr>
          <p:cNvPr id="14" name="Picture 13" descr="Rotating Earth globe on wood stand">
            <a:extLst>
              <a:ext uri="{FF2B5EF4-FFF2-40B4-BE49-F238E27FC236}">
                <a16:creationId xmlns:a16="http://schemas.microsoft.com/office/drawing/2014/main" id="{6DCCC723-08B6-D981-4AEC-D53A909A0D6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231" y="1211192"/>
            <a:ext cx="2989962" cy="2128211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1BB6FA07-06FB-6A9D-9629-17F9D8BFD9AF}"/>
              </a:ext>
            </a:extLst>
          </p:cNvPr>
          <p:cNvSpPr txBox="1"/>
          <p:nvPr/>
        </p:nvSpPr>
        <p:spPr>
          <a:xfrm>
            <a:off x="899526" y="2011144"/>
            <a:ext cx="135924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chemeClr val="bg1"/>
                </a:solidFill>
              </a:rPr>
              <a:t>Qualities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5A7A06A-DB9B-1D3D-8285-77B255DA8EB3}"/>
              </a:ext>
            </a:extLst>
          </p:cNvPr>
          <p:cNvSpPr txBox="1"/>
          <p:nvPr/>
        </p:nvSpPr>
        <p:spPr>
          <a:xfrm>
            <a:off x="3487136" y="6216617"/>
            <a:ext cx="22736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________________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DE4C164-CDCB-B5AE-0375-8DE66421FACD}"/>
              </a:ext>
            </a:extLst>
          </p:cNvPr>
          <p:cNvSpPr txBox="1"/>
          <p:nvPr/>
        </p:nvSpPr>
        <p:spPr>
          <a:xfrm>
            <a:off x="6250578" y="6216617"/>
            <a:ext cx="22736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________________</a:t>
            </a:r>
          </a:p>
        </p:txBody>
      </p:sp>
    </p:spTree>
    <p:extLst>
      <p:ext uri="{BB962C8B-B14F-4D97-AF65-F5344CB8AC3E}">
        <p14:creationId xmlns:p14="http://schemas.microsoft.com/office/powerpoint/2010/main" val="10511578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3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3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800"/>
                            </p:stCondLst>
                            <p:childTnLst>
                              <p:par>
                                <p:cTn id="25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300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8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100"/>
                            </p:stCondLst>
                            <p:childTnLst>
                              <p:par>
                                <p:cTn id="30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3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33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1400"/>
                            </p:stCondLst>
                            <p:childTnLst>
                              <p:par>
                                <p:cTn id="35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200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38" dur="2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1600"/>
                            </p:stCondLst>
                            <p:childTnLst>
                              <p:par>
                                <p:cTn id="40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200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43" dur="2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1800"/>
                            </p:stCondLst>
                            <p:childTnLst>
                              <p:par>
                                <p:cTn id="45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200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48" dur="2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2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52" dur="2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2000"/>
                            </p:stCondLst>
                            <p:childTnLst>
                              <p:par>
                                <p:cTn id="54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2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57" dur="2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2200"/>
                            </p:stCondLst>
                            <p:childTnLst>
                              <p:par>
                                <p:cTn id="59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2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62" dur="2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2400"/>
                            </p:stCondLst>
                            <p:childTnLst>
                              <p:par>
                                <p:cTn id="64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2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67" dur="2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2600"/>
                            </p:stCondLst>
                            <p:childTnLst>
                              <p:par>
                                <p:cTn id="69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2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72" dur="2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2800"/>
                            </p:stCondLst>
                            <p:childTnLst>
                              <p:par>
                                <p:cTn id="74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6" dur="2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77" dur="2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3000"/>
                            </p:stCondLst>
                            <p:childTnLst>
                              <p:par>
                                <p:cTn id="79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1" dur="200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2" dur="2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>
                            <p:stCondLst>
                              <p:cond delay="3200"/>
                            </p:stCondLst>
                            <p:childTnLst>
                              <p:par>
                                <p:cTn id="84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6" dur="200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7" dur="2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3400"/>
                            </p:stCondLst>
                            <p:childTnLst>
                              <p:par>
                                <p:cTn id="89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2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92" dur="2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" fill="hold">
                            <p:stCondLst>
                              <p:cond delay="3600"/>
                            </p:stCondLst>
                            <p:childTnLst>
                              <p:par>
                                <p:cTn id="94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6" dur="2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97" dur="2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8" fill="hold">
                            <p:stCondLst>
                              <p:cond delay="3800"/>
                            </p:stCondLst>
                            <p:childTnLst>
                              <p:par>
                                <p:cTn id="99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1" dur="2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02" dur="2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3" fill="hold">
                            <p:stCondLst>
                              <p:cond delay="4000"/>
                            </p:stCondLst>
                            <p:childTnLst>
                              <p:par>
                                <p:cTn id="104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6" dur="2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07" dur="2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8" fill="hold">
                            <p:stCondLst>
                              <p:cond delay="4200"/>
                            </p:stCondLst>
                            <p:childTnLst>
                              <p:par>
                                <p:cTn id="109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1" dur="2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12" dur="2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3" fill="hold">
                            <p:stCondLst>
                              <p:cond delay="4400"/>
                            </p:stCondLst>
                            <p:childTnLst>
                              <p:par>
                                <p:cTn id="11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6" fill="hold">
                            <p:stCondLst>
                              <p:cond delay="4400"/>
                            </p:stCondLst>
                            <p:childTnLst>
                              <p:par>
                                <p:cTn id="11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9" fill="hold">
                            <p:stCondLst>
                              <p:cond delay="4400"/>
                            </p:stCondLst>
                            <p:childTnLst>
                              <p:par>
                                <p:cTn id="12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27" grpId="0"/>
      <p:bldP spid="28" grpId="0"/>
      <p:bldP spid="30" grpId="0"/>
      <p:bldP spid="31" grpId="0"/>
      <p:bldP spid="33" grpId="0"/>
      <p:bldP spid="34" grpId="0"/>
      <p:bldP spid="36" grpId="0"/>
      <p:bldP spid="37" grpId="0"/>
      <p:bldP spid="3" grpId="0"/>
      <p:bldP spid="4" grpId="0"/>
      <p:bldP spid="5" grpId="0"/>
      <p:bldP spid="6" grpId="0"/>
      <p:bldP spid="7" grpId="0"/>
      <p:bldP spid="8" grpId="0"/>
      <p:bldP spid="9" grpId="0"/>
      <p:bldP spid="11" grpId="0"/>
      <p:bldP spid="13" grpId="0"/>
      <p:bldP spid="15" grpId="0"/>
      <p:bldP spid="19" grpId="0"/>
      <p:bldP spid="20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945246C9-6606-4FB3-986C-A85DE631581B}"/>
              </a:ext>
            </a:extLst>
          </p:cNvPr>
          <p:cNvSpPr/>
          <p:nvPr/>
        </p:nvSpPr>
        <p:spPr>
          <a:xfrm>
            <a:off x="0" y="3415454"/>
            <a:ext cx="9144000" cy="202611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txBody>
          <a:bodyPr rtlCol="0" anchor="ctr">
            <a:noAutofit/>
          </a:bodyPr>
          <a:lstStyle/>
          <a:p>
            <a:pPr algn="ctr"/>
            <a:endParaRPr lang="en-US" sz="2000" dirty="0">
              <a:solidFill>
                <a:srgbClr val="71655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Arrow: Pentagon 4">
            <a:extLst>
              <a:ext uri="{FF2B5EF4-FFF2-40B4-BE49-F238E27FC236}">
                <a16:creationId xmlns:a16="http://schemas.microsoft.com/office/drawing/2014/main" id="{F71B9975-CCC4-474E-991A-A08FD86C6E7A}"/>
              </a:ext>
            </a:extLst>
          </p:cNvPr>
          <p:cNvSpPr/>
          <p:nvPr/>
        </p:nvSpPr>
        <p:spPr>
          <a:xfrm rot="5400000">
            <a:off x="3387103" y="571149"/>
            <a:ext cx="2369795" cy="3145970"/>
          </a:xfrm>
          <a:prstGeom prst="homePlate">
            <a:avLst>
              <a:gd name="adj" fmla="val 32616"/>
            </a:avLst>
          </a:prstGeom>
          <a:solidFill>
            <a:schemeClr val="accent2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rtlCol="0" anchor="ctr">
            <a:noAutofit/>
          </a:bodyPr>
          <a:lstStyle/>
          <a:p>
            <a:pPr algn="ctr"/>
            <a:endParaRPr lang="en-US" sz="6000" b="1" dirty="0">
              <a:solidFill>
                <a:schemeClr val="bg2"/>
              </a:solidFill>
              <a:cs typeface="Arial" panose="020B0604020202020204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760D292-E0D6-49F5-8581-8EDCEF6F6D4C}"/>
              </a:ext>
            </a:extLst>
          </p:cNvPr>
          <p:cNvSpPr txBox="1"/>
          <p:nvPr/>
        </p:nvSpPr>
        <p:spPr>
          <a:xfrm>
            <a:off x="2999014" y="1416437"/>
            <a:ext cx="3145972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Arial" panose="020B0604020202020204" pitchFamily="34" charset="0"/>
              </a:rPr>
              <a:t>Try it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A99BE38-35A7-4804-B014-732871357EEE}"/>
              </a:ext>
            </a:extLst>
          </p:cNvPr>
          <p:cNvSpPr txBox="1"/>
          <p:nvPr/>
        </p:nvSpPr>
        <p:spPr>
          <a:xfrm>
            <a:off x="3110592" y="4197676"/>
            <a:ext cx="2922816" cy="4616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sz="2400" b="1" dirty="0">
                <a:solidFill>
                  <a:schemeClr val="tx2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Matthew 1:18–25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02F933C-1472-8C90-827D-428A4D21EA6B}"/>
              </a:ext>
            </a:extLst>
          </p:cNvPr>
          <p:cNvSpPr txBox="1"/>
          <p:nvPr/>
        </p:nvSpPr>
        <p:spPr>
          <a:xfrm>
            <a:off x="2168610" y="4819620"/>
            <a:ext cx="480677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rgbClr val="B95659"/>
                </a:solidFill>
              </a:rPr>
              <a:t>How did it go?</a:t>
            </a:r>
          </a:p>
        </p:txBody>
      </p:sp>
    </p:spTree>
    <p:extLst>
      <p:ext uri="{BB962C8B-B14F-4D97-AF65-F5344CB8AC3E}">
        <p14:creationId xmlns:p14="http://schemas.microsoft.com/office/powerpoint/2010/main" val="39517494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10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18" grpId="0"/>
      <p:bldP spid="10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>
            <a:extLst>
              <a:ext uri="{FF2B5EF4-FFF2-40B4-BE49-F238E27FC236}">
                <a16:creationId xmlns:a16="http://schemas.microsoft.com/office/drawing/2014/main" id="{62505D1F-3A67-4829-9B5F-B0E46A8B0F83}"/>
              </a:ext>
            </a:extLst>
          </p:cNvPr>
          <p:cNvGrpSpPr/>
          <p:nvPr/>
        </p:nvGrpSpPr>
        <p:grpSpPr>
          <a:xfrm>
            <a:off x="3168868" y="1282383"/>
            <a:ext cx="4658565" cy="4293235"/>
            <a:chOff x="3295841" y="1476633"/>
            <a:chExt cx="4237002" cy="3904732"/>
          </a:xfrm>
        </p:grpSpPr>
        <p:sp>
          <p:nvSpPr>
            <p:cNvPr id="9" name="Parallelogram 8">
              <a:extLst>
                <a:ext uri="{FF2B5EF4-FFF2-40B4-BE49-F238E27FC236}">
                  <a16:creationId xmlns:a16="http://schemas.microsoft.com/office/drawing/2014/main" id="{08D91778-2757-49F2-AB09-6D33F8844D1F}"/>
                </a:ext>
              </a:extLst>
            </p:cNvPr>
            <p:cNvSpPr/>
            <p:nvPr/>
          </p:nvSpPr>
          <p:spPr>
            <a:xfrm>
              <a:off x="5009589" y="1476633"/>
              <a:ext cx="2523254" cy="3904732"/>
            </a:xfrm>
            <a:prstGeom prst="parallelogram">
              <a:avLst>
                <a:gd name="adj" fmla="val 66953"/>
              </a:avLst>
            </a:prstGeom>
            <a:solidFill>
              <a:srgbClr val="71655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Parallelogram 9">
              <a:extLst>
                <a:ext uri="{FF2B5EF4-FFF2-40B4-BE49-F238E27FC236}">
                  <a16:creationId xmlns:a16="http://schemas.microsoft.com/office/drawing/2014/main" id="{4B6A9ACA-1A35-4D56-B557-3E39AD46DB07}"/>
                </a:ext>
              </a:extLst>
            </p:cNvPr>
            <p:cNvSpPr/>
            <p:nvPr/>
          </p:nvSpPr>
          <p:spPr>
            <a:xfrm>
              <a:off x="3295841" y="1476633"/>
              <a:ext cx="2523254" cy="3904732"/>
            </a:xfrm>
            <a:prstGeom prst="parallelogram">
              <a:avLst>
                <a:gd name="adj" fmla="val 66953"/>
              </a:avLst>
            </a:prstGeom>
            <a:solidFill>
              <a:srgbClr val="71655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908733BA-FB7E-4EFA-9273-D97BE08650A6}"/>
              </a:ext>
            </a:extLst>
          </p:cNvPr>
          <p:cNvGrpSpPr/>
          <p:nvPr/>
        </p:nvGrpSpPr>
        <p:grpSpPr>
          <a:xfrm>
            <a:off x="1316567" y="1282383"/>
            <a:ext cx="6480241" cy="4293235"/>
            <a:chOff x="1611158" y="1476633"/>
            <a:chExt cx="5893831" cy="3904732"/>
          </a:xfrm>
        </p:grpSpPr>
        <p:sp>
          <p:nvSpPr>
            <p:cNvPr id="12" name="Parallelogram 11">
              <a:extLst>
                <a:ext uri="{FF2B5EF4-FFF2-40B4-BE49-F238E27FC236}">
                  <a16:creationId xmlns:a16="http://schemas.microsoft.com/office/drawing/2014/main" id="{2EA235FE-2138-4C48-8303-9EBAE28CFED5}"/>
                </a:ext>
              </a:extLst>
            </p:cNvPr>
            <p:cNvSpPr/>
            <p:nvPr/>
          </p:nvSpPr>
          <p:spPr>
            <a:xfrm flipH="1">
              <a:off x="1611158" y="1476633"/>
              <a:ext cx="2523254" cy="3904732"/>
            </a:xfrm>
            <a:prstGeom prst="parallelogram">
              <a:avLst>
                <a:gd name="adj" fmla="val 66953"/>
              </a:avLst>
            </a:prstGeom>
            <a:solidFill>
              <a:srgbClr val="B9565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Parallelogram 12">
              <a:extLst>
                <a:ext uri="{FF2B5EF4-FFF2-40B4-BE49-F238E27FC236}">
                  <a16:creationId xmlns:a16="http://schemas.microsoft.com/office/drawing/2014/main" id="{A229B89D-5031-4F4F-AEEF-E8A1CDAD73B1}"/>
                </a:ext>
              </a:extLst>
            </p:cNvPr>
            <p:cNvSpPr/>
            <p:nvPr/>
          </p:nvSpPr>
          <p:spPr>
            <a:xfrm flipH="1">
              <a:off x="3323695" y="1476633"/>
              <a:ext cx="2523254" cy="3904732"/>
            </a:xfrm>
            <a:prstGeom prst="parallelogram">
              <a:avLst>
                <a:gd name="adj" fmla="val 66953"/>
              </a:avLst>
            </a:prstGeom>
            <a:solidFill>
              <a:srgbClr val="83A83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Parallelogram 13">
              <a:extLst>
                <a:ext uri="{FF2B5EF4-FFF2-40B4-BE49-F238E27FC236}">
                  <a16:creationId xmlns:a16="http://schemas.microsoft.com/office/drawing/2014/main" id="{AC879204-E238-4190-946B-412A71DC4296}"/>
                </a:ext>
              </a:extLst>
            </p:cNvPr>
            <p:cNvSpPr/>
            <p:nvPr/>
          </p:nvSpPr>
          <p:spPr>
            <a:xfrm flipH="1">
              <a:off x="4981735" y="1476633"/>
              <a:ext cx="2523254" cy="3904732"/>
            </a:xfrm>
            <a:prstGeom prst="parallelogram">
              <a:avLst>
                <a:gd name="adj" fmla="val 66953"/>
              </a:avLst>
            </a:prstGeom>
            <a:solidFill>
              <a:srgbClr val="FBA93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F00D8846-597B-4195-9B2F-1C48DB7B741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7531" y="2269865"/>
            <a:ext cx="7116980" cy="2147636"/>
          </a:xfrm>
          <a:prstGeom prst="rect">
            <a:avLst/>
          </a:prstGeom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8F406A7A-4372-4E9E-89C1-D5203C798C8D}"/>
              </a:ext>
            </a:extLst>
          </p:cNvPr>
          <p:cNvGrpSpPr/>
          <p:nvPr/>
        </p:nvGrpSpPr>
        <p:grpSpPr>
          <a:xfrm>
            <a:off x="-127730" y="0"/>
            <a:ext cx="9399460" cy="230430"/>
            <a:chOff x="-172745" y="0"/>
            <a:chExt cx="9399460" cy="230430"/>
          </a:xfrm>
        </p:grpSpPr>
        <p:sp>
          <p:nvSpPr>
            <p:cNvPr id="20" name="Parallelogram 19">
              <a:extLst>
                <a:ext uri="{FF2B5EF4-FFF2-40B4-BE49-F238E27FC236}">
                  <a16:creationId xmlns:a16="http://schemas.microsoft.com/office/drawing/2014/main" id="{ED1D0F24-F56E-4F72-861D-C7F91EB5ABFD}"/>
                </a:ext>
              </a:extLst>
            </p:cNvPr>
            <p:cNvSpPr/>
            <p:nvPr/>
          </p:nvSpPr>
          <p:spPr>
            <a:xfrm flipH="1">
              <a:off x="6026315" y="0"/>
              <a:ext cx="3200400" cy="230430"/>
            </a:xfrm>
            <a:prstGeom prst="parallelogram">
              <a:avLst>
                <a:gd name="adj" fmla="val 43583"/>
              </a:avLst>
            </a:prstGeom>
            <a:solidFill>
              <a:srgbClr val="FBA93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Parallelogram 20">
              <a:extLst>
                <a:ext uri="{FF2B5EF4-FFF2-40B4-BE49-F238E27FC236}">
                  <a16:creationId xmlns:a16="http://schemas.microsoft.com/office/drawing/2014/main" id="{6243CFFB-28EB-42A0-AF4F-2F6045FA5F1F}"/>
                </a:ext>
              </a:extLst>
            </p:cNvPr>
            <p:cNvSpPr/>
            <p:nvPr/>
          </p:nvSpPr>
          <p:spPr>
            <a:xfrm flipH="1">
              <a:off x="-172745" y="0"/>
              <a:ext cx="3200400" cy="230430"/>
            </a:xfrm>
            <a:prstGeom prst="parallelogram">
              <a:avLst>
                <a:gd name="adj" fmla="val 43583"/>
              </a:avLst>
            </a:prstGeom>
            <a:solidFill>
              <a:srgbClr val="B9565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Parallelogram 17">
              <a:extLst>
                <a:ext uri="{FF2B5EF4-FFF2-40B4-BE49-F238E27FC236}">
                  <a16:creationId xmlns:a16="http://schemas.microsoft.com/office/drawing/2014/main" id="{206BA820-028D-4AFE-A8C1-DAD65677009D}"/>
                </a:ext>
              </a:extLst>
            </p:cNvPr>
            <p:cNvSpPr/>
            <p:nvPr/>
          </p:nvSpPr>
          <p:spPr>
            <a:xfrm flipH="1">
              <a:off x="2926785" y="0"/>
              <a:ext cx="3200400" cy="230430"/>
            </a:xfrm>
            <a:prstGeom prst="parallelogram">
              <a:avLst>
                <a:gd name="adj" fmla="val 43583"/>
              </a:avLst>
            </a:prstGeom>
            <a:solidFill>
              <a:srgbClr val="83A83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8FE68E50-9407-4D78-B696-D40BB471D9FA}"/>
              </a:ext>
            </a:extLst>
          </p:cNvPr>
          <p:cNvGrpSpPr/>
          <p:nvPr/>
        </p:nvGrpSpPr>
        <p:grpSpPr>
          <a:xfrm>
            <a:off x="-127730" y="6628431"/>
            <a:ext cx="9399460" cy="230430"/>
            <a:chOff x="-172745" y="0"/>
            <a:chExt cx="9399460" cy="230430"/>
          </a:xfrm>
        </p:grpSpPr>
        <p:sp>
          <p:nvSpPr>
            <p:cNvPr id="31" name="Parallelogram 30">
              <a:extLst>
                <a:ext uri="{FF2B5EF4-FFF2-40B4-BE49-F238E27FC236}">
                  <a16:creationId xmlns:a16="http://schemas.microsoft.com/office/drawing/2014/main" id="{BF35DD5C-CF01-41EA-924C-F50A9350F825}"/>
                </a:ext>
              </a:extLst>
            </p:cNvPr>
            <p:cNvSpPr/>
            <p:nvPr/>
          </p:nvSpPr>
          <p:spPr>
            <a:xfrm flipH="1">
              <a:off x="6026315" y="0"/>
              <a:ext cx="3200400" cy="230430"/>
            </a:xfrm>
            <a:prstGeom prst="parallelogram">
              <a:avLst>
                <a:gd name="adj" fmla="val 43583"/>
              </a:avLst>
            </a:prstGeom>
            <a:solidFill>
              <a:srgbClr val="FBA93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Parallelogram 31">
              <a:extLst>
                <a:ext uri="{FF2B5EF4-FFF2-40B4-BE49-F238E27FC236}">
                  <a16:creationId xmlns:a16="http://schemas.microsoft.com/office/drawing/2014/main" id="{83361FD6-8CC7-4CDE-B5BF-1119A2E14202}"/>
                </a:ext>
              </a:extLst>
            </p:cNvPr>
            <p:cNvSpPr/>
            <p:nvPr/>
          </p:nvSpPr>
          <p:spPr>
            <a:xfrm flipH="1">
              <a:off x="-172745" y="0"/>
              <a:ext cx="3200400" cy="230430"/>
            </a:xfrm>
            <a:prstGeom prst="parallelogram">
              <a:avLst>
                <a:gd name="adj" fmla="val 43583"/>
              </a:avLst>
            </a:prstGeom>
            <a:solidFill>
              <a:srgbClr val="B9565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Parallelogram 32">
              <a:extLst>
                <a:ext uri="{FF2B5EF4-FFF2-40B4-BE49-F238E27FC236}">
                  <a16:creationId xmlns:a16="http://schemas.microsoft.com/office/drawing/2014/main" id="{63387F6C-7469-4A1C-9CE1-A0B478616759}"/>
                </a:ext>
              </a:extLst>
            </p:cNvPr>
            <p:cNvSpPr/>
            <p:nvPr/>
          </p:nvSpPr>
          <p:spPr>
            <a:xfrm flipH="1">
              <a:off x="2926785" y="0"/>
              <a:ext cx="3200400" cy="230430"/>
            </a:xfrm>
            <a:prstGeom prst="parallelogram">
              <a:avLst>
                <a:gd name="adj" fmla="val 43583"/>
              </a:avLst>
            </a:prstGeom>
            <a:solidFill>
              <a:srgbClr val="83A83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0728008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3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3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3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3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3000"/>
                            </p:stCondLst>
                            <p:childTnLst>
                              <p:par>
                                <p:cTn id="14" presetID="10" presetClass="exit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0" presetClass="exit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45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Custom 1">
      <a:dk1>
        <a:srgbClr val="000000"/>
      </a:dk1>
      <a:lt1>
        <a:srgbClr val="FFFFFF"/>
      </a:lt1>
      <a:dk2>
        <a:srgbClr val="5B4A42"/>
      </a:dk2>
      <a:lt2>
        <a:srgbClr val="FFFFFF"/>
      </a:lt2>
      <a:accent1>
        <a:srgbClr val="B95659"/>
      </a:accent1>
      <a:accent2>
        <a:srgbClr val="83A83F"/>
      </a:accent2>
      <a:accent3>
        <a:srgbClr val="FBA93D"/>
      </a:accent3>
      <a:accent4>
        <a:srgbClr val="00B0F0"/>
      </a:accent4>
      <a:accent5>
        <a:srgbClr val="6ABF4B"/>
      </a:accent5>
      <a:accent6>
        <a:srgbClr val="FFB71B"/>
      </a:accent6>
      <a:hlink>
        <a:srgbClr val="83A83F"/>
      </a:hlink>
      <a:folHlink>
        <a:srgbClr val="FBA93D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2"/>
        </a:solidFill>
        <a:ln>
          <a:noFill/>
        </a:ln>
      </a:spPr>
      <a:bodyPr rtlCol="0" anchor="ctr">
        <a:spAutoFit/>
      </a:bodyPr>
      <a:lstStyle>
        <a:defPPr algn="ctr">
          <a:defRPr sz="2000" dirty="0">
            <a:solidFill>
              <a:srgbClr val="716557"/>
            </a:solidFill>
            <a:latin typeface="Arial" panose="020B0604020202020204" pitchFamily="34" charset="0"/>
            <a:cs typeface="Arial" panose="020B0604020202020204" pitchFamily="34" charset="0"/>
          </a:defRPr>
        </a:defPPr>
      </a:lst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F017C5ECD5AE84588140775F5D9B6FC" ma:contentTypeVersion="10" ma:contentTypeDescription="Create a new document." ma:contentTypeScope="" ma:versionID="1a5380cb2be4a51461126b02f947e923">
  <xsd:schema xmlns:xsd="http://www.w3.org/2001/XMLSchema" xmlns:xs="http://www.w3.org/2001/XMLSchema" xmlns:p="http://schemas.microsoft.com/office/2006/metadata/properties" xmlns:ns2="fee82e44-1fa4-4144-8309-00fed2bf4198" xmlns:ns3="1a61c928-f5f6-4989-bd5d-cb8872a1b06d" targetNamespace="http://schemas.microsoft.com/office/2006/metadata/properties" ma:root="true" ma:fieldsID="9bf58d68fa2085cb5739c341b0c4cacb" ns2:_="" ns3:_="">
    <xsd:import namespace="fee82e44-1fa4-4144-8309-00fed2bf4198"/>
    <xsd:import namespace="1a61c928-f5f6-4989-bd5d-cb8872a1b06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LengthInSeconds" minOccurs="0"/>
                <xsd:element ref="ns2:MediaServiceObjectDetectorVersions" minOccurs="0"/>
                <xsd:element ref="ns2:MediaServiceGenerationTime" minOccurs="0"/>
                <xsd:element ref="ns2:MediaServiceEventHashCode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ee82e44-1fa4-4144-8309-00fed2bf419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3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1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SearchProperties" ma:index="17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a61c928-f5f6-4989-bd5d-cb8872a1b06d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B178770A-F6AC-406B-AF0D-88CBCF36B701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DD870300-B03F-45F7-9154-521D8C74684E}">
  <ds:schemaRefs>
    <ds:schemaRef ds:uri="http://purl.org/dc/dcmitype/"/>
    <ds:schemaRef ds:uri="http://purl.org/dc/terms/"/>
    <ds:schemaRef ds:uri="http://schemas.microsoft.com/office/2006/metadata/properties"/>
    <ds:schemaRef ds:uri="http://schemas.microsoft.com/office/2006/documentManagement/types"/>
    <ds:schemaRef ds:uri="http://purl.org/dc/elements/1.1/"/>
    <ds:schemaRef ds:uri="http://schemas.microsoft.com/office/infopath/2007/PartnerControls"/>
    <ds:schemaRef ds:uri="http://schemas.openxmlformats.org/package/2006/metadata/core-properties"/>
    <ds:schemaRef ds:uri="df9e8f7b-edc3-48d8-b0f6-325d38f0409f"/>
    <ds:schemaRef ds:uri="dd208db9-1446-42c5-a2ba-6edb048d778c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471D91C8-F601-4C7F-84CE-EC0D741B16AA}"/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6364</TotalTime>
  <Words>81</Words>
  <Application>Microsoft Office PowerPoint</Application>
  <PresentationFormat>On-screen Show (4:3)</PresentationFormat>
  <Paragraphs>50</Paragraphs>
  <Slides>9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PowerPoint Presentation</vt:lpstr>
      <vt:lpstr>PowerPoint Presentation</vt:lpstr>
      <vt:lpstr>Is it ready?</vt:lpstr>
      <vt:lpstr>Globally  Accepted Qualities</vt:lpstr>
      <vt:lpstr>What makes a good translation?</vt:lpstr>
      <vt:lpstr>PowerPoint Presentation</vt:lpstr>
      <vt:lpstr>Quality Assessment Guide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Owner</dc:creator>
  <cp:lastModifiedBy>Deborah Shaw</cp:lastModifiedBy>
  <cp:revision>240</cp:revision>
  <dcterms:created xsi:type="dcterms:W3CDTF">2019-03-18T18:21:25Z</dcterms:created>
  <dcterms:modified xsi:type="dcterms:W3CDTF">2026-03-30T17:11:50Z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0x0101002F017C5ECD5AE84588140775F5D9B6FC</vt:lpwstr>
  </property>
</Properties>
</file>