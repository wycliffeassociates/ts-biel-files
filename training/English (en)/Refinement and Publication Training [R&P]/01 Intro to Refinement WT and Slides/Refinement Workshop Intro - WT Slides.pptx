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82" r:id="rId5"/>
    <p:sldId id="320" r:id="rId6"/>
    <p:sldId id="294" r:id="rId7"/>
    <p:sldId id="331" r:id="rId8"/>
    <p:sldId id="287" r:id="rId9"/>
    <p:sldId id="258" r:id="rId10"/>
    <p:sldId id="340" r:id="rId11"/>
    <p:sldId id="28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5659"/>
    <a:srgbClr val="5935A0"/>
    <a:srgbClr val="005595"/>
    <a:srgbClr val="0093CB"/>
    <a:srgbClr val="716557"/>
    <a:srgbClr val="83A83F"/>
    <a:srgbClr val="C3DD93"/>
    <a:srgbClr val="FBA9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BB704F-3E2C-FC54-966C-05B646644591}" v="225" dt="2026-05-06T18:27:24.2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70"/>
  </p:normalViewPr>
  <p:slideViewPr>
    <p:cSldViewPr snapToGrid="0">
      <p:cViewPr varScale="1">
        <p:scale>
          <a:sx n="75" d="100"/>
          <a:sy n="75" d="100"/>
        </p:scale>
        <p:origin x="62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orah Shaw" userId="S::deborah_shaw@wycliffeassociates.org::79bf7848-a030-4096-934a-3abbfde4984a" providerId="AD" clId="Web-{33BB704F-3E2C-FC54-966C-05B646644591}"/>
    <pc:docChg chg="modSld">
      <pc:chgData name="Deborah Shaw" userId="S::deborah_shaw@wycliffeassociates.org::79bf7848-a030-4096-934a-3abbfde4984a" providerId="AD" clId="Web-{33BB704F-3E2C-FC54-966C-05B646644591}" dt="2026-05-06T18:27:24.250" v="119" actId="1076"/>
      <pc:docMkLst>
        <pc:docMk/>
      </pc:docMkLst>
      <pc:sldChg chg="addSp modSp addAnim">
        <pc:chgData name="Deborah Shaw" userId="S::deborah_shaw@wycliffeassociates.org::79bf7848-a030-4096-934a-3abbfde4984a" providerId="AD" clId="Web-{33BB704F-3E2C-FC54-966C-05B646644591}" dt="2026-05-06T18:27:24.250" v="119" actId="1076"/>
        <pc:sldMkLst>
          <pc:docMk/>
          <pc:sldMk cId="2899712388" sldId="258"/>
        </pc:sldMkLst>
        <pc:spChg chg="mod">
          <ac:chgData name="Deborah Shaw" userId="S::deborah_shaw@wycliffeassociates.org::79bf7848-a030-4096-934a-3abbfde4984a" providerId="AD" clId="Web-{33BB704F-3E2C-FC54-966C-05B646644591}" dt="2026-05-06T18:27:17.484" v="118" actId="1076"/>
          <ac:spMkLst>
            <pc:docMk/>
            <pc:sldMk cId="2899712388" sldId="258"/>
            <ac:spMk id="8" creationId="{364DAD44-2863-DCB9-9C3A-A9A14D1729B5}"/>
          </ac:spMkLst>
        </pc:spChg>
        <pc:spChg chg="mod">
          <ac:chgData name="Deborah Shaw" userId="S::deborah_shaw@wycliffeassociates.org::79bf7848-a030-4096-934a-3abbfde4984a" providerId="AD" clId="Web-{33BB704F-3E2C-FC54-966C-05B646644591}" dt="2026-05-06T18:26:52.031" v="115" actId="20577"/>
          <ac:spMkLst>
            <pc:docMk/>
            <pc:sldMk cId="2899712388" sldId="258"/>
            <ac:spMk id="13" creationId="{4E0F8449-863C-AD40-2FB3-69399181FEEF}"/>
          </ac:spMkLst>
        </pc:spChg>
        <pc:spChg chg="mod">
          <ac:chgData name="Deborah Shaw" userId="S::deborah_shaw@wycliffeassociates.org::79bf7848-a030-4096-934a-3abbfde4984a" providerId="AD" clId="Web-{33BB704F-3E2C-FC54-966C-05B646644591}" dt="2026-05-06T18:27:24.250" v="119" actId="1076"/>
          <ac:spMkLst>
            <pc:docMk/>
            <pc:sldMk cId="2899712388" sldId="258"/>
            <ac:spMk id="14" creationId="{4E055E44-79B9-EFBF-47BA-9302B5DCFBD6}"/>
          </ac:spMkLst>
        </pc:spChg>
        <pc:spChg chg="add mod">
          <ac:chgData name="Deborah Shaw" userId="S::deborah_shaw@wycliffeassociates.org::79bf7848-a030-4096-934a-3abbfde4984a" providerId="AD" clId="Web-{33BB704F-3E2C-FC54-966C-05B646644591}" dt="2026-05-06T18:27:13.453" v="117" actId="1076"/>
          <ac:spMkLst>
            <pc:docMk/>
            <pc:sldMk cId="2899712388" sldId="258"/>
            <ac:spMk id="17" creationId="{8C9C3E0C-359C-72FA-1D42-31AB0BF55E1D}"/>
          </ac:spMkLst>
        </pc:spChg>
      </pc:sldChg>
      <pc:sldChg chg="delSp modSp">
        <pc:chgData name="Deborah Shaw" userId="S::deborah_shaw@wycliffeassociates.org::79bf7848-a030-4096-934a-3abbfde4984a" providerId="AD" clId="Web-{33BB704F-3E2C-FC54-966C-05B646644591}" dt="2026-05-06T18:24:39.093" v="36" actId="20577"/>
        <pc:sldMkLst>
          <pc:docMk/>
          <pc:sldMk cId="3990504019" sldId="294"/>
        </pc:sldMkLst>
        <pc:spChg chg="mod">
          <ac:chgData name="Deborah Shaw" userId="S::deborah_shaw@wycliffeassociates.org::79bf7848-a030-4096-934a-3abbfde4984a" providerId="AD" clId="Web-{33BB704F-3E2C-FC54-966C-05B646644591}" dt="2026-05-06T18:24:39.093" v="36" actId="20577"/>
          <ac:spMkLst>
            <pc:docMk/>
            <pc:sldMk cId="3990504019" sldId="294"/>
            <ac:spMk id="9" creationId="{8386E5E6-A716-2BEB-99D7-CF699BD1ECF3}"/>
          </ac:spMkLst>
        </pc:spChg>
        <pc:spChg chg="del">
          <ac:chgData name="Deborah Shaw" userId="S::deborah_shaw@wycliffeassociates.org::79bf7848-a030-4096-934a-3abbfde4984a" providerId="AD" clId="Web-{33BB704F-3E2C-FC54-966C-05B646644591}" dt="2026-05-06T18:23:30.233" v="3"/>
          <ac:spMkLst>
            <pc:docMk/>
            <pc:sldMk cId="3990504019" sldId="294"/>
            <ac:spMk id="27" creationId="{BA3912D5-7016-8975-B81B-A5E90825A640}"/>
          </ac:spMkLst>
        </pc:spChg>
      </pc:sldChg>
    </pc:docChg>
  </pc:docChgLst>
  <pc:docChgLst>
    <pc:chgData name="Deborah Shaw" userId="79bf7848-a030-4096-934a-3abbfde4984a" providerId="ADAL" clId="{8DE9E9FB-001C-4B84-83DE-E1F7ABB9FAA3}"/>
    <pc:docChg chg="undo custSel modSld">
      <pc:chgData name="Deborah Shaw" userId="79bf7848-a030-4096-934a-3abbfde4984a" providerId="ADAL" clId="{8DE9E9FB-001C-4B84-83DE-E1F7ABB9FAA3}" dt="2026-05-06T19:51:46.018" v="50"/>
      <pc:docMkLst>
        <pc:docMk/>
      </pc:docMkLst>
      <pc:sldChg chg="modSp mod addAnim delAnim modAnim">
        <pc:chgData name="Deborah Shaw" userId="79bf7848-a030-4096-934a-3abbfde4984a" providerId="ADAL" clId="{8DE9E9FB-001C-4B84-83DE-E1F7ABB9FAA3}" dt="2026-05-06T19:51:46.018" v="50"/>
        <pc:sldMkLst>
          <pc:docMk/>
          <pc:sldMk cId="2899712388" sldId="258"/>
        </pc:sldMkLst>
        <pc:spChg chg="mod">
          <ac:chgData name="Deborah Shaw" userId="79bf7848-a030-4096-934a-3abbfde4984a" providerId="ADAL" clId="{8DE9E9FB-001C-4B84-83DE-E1F7ABB9FAA3}" dt="2026-05-06T19:48:08.139" v="38" actId="1076"/>
          <ac:spMkLst>
            <pc:docMk/>
            <pc:sldMk cId="2899712388" sldId="258"/>
            <ac:spMk id="9" creationId="{C21ADA6B-088C-97AD-9A0C-3CE2F0DC9EC1}"/>
          </ac:spMkLst>
        </pc:spChg>
        <pc:spChg chg="mod">
          <ac:chgData name="Deborah Shaw" userId="79bf7848-a030-4096-934a-3abbfde4984a" providerId="ADAL" clId="{8DE9E9FB-001C-4B84-83DE-E1F7ABB9FAA3}" dt="2026-05-06T19:48:19.288" v="39" actId="1076"/>
          <ac:spMkLst>
            <pc:docMk/>
            <pc:sldMk cId="2899712388" sldId="258"/>
            <ac:spMk id="11" creationId="{7DADD327-A292-A313-D155-B94717E1FC1A}"/>
          </ac:spMkLst>
        </pc:spChg>
        <pc:spChg chg="mod">
          <ac:chgData name="Deborah Shaw" userId="79bf7848-a030-4096-934a-3abbfde4984a" providerId="ADAL" clId="{8DE9E9FB-001C-4B84-83DE-E1F7ABB9FAA3}" dt="2026-05-06T19:43:06.082" v="3" actId="20577"/>
          <ac:spMkLst>
            <pc:docMk/>
            <pc:sldMk cId="2899712388" sldId="258"/>
            <ac:spMk id="12" creationId="{E1F93830-5506-6137-241C-FFDC236B262A}"/>
          </ac:spMkLst>
        </pc:spChg>
        <pc:spChg chg="mod">
          <ac:chgData name="Deborah Shaw" userId="79bf7848-a030-4096-934a-3abbfde4984a" providerId="ADAL" clId="{8DE9E9FB-001C-4B84-83DE-E1F7ABB9FAA3}" dt="2026-05-06T19:51:18.755" v="45" actId="6549"/>
          <ac:spMkLst>
            <pc:docMk/>
            <pc:sldMk cId="2899712388" sldId="258"/>
            <ac:spMk id="13" creationId="{4E0F8449-863C-AD40-2FB3-69399181FEEF}"/>
          </ac:spMkLst>
        </pc:spChg>
        <pc:spChg chg="mod">
          <ac:chgData name="Deborah Shaw" userId="79bf7848-a030-4096-934a-3abbfde4984a" providerId="ADAL" clId="{8DE9E9FB-001C-4B84-83DE-E1F7ABB9FAA3}" dt="2026-05-06T19:48:04.175" v="37" actId="1076"/>
          <ac:spMkLst>
            <pc:docMk/>
            <pc:sldMk cId="2899712388" sldId="258"/>
            <ac:spMk id="17" creationId="{8C9C3E0C-359C-72FA-1D42-31AB0BF55E1D}"/>
          </ac:spMkLst>
        </pc:spChg>
      </pc:sldChg>
    </pc:docChg>
  </pc:docChgLst>
  <pc:docChgLst>
    <pc:chgData name="Deborah Shaw" userId="S::deborah_shaw@wycliffeassociates.org::79bf7848-a030-4096-934a-3abbfde4984a" providerId="AD" clId="Web-{79DE71FB-C361-C4B9-36AD-B25771942E27}"/>
    <pc:docChg chg="modSld">
      <pc:chgData name="Deborah Shaw" userId="S::deborah_shaw@wycliffeassociates.org::79bf7848-a030-4096-934a-3abbfde4984a" providerId="AD" clId="Web-{79DE71FB-C361-C4B9-36AD-B25771942E27}" dt="2026-04-13T20:49:20.587" v="10" actId="1076"/>
      <pc:docMkLst>
        <pc:docMk/>
      </pc:docMkLst>
      <pc:sldChg chg="modSp">
        <pc:chgData name="Deborah Shaw" userId="S::deborah_shaw@wycliffeassociates.org::79bf7848-a030-4096-934a-3abbfde4984a" providerId="AD" clId="Web-{79DE71FB-C361-C4B9-36AD-B25771942E27}" dt="2026-04-13T20:49:20.587" v="10" actId="1076"/>
        <pc:sldMkLst>
          <pc:docMk/>
          <pc:sldMk cId="3604494224" sldId="287"/>
        </pc:sldMkLst>
        <pc:picChg chg="mod modCrop">
          <ac:chgData name="Deborah Shaw" userId="S::deborah_shaw@wycliffeassociates.org::79bf7848-a030-4096-934a-3abbfde4984a" providerId="AD" clId="Web-{79DE71FB-C361-C4B9-36AD-B25771942E27}" dt="2026-04-13T20:49:20.587" v="10" actId="1076"/>
          <ac:picMkLst>
            <pc:docMk/>
            <pc:sldMk cId="3604494224" sldId="287"/>
            <ac:picMk id="2" creationId="{389F3353-587C-37FF-1E5F-DFAE44B9D6C1}"/>
          </ac:picMkLst>
        </pc:picChg>
      </pc:sldChg>
    </pc:docChg>
  </pc:docChgLst>
  <pc:docChgLst>
    <pc:chgData name="Deborah Shaw" userId="S::deborah_shaw@wycliffeassociates.org::79bf7848-a030-4096-934a-3abbfde4984a" providerId="AD" clId="Web-{6DE10A40-EB8E-DF88-6D9A-2DB2DF8B275D}"/>
    <pc:docChg chg="modSld">
      <pc:chgData name="Deborah Shaw" userId="S::deborah_shaw@wycliffeassociates.org::79bf7848-a030-4096-934a-3abbfde4984a" providerId="AD" clId="Web-{6DE10A40-EB8E-DF88-6D9A-2DB2DF8B275D}" dt="2026-04-13T19:06:55.996" v="7" actId="1076"/>
      <pc:docMkLst>
        <pc:docMk/>
      </pc:docMkLst>
      <pc:sldChg chg="modSp">
        <pc:chgData name="Deborah Shaw" userId="S::deborah_shaw@wycliffeassociates.org::79bf7848-a030-4096-934a-3abbfde4984a" providerId="AD" clId="Web-{6DE10A40-EB8E-DF88-6D9A-2DB2DF8B275D}" dt="2026-04-13T19:06:55.996" v="7" actId="1076"/>
        <pc:sldMkLst>
          <pc:docMk/>
          <pc:sldMk cId="529853859" sldId="340"/>
        </pc:sldMkLst>
        <pc:spChg chg="mod">
          <ac:chgData name="Deborah Shaw" userId="S::deborah_shaw@wycliffeassociates.org::79bf7848-a030-4096-934a-3abbfde4984a" providerId="AD" clId="Web-{6DE10A40-EB8E-DF88-6D9A-2DB2DF8B275D}" dt="2026-04-13T19:06:00.996" v="0" actId="14100"/>
          <ac:spMkLst>
            <pc:docMk/>
            <pc:sldMk cId="529853859" sldId="340"/>
            <ac:spMk id="10" creationId="{8CF0440F-614D-D3FB-AFEC-DD38A4E0E3F6}"/>
          </ac:spMkLst>
        </pc:spChg>
        <pc:spChg chg="mod">
          <ac:chgData name="Deborah Shaw" userId="S::deborah_shaw@wycliffeassociates.org::79bf7848-a030-4096-934a-3abbfde4984a" providerId="AD" clId="Web-{6DE10A40-EB8E-DF88-6D9A-2DB2DF8B275D}" dt="2026-04-13T19:06:30.965" v="1" actId="14100"/>
          <ac:spMkLst>
            <pc:docMk/>
            <pc:sldMk cId="529853859" sldId="340"/>
            <ac:spMk id="25" creationId="{E9C5BCA2-37A7-7DA7-BA3A-1FFB04FDF30C}"/>
          </ac:spMkLst>
        </pc:spChg>
        <pc:spChg chg="mod">
          <ac:chgData name="Deborah Shaw" userId="S::deborah_shaw@wycliffeassociates.org::79bf7848-a030-4096-934a-3abbfde4984a" providerId="AD" clId="Web-{6DE10A40-EB8E-DF88-6D9A-2DB2DF8B275D}" dt="2026-04-13T19:06:46.668" v="5" actId="1076"/>
          <ac:spMkLst>
            <pc:docMk/>
            <pc:sldMk cId="529853859" sldId="340"/>
            <ac:spMk id="28" creationId="{364623D6-3B23-2F38-9406-2F614755353D}"/>
          </ac:spMkLst>
        </pc:spChg>
        <pc:picChg chg="mod">
          <ac:chgData name="Deborah Shaw" userId="S::deborah_shaw@wycliffeassociates.org::79bf7848-a030-4096-934a-3abbfde4984a" providerId="AD" clId="Web-{6DE10A40-EB8E-DF88-6D9A-2DB2DF8B275D}" dt="2026-04-13T19:06:55.996" v="7" actId="1076"/>
          <ac:picMkLst>
            <pc:docMk/>
            <pc:sldMk cId="529853859" sldId="340"/>
            <ac:picMk id="1026" creationId="{55AE9C35-A387-5394-28A4-6237975BD5E5}"/>
          </ac:picMkLst>
        </pc:picChg>
      </pc:sldChg>
    </pc:docChg>
  </pc:docChgLst>
  <pc:docChgLst>
    <pc:chgData name="Deborah Shaw" userId="S::deborah_shaw@wycliffeassociates.org::79bf7848-a030-4096-934a-3abbfde4984a" providerId="AD" clId="Web-{73BECC7A-143D-A6A3-4512-A337AF2E4F0C}"/>
    <pc:docChg chg="modSld">
      <pc:chgData name="Deborah Shaw" userId="S::deborah_shaw@wycliffeassociates.org::79bf7848-a030-4096-934a-3abbfde4984a" providerId="AD" clId="Web-{73BECC7A-143D-A6A3-4512-A337AF2E4F0C}" dt="2026-04-21T16:38:13.514" v="26"/>
      <pc:docMkLst>
        <pc:docMk/>
      </pc:docMkLst>
      <pc:sldChg chg="addSp delSp addAnim delAnim">
        <pc:chgData name="Deborah Shaw" userId="S::deborah_shaw@wycliffeassociates.org::79bf7848-a030-4096-934a-3abbfde4984a" providerId="AD" clId="Web-{73BECC7A-143D-A6A3-4512-A337AF2E4F0C}" dt="2026-04-21T16:38:06.404" v="24"/>
        <pc:sldMkLst>
          <pc:docMk/>
          <pc:sldMk cId="2899712388" sldId="258"/>
        </pc:sldMkLst>
      </pc:sldChg>
      <pc:sldChg chg="addSp delSp modSp addAnim delAnim">
        <pc:chgData name="Deborah Shaw" userId="S::deborah_shaw@wycliffeassociates.org::79bf7848-a030-4096-934a-3abbfde4984a" providerId="AD" clId="Web-{73BECC7A-143D-A6A3-4512-A337AF2E4F0C}" dt="2026-04-21T16:38:13.514" v="26"/>
        <pc:sldMkLst>
          <pc:docMk/>
          <pc:sldMk cId="3990504019" sldId="294"/>
        </pc:sldMkLst>
      </pc:sldChg>
    </pc:docChg>
  </pc:docChgLst>
  <pc:docChgLst>
    <pc:chgData name="Deborah Shaw" userId="S::deborah_shaw@wycliffeassociates.org::79bf7848-a030-4096-934a-3abbfde4984a" providerId="AD" clId="Web-{29928380-7B1E-50AF-3C64-01669FBDDBFD}"/>
    <pc:docChg chg="modSld">
      <pc:chgData name="Deborah Shaw" userId="S::deborah_shaw@wycliffeassociates.org::79bf7848-a030-4096-934a-3abbfde4984a" providerId="AD" clId="Web-{29928380-7B1E-50AF-3C64-01669FBDDBFD}" dt="2026-04-13T19:05:16.092" v="9"/>
      <pc:docMkLst>
        <pc:docMk/>
      </pc:docMkLst>
      <pc:sldChg chg="delSp">
        <pc:chgData name="Deborah Shaw" userId="S::deborah_shaw@wycliffeassociates.org::79bf7848-a030-4096-934a-3abbfde4984a" providerId="AD" clId="Web-{29928380-7B1E-50AF-3C64-01669FBDDBFD}" dt="2026-04-13T19:05:16.092" v="9"/>
        <pc:sldMkLst>
          <pc:docMk/>
          <pc:sldMk cId="529853859" sldId="340"/>
        </pc:sldMkLst>
        <pc:spChg chg="topLvl">
          <ac:chgData name="Deborah Shaw" userId="S::deborah_shaw@wycliffeassociates.org::79bf7848-a030-4096-934a-3abbfde4984a" providerId="AD" clId="Web-{29928380-7B1E-50AF-3C64-01669FBDDBFD}" dt="2026-04-13T19:04:44.389" v="3"/>
          <ac:spMkLst>
            <pc:docMk/>
            <pc:sldMk cId="529853859" sldId="340"/>
            <ac:spMk id="3" creationId="{5EB12F5E-3A14-948D-0FAF-D209E5FCE85C}"/>
          </ac:spMkLst>
        </pc:spChg>
        <pc:spChg chg="topLvl">
          <ac:chgData name="Deborah Shaw" userId="S::deborah_shaw@wycliffeassociates.org::79bf7848-a030-4096-934a-3abbfde4984a" providerId="AD" clId="Web-{29928380-7B1E-50AF-3C64-01669FBDDBFD}" dt="2026-04-13T19:04:47.264" v="4"/>
          <ac:spMkLst>
            <pc:docMk/>
            <pc:sldMk cId="529853859" sldId="340"/>
            <ac:spMk id="7" creationId="{D8529B26-DB5D-1721-E414-CB08421D59B8}"/>
          </ac:spMkLst>
        </pc:spChg>
        <pc:spChg chg="topLvl">
          <ac:chgData name="Deborah Shaw" userId="S::deborah_shaw@wycliffeassociates.org::79bf7848-a030-4096-934a-3abbfde4984a" providerId="AD" clId="Web-{29928380-7B1E-50AF-3C64-01669FBDDBFD}" dt="2026-04-13T19:04:41.858" v="2"/>
          <ac:spMkLst>
            <pc:docMk/>
            <pc:sldMk cId="529853859" sldId="340"/>
            <ac:spMk id="10" creationId="{8CF0440F-614D-D3FB-AFEC-DD38A4E0E3F6}"/>
          </ac:spMkLst>
        </pc:spChg>
        <pc:spChg chg="topLvl">
          <ac:chgData name="Deborah Shaw" userId="S::deborah_shaw@wycliffeassociates.org::79bf7848-a030-4096-934a-3abbfde4984a" providerId="AD" clId="Web-{29928380-7B1E-50AF-3C64-01669FBDDBFD}" dt="2026-04-13T19:04:49.499" v="5"/>
          <ac:spMkLst>
            <pc:docMk/>
            <pc:sldMk cId="529853859" sldId="340"/>
            <ac:spMk id="13" creationId="{4FFD54A4-FB92-B3AF-FAEB-A8DDFFEED2CE}"/>
          </ac:spMkLst>
        </pc:spChg>
        <pc:spChg chg="topLvl">
          <ac:chgData name="Deborah Shaw" userId="S::deborah_shaw@wycliffeassociates.org::79bf7848-a030-4096-934a-3abbfde4984a" providerId="AD" clId="Web-{29928380-7B1E-50AF-3C64-01669FBDDBFD}" dt="2026-04-13T19:04:38.889" v="1"/>
          <ac:spMkLst>
            <pc:docMk/>
            <pc:sldMk cId="529853859" sldId="340"/>
            <ac:spMk id="16" creationId="{8C21860A-1792-6C5A-1DF9-0C6B6E3DA4FB}"/>
          </ac:spMkLst>
        </pc:spChg>
        <pc:spChg chg="topLvl">
          <ac:chgData name="Deborah Shaw" userId="S::deborah_shaw@wycliffeassociates.org::79bf7848-a030-4096-934a-3abbfde4984a" providerId="AD" clId="Web-{29928380-7B1E-50AF-3C64-01669FBDDBFD}" dt="2026-04-13T19:04:55.280" v="6"/>
          <ac:spMkLst>
            <pc:docMk/>
            <pc:sldMk cId="529853859" sldId="340"/>
            <ac:spMk id="19" creationId="{8663576F-3D1F-CD84-828A-16FC6B7BC41C}"/>
          </ac:spMkLst>
        </pc:spChg>
        <pc:spChg chg="topLvl">
          <ac:chgData name="Deborah Shaw" userId="S::deborah_shaw@wycliffeassociates.org::79bf7848-a030-4096-934a-3abbfde4984a" providerId="AD" clId="Web-{29928380-7B1E-50AF-3C64-01669FBDDBFD}" dt="2026-04-13T19:04:59.045" v="7"/>
          <ac:spMkLst>
            <pc:docMk/>
            <pc:sldMk cId="529853859" sldId="340"/>
            <ac:spMk id="25" creationId="{E9C5BCA2-37A7-7DA7-BA3A-1FFB04FDF30C}"/>
          </ac:spMkLst>
        </pc:spChg>
        <pc:spChg chg="topLvl">
          <ac:chgData name="Deborah Shaw" userId="S::deborah_shaw@wycliffeassociates.org::79bf7848-a030-4096-934a-3abbfde4984a" providerId="AD" clId="Web-{29928380-7B1E-50AF-3C64-01669FBDDBFD}" dt="2026-04-13T19:05:12.467" v="8"/>
          <ac:spMkLst>
            <pc:docMk/>
            <pc:sldMk cId="529853859" sldId="340"/>
            <ac:spMk id="28" creationId="{364623D6-3B23-2F38-9406-2F614755353D}"/>
          </ac:spMkLst>
        </pc:spChg>
        <pc:spChg chg="topLvl">
          <ac:chgData name="Deborah Shaw" userId="S::deborah_shaw@wycliffeassociates.org::79bf7848-a030-4096-934a-3abbfde4984a" providerId="AD" clId="Web-{29928380-7B1E-50AF-3C64-01669FBDDBFD}" dt="2026-04-13T19:05:16.092" v="9"/>
          <ac:spMkLst>
            <pc:docMk/>
            <pc:sldMk cId="529853859" sldId="340"/>
            <ac:spMk id="31" creationId="{AF5C2F6D-2653-C4A6-06CB-BE04722832CC}"/>
          </ac:spMkLst>
        </pc:spChg>
      </pc:sldChg>
    </pc:docChg>
  </pc:docChgLst>
  <pc:docChgLst>
    <pc:chgData name="Deborah Shaw" userId="S::deborah_shaw@wycliffeassociates.org::79bf7848-a030-4096-934a-3abbfde4984a" providerId="AD" clId="Web-{4E654AF0-34A7-3AA0-4B28-FF02C020422B}"/>
    <pc:docChg chg="modSld">
      <pc:chgData name="Deborah Shaw" userId="S::deborah_shaw@wycliffeassociates.org::79bf7848-a030-4096-934a-3abbfde4984a" providerId="AD" clId="Web-{4E654AF0-34A7-3AA0-4B28-FF02C020422B}" dt="2026-04-21T17:32:56.833" v="3" actId="20577"/>
      <pc:docMkLst>
        <pc:docMk/>
      </pc:docMkLst>
      <pc:sldChg chg="delSp modSp delAnim modAnim">
        <pc:chgData name="Deborah Shaw" userId="S::deborah_shaw@wycliffeassociates.org::79bf7848-a030-4096-934a-3abbfde4984a" providerId="AD" clId="Web-{4E654AF0-34A7-3AA0-4B28-FF02C020422B}" dt="2026-04-21T17:32:56.833" v="3" actId="20577"/>
        <pc:sldMkLst>
          <pc:docMk/>
          <pc:sldMk cId="2899712388" sldId="258"/>
        </pc:sldMkLst>
        <pc:spChg chg="mod">
          <ac:chgData name="Deborah Shaw" userId="S::deborah_shaw@wycliffeassociates.org::79bf7848-a030-4096-934a-3abbfde4984a" providerId="AD" clId="Web-{4E654AF0-34A7-3AA0-4B28-FF02C020422B}" dt="2026-04-21T17:32:56.833" v="3" actId="20577"/>
          <ac:spMkLst>
            <pc:docMk/>
            <pc:sldMk cId="2899712388" sldId="258"/>
            <ac:spMk id="13" creationId="{4E0F8449-863C-AD40-2FB3-69399181FEEF}"/>
          </ac:spMkLst>
        </pc:spChg>
      </pc:sldChg>
    </pc:docChg>
  </pc:docChgLst>
  <pc:docChgLst>
    <pc:chgData name="Deborah Shaw" userId="S::deborah_shaw@wycliffeassociates.org::79bf7848-a030-4096-934a-3abbfde4984a" providerId="AD" clId="Web-{5D1BE375-C61C-295B-FA72-2A0FD9E10505}"/>
    <pc:docChg chg="modSld">
      <pc:chgData name="Deborah Shaw" userId="S::deborah_shaw@wycliffeassociates.org::79bf7848-a030-4096-934a-3abbfde4984a" providerId="AD" clId="Web-{5D1BE375-C61C-295B-FA72-2A0FD9E10505}" dt="2026-04-08T17:19:32.548" v="0"/>
      <pc:docMkLst>
        <pc:docMk/>
      </pc:docMkLst>
      <pc:sldChg chg="modSp">
        <pc:chgData name="Deborah Shaw" userId="S::deborah_shaw@wycliffeassociates.org::79bf7848-a030-4096-934a-3abbfde4984a" providerId="AD" clId="Web-{5D1BE375-C61C-295B-FA72-2A0FD9E10505}" dt="2026-04-08T17:19:32.548" v="0"/>
        <pc:sldMkLst>
          <pc:docMk/>
          <pc:sldMk cId="529853859" sldId="340"/>
        </pc:sldMkLst>
        <pc:picChg chg="mod">
          <ac:chgData name="Deborah Shaw" userId="S::deborah_shaw@wycliffeassociates.org::79bf7848-a030-4096-934a-3abbfde4984a" providerId="AD" clId="Web-{5D1BE375-C61C-295B-FA72-2A0FD9E10505}" dt="2026-04-08T17:19:32.548" v="0"/>
          <ac:picMkLst>
            <pc:docMk/>
            <pc:sldMk cId="529853859" sldId="340"/>
            <ac:picMk id="1026" creationId="{55AE9C35-A387-5394-28A4-6237975BD5E5}"/>
          </ac:picMkLst>
        </pc:picChg>
      </pc:sldChg>
    </pc:docChg>
  </pc:docChgLst>
  <pc:docChgLst>
    <pc:chgData name="Deborah Shaw" userId="S::deborah_shaw@wycliffeassociates.org::79bf7848-a030-4096-934a-3abbfde4984a" providerId="AD" clId="Web-{BCFA5DC7-44C7-9CBF-05A1-B7F94CA9C845}"/>
    <pc:docChg chg="modSld">
      <pc:chgData name="Deborah Shaw" userId="S::deborah_shaw@wycliffeassociates.org::79bf7848-a030-4096-934a-3abbfde4984a" providerId="AD" clId="Web-{BCFA5DC7-44C7-9CBF-05A1-B7F94CA9C845}" dt="2026-04-13T20:41:57.309" v="2" actId="1076"/>
      <pc:docMkLst>
        <pc:docMk/>
      </pc:docMkLst>
      <pc:sldChg chg="modSp">
        <pc:chgData name="Deborah Shaw" userId="S::deborah_shaw@wycliffeassociates.org::79bf7848-a030-4096-934a-3abbfde4984a" providerId="AD" clId="Web-{BCFA5DC7-44C7-9CBF-05A1-B7F94CA9C845}" dt="2026-04-13T20:41:57.309" v="2" actId="1076"/>
        <pc:sldMkLst>
          <pc:docMk/>
          <pc:sldMk cId="3604494224" sldId="287"/>
        </pc:sldMkLst>
        <pc:picChg chg="mod">
          <ac:chgData name="Deborah Shaw" userId="S::deborah_shaw@wycliffeassociates.org::79bf7848-a030-4096-934a-3abbfde4984a" providerId="AD" clId="Web-{BCFA5DC7-44C7-9CBF-05A1-B7F94CA9C845}" dt="2026-04-13T20:41:57.309" v="2" actId="1076"/>
          <ac:picMkLst>
            <pc:docMk/>
            <pc:sldMk cId="3604494224" sldId="287"/>
            <ac:picMk id="2" creationId="{389F3353-587C-37FF-1E5F-DFAE44B9D6C1}"/>
          </ac:picMkLst>
        </pc:picChg>
      </pc:sldChg>
    </pc:docChg>
  </pc:docChgLst>
  <pc:docChgLst>
    <pc:chgData name="Deborah Shaw" userId="S::deborah_shaw@wycliffeassociates.org::79bf7848-a030-4096-934a-3abbfde4984a" providerId="AD" clId="Web-{1F6F1FE7-71EB-CC06-F5B8-949D3E693371}"/>
    <pc:docChg chg="modSld">
      <pc:chgData name="Deborah Shaw" userId="S::deborah_shaw@wycliffeassociates.org::79bf7848-a030-4096-934a-3abbfde4984a" providerId="AD" clId="Web-{1F6F1FE7-71EB-CC06-F5B8-949D3E693371}" dt="2026-04-08T16:33:58.358" v="5"/>
      <pc:docMkLst>
        <pc:docMk/>
      </pc:docMkLst>
      <pc:sldChg chg="modSp">
        <pc:chgData name="Deborah Shaw" userId="S::deborah_shaw@wycliffeassociates.org::79bf7848-a030-4096-934a-3abbfde4984a" providerId="AD" clId="Web-{1F6F1FE7-71EB-CC06-F5B8-949D3E693371}" dt="2026-04-08T16:33:58.358" v="5"/>
        <pc:sldMkLst>
          <pc:docMk/>
          <pc:sldMk cId="529853859" sldId="340"/>
        </pc:sldMkLst>
        <pc:picChg chg="mod modCrop">
          <ac:chgData name="Deborah Shaw" userId="S::deborah_shaw@wycliffeassociates.org::79bf7848-a030-4096-934a-3abbfde4984a" providerId="AD" clId="Web-{1F6F1FE7-71EB-CC06-F5B8-949D3E693371}" dt="2026-04-08T16:33:58.358" v="5"/>
          <ac:picMkLst>
            <pc:docMk/>
            <pc:sldMk cId="529853859" sldId="340"/>
            <ac:picMk id="1026" creationId="{55AE9C35-A387-5394-28A4-6237975BD5E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04/2025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63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0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88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00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46" y="754990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Refinement Workshop</a:t>
            </a:r>
          </a:p>
        </p:txBody>
      </p:sp>
      <p:pic>
        <p:nvPicPr>
          <p:cNvPr id="3" name="Picture 2" descr="Working on a thermal plant">
            <a:extLst>
              <a:ext uri="{FF2B5EF4-FFF2-40B4-BE49-F238E27FC236}">
                <a16:creationId xmlns:a16="http://schemas.microsoft.com/office/drawing/2014/main" id="{72B62057-EFF0-4BE1-B284-87EB5A339F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34" r="33603" b="15599"/>
          <a:stretch/>
        </p:blipFill>
        <p:spPr>
          <a:xfrm>
            <a:off x="0" y="1951399"/>
            <a:ext cx="9144000" cy="469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32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ACB29-A967-845B-D721-A6CC458B8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4F9E16-E044-1C6D-9132-3452EED273D8}"/>
              </a:ext>
            </a:extLst>
          </p:cNvPr>
          <p:cNvSpPr txBox="1"/>
          <p:nvPr/>
        </p:nvSpPr>
        <p:spPr>
          <a:xfrm>
            <a:off x="3001524" y="-51035"/>
            <a:ext cx="3266272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FB0E0-9D11-E203-3D4F-02FB8450E5B1}"/>
              </a:ext>
            </a:extLst>
          </p:cNvPr>
          <p:cNvSpPr txBox="1"/>
          <p:nvPr/>
        </p:nvSpPr>
        <p:spPr>
          <a:xfrm>
            <a:off x="2485960" y="3429000"/>
            <a:ext cx="4297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When does translation quality begin?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71298-0FBD-D996-71B8-F2F844FB2757}"/>
              </a:ext>
            </a:extLst>
          </p:cNvPr>
          <p:cNvSpPr txBox="1"/>
          <p:nvPr/>
        </p:nvSpPr>
        <p:spPr>
          <a:xfrm>
            <a:off x="7182196" y="54697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0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59A85-8499-4DE0-5D9C-1AE15F2AB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59160"/>
            <a:ext cx="7886700" cy="1325563"/>
          </a:xfrm>
        </p:spPr>
        <p:txBody>
          <a:bodyPr/>
          <a:lstStyle/>
          <a:p>
            <a:r>
              <a:rPr lang="en-US" dirty="0"/>
              <a:t>Activities to </a:t>
            </a:r>
            <a:r>
              <a:rPr lang="en-US"/>
              <a:t>Ensure Quality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86E5E6-A716-2BEB-99D7-CF699BD1ECF3}"/>
              </a:ext>
            </a:extLst>
          </p:cNvPr>
          <p:cNvSpPr txBox="1"/>
          <p:nvPr/>
        </p:nvSpPr>
        <p:spPr>
          <a:xfrm>
            <a:off x="396365" y="1709591"/>
            <a:ext cx="8353586" cy="49244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accent2"/>
                </a:solidFill>
              </a:rPr>
              <a:t>Checking Steps</a:t>
            </a:r>
            <a:br>
              <a:rPr lang="en-US" sz="2600" b="1" dirty="0">
                <a:solidFill>
                  <a:schemeClr val="accent2"/>
                </a:solidFill>
              </a:rPr>
            </a:br>
            <a:endParaRPr lang="en-US" sz="2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>
                <a:solidFill>
                  <a:schemeClr val="accent2"/>
                </a:solidFill>
              </a:rPr>
              <a:t>Quality Assessment Guide</a:t>
            </a:r>
            <a:br>
              <a:rPr lang="en-US" sz="2600" b="1" dirty="0">
                <a:solidFill>
                  <a:schemeClr val="accent2"/>
                </a:solidFill>
              </a:rPr>
            </a:br>
            <a:endParaRPr lang="en-US" sz="2600" b="1">
              <a:solidFill>
                <a:schemeClr val="accent2"/>
              </a:solidFill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accent2"/>
                </a:solidFill>
              </a:rPr>
              <a:t>Divine Familial Terms </a:t>
            </a:r>
            <a:r>
              <a:rPr lang="en-US" sz="2600" b="1">
                <a:solidFill>
                  <a:schemeClr val="accent2"/>
                </a:solidFill>
              </a:rPr>
              <a:t>Tables (when needed)</a:t>
            </a:r>
            <a:endParaRPr lang="en-US" sz="2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>
                <a:solidFill>
                  <a:schemeClr val="accent2"/>
                </a:solidFill>
              </a:rPr>
              <a:t>Reviewers’ Guide</a:t>
            </a:r>
            <a:endParaRPr lang="en-US" sz="2600" b="1">
              <a:solidFill>
                <a:schemeClr val="accent2"/>
              </a:solidFill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accent2"/>
                </a:solidFill>
              </a:rPr>
              <a:t>Spiritual Terms Evaluation</a:t>
            </a:r>
            <a:br>
              <a:rPr lang="en-US" sz="2600" b="1" dirty="0">
                <a:solidFill>
                  <a:schemeClr val="accent2"/>
                </a:solidFill>
              </a:rPr>
            </a:br>
            <a:endParaRPr lang="en-US" sz="2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accent2"/>
                </a:solidFill>
              </a:rPr>
              <a:t>Proofreading Checklist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50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ACB29-A967-845B-D721-A6CC458B8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4F9E16-E044-1C6D-9132-3452EED273D8}"/>
              </a:ext>
            </a:extLst>
          </p:cNvPr>
          <p:cNvSpPr txBox="1"/>
          <p:nvPr/>
        </p:nvSpPr>
        <p:spPr>
          <a:xfrm>
            <a:off x="3001524" y="-51035"/>
            <a:ext cx="3266272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FB0E0-9D11-E203-3D4F-02FB8450E5B1}"/>
              </a:ext>
            </a:extLst>
          </p:cNvPr>
          <p:cNvSpPr txBox="1"/>
          <p:nvPr/>
        </p:nvSpPr>
        <p:spPr>
          <a:xfrm>
            <a:off x="2485960" y="3842338"/>
            <a:ext cx="429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What is the goal?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71298-0FBD-D996-71B8-F2F844FB2757}"/>
              </a:ext>
            </a:extLst>
          </p:cNvPr>
          <p:cNvSpPr txBox="1"/>
          <p:nvPr/>
        </p:nvSpPr>
        <p:spPr>
          <a:xfrm>
            <a:off x="7182196" y="54697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944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up of hands holding an open book">
            <a:extLst>
              <a:ext uri="{FF2B5EF4-FFF2-40B4-BE49-F238E27FC236}">
                <a16:creationId xmlns:a16="http://schemas.microsoft.com/office/drawing/2014/main" id="{389F3353-587C-37FF-1E5F-DFAE44B9D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7" t="16146" r="41826" b="36979"/>
          <a:stretch>
            <a:fillRect/>
          </a:stretch>
        </p:blipFill>
        <p:spPr>
          <a:xfrm>
            <a:off x="1773134" y="1708311"/>
            <a:ext cx="5604808" cy="3441425"/>
          </a:xfrm>
          <a:prstGeom prst="roundRect">
            <a:avLst>
              <a:gd name="adj" fmla="val 9911"/>
            </a:avLst>
          </a:prstGeom>
          <a:ln w="57150">
            <a:solidFill>
              <a:srgbClr val="83A83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4494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3CD27-DD95-9C99-0F04-8838A68E6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12A554-7CEE-9B20-8FBC-FAC6709FC8E0}"/>
              </a:ext>
            </a:extLst>
          </p:cNvPr>
          <p:cNvSpPr/>
          <p:nvPr/>
        </p:nvSpPr>
        <p:spPr>
          <a:xfrm>
            <a:off x="908334" y="2563237"/>
            <a:ext cx="7238185" cy="960120"/>
          </a:xfrm>
          <a:prstGeom prst="rect">
            <a:avLst/>
          </a:prstGeom>
          <a:solidFill>
            <a:srgbClr val="F3CB4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CA59C0-6672-2C41-4AFF-CAB27603F92F}"/>
              </a:ext>
            </a:extLst>
          </p:cNvPr>
          <p:cNvSpPr txBox="1"/>
          <p:nvPr/>
        </p:nvSpPr>
        <p:spPr>
          <a:xfrm>
            <a:off x="108486" y="2892109"/>
            <a:ext cx="89560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Train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EA8F30-5F4E-740B-B7EA-7D6A46286FDF}"/>
              </a:ext>
            </a:extLst>
          </p:cNvPr>
          <p:cNvSpPr/>
          <p:nvPr/>
        </p:nvSpPr>
        <p:spPr>
          <a:xfrm>
            <a:off x="1009504" y="2563237"/>
            <a:ext cx="4350845" cy="960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AEBE9-10D4-276B-E3FF-51B6FD6B3EB3}"/>
              </a:ext>
            </a:extLst>
          </p:cNvPr>
          <p:cNvSpPr txBox="1"/>
          <p:nvPr/>
        </p:nvSpPr>
        <p:spPr>
          <a:xfrm>
            <a:off x="2068509" y="2803394"/>
            <a:ext cx="24730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The 8 Steps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87FF31-2E4D-5031-A917-4A34638B4722}"/>
              </a:ext>
            </a:extLst>
          </p:cNvPr>
          <p:cNvSpPr/>
          <p:nvPr/>
        </p:nvSpPr>
        <p:spPr>
          <a:xfrm>
            <a:off x="5337196" y="2563999"/>
            <a:ext cx="2504969" cy="9601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24E94C-768E-BA81-08D5-BAFEFEC15A8E}"/>
              </a:ext>
            </a:extLst>
          </p:cNvPr>
          <p:cNvSpPr txBox="1"/>
          <p:nvPr/>
        </p:nvSpPr>
        <p:spPr>
          <a:xfrm>
            <a:off x="5337196" y="2798164"/>
            <a:ext cx="25049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Refinement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8AF38B-E8AD-5CCC-BD9E-2216E44AF879}"/>
              </a:ext>
            </a:extLst>
          </p:cNvPr>
          <p:cNvSpPr txBox="1"/>
          <p:nvPr/>
        </p:nvSpPr>
        <p:spPr>
          <a:xfrm>
            <a:off x="8116945" y="2910898"/>
            <a:ext cx="8252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/>
              <a:t>Print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364DAD44-2863-DCB9-9C3A-A9A14D1729B5}"/>
              </a:ext>
            </a:extLst>
          </p:cNvPr>
          <p:cNvSpPr/>
          <p:nvPr/>
        </p:nvSpPr>
        <p:spPr>
          <a:xfrm>
            <a:off x="1831043" y="1577970"/>
            <a:ext cx="914400" cy="731520"/>
          </a:xfrm>
          <a:prstGeom prst="downArrow">
            <a:avLst/>
          </a:prstGeom>
          <a:solidFill>
            <a:srgbClr val="00559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C21ADA6B-088C-97AD-9A0C-3CE2F0DC9EC1}"/>
              </a:ext>
            </a:extLst>
          </p:cNvPr>
          <p:cNvSpPr/>
          <p:nvPr/>
        </p:nvSpPr>
        <p:spPr>
          <a:xfrm>
            <a:off x="7141443" y="1577970"/>
            <a:ext cx="343027" cy="731520"/>
          </a:xfrm>
          <a:prstGeom prst="downArrow">
            <a:avLst/>
          </a:prstGeom>
          <a:solidFill>
            <a:srgbClr val="005595"/>
          </a:solidFill>
          <a:ln w="57150">
            <a:solidFill>
              <a:schemeClr val="tx1"/>
            </a:solidFill>
          </a:ln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0F8449-863C-AD40-2FB3-69399181FEEF}"/>
              </a:ext>
            </a:extLst>
          </p:cNvPr>
          <p:cNvSpPr txBox="1"/>
          <p:nvPr/>
        </p:nvSpPr>
        <p:spPr>
          <a:xfrm>
            <a:off x="111930" y="3807969"/>
            <a:ext cx="9031266" cy="27084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</a:rPr>
              <a:t>1. Checking Steps						Translators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</a:rPr>
              <a:t>2. Quality Assessment Guide			Translators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  <a:cs typeface="Arial"/>
              </a:rPr>
              <a:t>3. Divine Familial Terms Tables    Translators (in areas with issues)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</a:rPr>
              <a:t>4.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Reviewers’ Guide					Believers who were not translators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</a:rPr>
              <a:t>										(led by a translator)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</a:rPr>
              <a:t>5. Spiritual Terms Evaluation tool		Translators, with </a:t>
            </a:r>
            <a:r>
              <a:rPr lang="en-US" sz="2000" b="1" dirty="0"/>
              <a:t>spiritual leaders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</a:rPr>
              <a:t>6. Proofreading Checklist				One or more translators</a:t>
            </a:r>
            <a:endParaRPr lang="en-US" sz="2000" b="1" dirty="0">
              <a:solidFill>
                <a:srgbClr val="005595"/>
              </a:solidFill>
              <a:cs typeface="Arial"/>
            </a:endParaRP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7DADD327-A292-A313-D155-B94717E1FC1A}"/>
              </a:ext>
            </a:extLst>
          </p:cNvPr>
          <p:cNvSpPr/>
          <p:nvPr/>
        </p:nvSpPr>
        <p:spPr>
          <a:xfrm>
            <a:off x="7652053" y="1577970"/>
            <a:ext cx="343027" cy="731520"/>
          </a:xfrm>
          <a:prstGeom prst="downArrow">
            <a:avLst/>
          </a:prstGeom>
          <a:solidFill>
            <a:srgbClr val="005595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4E055E44-79B9-EFBF-47BA-9302B5DCFBD6}"/>
              </a:ext>
            </a:extLst>
          </p:cNvPr>
          <p:cNvSpPr/>
          <p:nvPr/>
        </p:nvSpPr>
        <p:spPr>
          <a:xfrm>
            <a:off x="3005394" y="1577970"/>
            <a:ext cx="914400" cy="731520"/>
          </a:xfrm>
          <a:prstGeom prst="downArrow">
            <a:avLst/>
          </a:prstGeom>
          <a:solidFill>
            <a:srgbClr val="00559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E23375A8-4CDE-198F-EB3C-9C768C57621D}"/>
              </a:ext>
            </a:extLst>
          </p:cNvPr>
          <p:cNvSpPr/>
          <p:nvPr/>
        </p:nvSpPr>
        <p:spPr>
          <a:xfrm>
            <a:off x="5958303" y="1577970"/>
            <a:ext cx="914400" cy="731520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n-US" sz="2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CCE9B785-B30C-A774-05E3-37416B9904A8}"/>
              </a:ext>
            </a:extLst>
          </p:cNvPr>
          <p:cNvSpPr/>
          <p:nvPr/>
        </p:nvSpPr>
        <p:spPr>
          <a:xfrm>
            <a:off x="6321558" y="1457532"/>
            <a:ext cx="187890" cy="776613"/>
          </a:xfrm>
          <a:prstGeom prst="downArrow">
            <a:avLst/>
          </a:prstGeom>
          <a:solidFill>
            <a:srgbClr val="005595"/>
          </a:solidFill>
        </p:spPr>
        <p:txBody>
          <a:bodyPr rtlCol="0" anchor="ctr">
            <a:spAutoFit/>
          </a:bodyPr>
          <a:lstStyle/>
          <a:p>
            <a:pPr algn="ctr"/>
            <a:endParaRPr lang="en-US" sz="200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F93830-5506-6137-241C-FFDC236B262A}"/>
              </a:ext>
            </a:extLst>
          </p:cNvPr>
          <p:cNvSpPr txBox="1"/>
          <p:nvPr/>
        </p:nvSpPr>
        <p:spPr>
          <a:xfrm>
            <a:off x="6252108" y="1683908"/>
            <a:ext cx="343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7" name="Down Arrow 13">
            <a:extLst>
              <a:ext uri="{FF2B5EF4-FFF2-40B4-BE49-F238E27FC236}">
                <a16:creationId xmlns:a16="http://schemas.microsoft.com/office/drawing/2014/main" id="{8C9C3E0C-359C-72FA-1D42-31AB0BF55E1D}"/>
              </a:ext>
            </a:extLst>
          </p:cNvPr>
          <p:cNvSpPr/>
          <p:nvPr/>
        </p:nvSpPr>
        <p:spPr>
          <a:xfrm>
            <a:off x="4178726" y="1577970"/>
            <a:ext cx="914400" cy="731520"/>
          </a:xfrm>
          <a:prstGeom prst="downArrow">
            <a:avLst/>
          </a:prstGeom>
          <a:solidFill>
            <a:srgbClr val="00559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9971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4" grpId="0" animBg="1"/>
      <p:bldP spid="10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5AE9C35-A387-5394-28A4-6237975BD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1675"/>
            <a:ext cx="914400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695F6F-9920-4E32-98BA-2F12D44A52E6}"/>
              </a:ext>
            </a:extLst>
          </p:cNvPr>
          <p:cNvSpPr txBox="1"/>
          <p:nvPr/>
        </p:nvSpPr>
        <p:spPr>
          <a:xfrm>
            <a:off x="633845" y="737755"/>
            <a:ext cx="7481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B95659"/>
                </a:solidFill>
              </a:rPr>
              <a:t>Project Overview Start to Finish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B12F5E-3A14-948D-0FAF-D209E5FCE85C}"/>
              </a:ext>
            </a:extLst>
          </p:cNvPr>
          <p:cNvSpPr/>
          <p:nvPr/>
        </p:nvSpPr>
        <p:spPr>
          <a:xfrm>
            <a:off x="192629" y="844629"/>
            <a:ext cx="882435" cy="2081414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529B26-DB5D-1721-E414-CB08421D59B8}"/>
              </a:ext>
            </a:extLst>
          </p:cNvPr>
          <p:cNvSpPr/>
          <p:nvPr/>
        </p:nvSpPr>
        <p:spPr>
          <a:xfrm>
            <a:off x="1178731" y="3931957"/>
            <a:ext cx="513555" cy="2081414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F0440F-614D-D3FB-AFEC-DD38A4E0E3F6}"/>
              </a:ext>
            </a:extLst>
          </p:cNvPr>
          <p:cNvSpPr/>
          <p:nvPr/>
        </p:nvSpPr>
        <p:spPr>
          <a:xfrm>
            <a:off x="1681237" y="1322530"/>
            <a:ext cx="887671" cy="605156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FD54A4-FB92-B3AF-FAEB-A8DDFFEED2CE}"/>
              </a:ext>
            </a:extLst>
          </p:cNvPr>
          <p:cNvSpPr/>
          <p:nvPr/>
        </p:nvSpPr>
        <p:spPr>
          <a:xfrm>
            <a:off x="2669453" y="3931957"/>
            <a:ext cx="540784" cy="2081414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21860A-1792-6C5A-1DF9-0C6B6E3DA4FB}"/>
              </a:ext>
            </a:extLst>
          </p:cNvPr>
          <p:cNvSpPr/>
          <p:nvPr/>
        </p:nvSpPr>
        <p:spPr>
          <a:xfrm>
            <a:off x="4157203" y="2535559"/>
            <a:ext cx="829593" cy="1517530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63576F-3D1F-CD84-828A-16FC6B7BC41C}"/>
              </a:ext>
            </a:extLst>
          </p:cNvPr>
          <p:cNvSpPr/>
          <p:nvPr/>
        </p:nvSpPr>
        <p:spPr>
          <a:xfrm>
            <a:off x="3956565" y="4659545"/>
            <a:ext cx="836013" cy="2081414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9C5BCA2-37A7-7DA7-BA3A-1FFB04FDF30C}"/>
              </a:ext>
            </a:extLst>
          </p:cNvPr>
          <p:cNvSpPr/>
          <p:nvPr/>
        </p:nvSpPr>
        <p:spPr>
          <a:xfrm>
            <a:off x="5849489" y="4966701"/>
            <a:ext cx="594959" cy="1523854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5C2F6D-2653-C4A6-06CB-BE04722832CC}"/>
              </a:ext>
            </a:extLst>
          </p:cNvPr>
          <p:cNvSpPr/>
          <p:nvPr/>
        </p:nvSpPr>
        <p:spPr>
          <a:xfrm>
            <a:off x="4284465" y="1543664"/>
            <a:ext cx="572669" cy="2081414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4623D6-3B23-2F38-9406-2F614755353D}"/>
              </a:ext>
            </a:extLst>
          </p:cNvPr>
          <p:cNvSpPr/>
          <p:nvPr/>
        </p:nvSpPr>
        <p:spPr>
          <a:xfrm>
            <a:off x="4210814" y="2388293"/>
            <a:ext cx="722372" cy="2081414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529853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645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1a5380cb2be4a51461126b02f947e923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9bf58d68fa2085cb5739c341b0c4cacb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CA5D55-ED13-43AC-9719-B8C54F3EA0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e82e44-1fa4-4144-8309-00fed2bf4198"/>
    <ds:schemaRef ds:uri="1a61c928-f5f6-4989-bd5d-cb8872a1b0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D870300-B03F-45F7-9154-521D8C74684E}">
  <ds:schemaRefs>
    <ds:schemaRef ds:uri="1a61c928-f5f6-4989-bd5d-cb8872a1b06d"/>
    <ds:schemaRef ds:uri="http://purl.org/dc/terms/"/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fee82e44-1fa4-4144-8309-00fed2bf4198"/>
  </ds:schemaRefs>
</ds:datastoreItem>
</file>

<file path=customXml/itemProps3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</TotalTime>
  <Words>154</Words>
  <Application>Microsoft Office PowerPoint</Application>
  <PresentationFormat>On-screen Show (4:3)</PresentationFormat>
  <Paragraphs>37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Activities to Ensure Quality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Deborah Shaw</cp:lastModifiedBy>
  <cp:revision>93</cp:revision>
  <dcterms:created xsi:type="dcterms:W3CDTF">2019-03-18T18:21:25Z</dcterms:created>
  <dcterms:modified xsi:type="dcterms:W3CDTF">2026-05-06T20:01:42Z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