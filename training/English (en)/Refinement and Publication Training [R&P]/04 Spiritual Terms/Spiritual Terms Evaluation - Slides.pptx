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82" r:id="rId5"/>
    <p:sldId id="313" r:id="rId6"/>
    <p:sldId id="305" r:id="rId7"/>
    <p:sldId id="306" r:id="rId8"/>
    <p:sldId id="266" r:id="rId9"/>
    <p:sldId id="298" r:id="rId10"/>
    <p:sldId id="307" r:id="rId11"/>
    <p:sldId id="312" r:id="rId12"/>
    <p:sldId id="309" r:id="rId13"/>
    <p:sldId id="310" r:id="rId14"/>
    <p:sldId id="311"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san Quigley" initials="SQ" lastIdx="11" clrIdx="0">
    <p:extLst>
      <p:ext uri="{19B8F6BF-5375-455C-9EA6-DF929625EA0E}">
        <p15:presenceInfo xmlns:p15="http://schemas.microsoft.com/office/powerpoint/2012/main" userId="S::susan_quigley@wycliffeassociates.org::b85b18d0-1c40-45ee-96a2-2a728d8725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A83F"/>
    <a:srgbClr val="716557"/>
    <a:srgbClr val="B95659"/>
    <a:srgbClr val="C3DD93"/>
    <a:srgbClr val="FBA9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878" autoAdjust="0"/>
    <p:restoredTop sz="95694" autoAdjust="0"/>
  </p:normalViewPr>
  <p:slideViewPr>
    <p:cSldViewPr snapToGrid="0">
      <p:cViewPr varScale="1">
        <p:scale>
          <a:sx n="51" d="100"/>
          <a:sy n="51" d="100"/>
        </p:scale>
        <p:origin x="62" y="658"/>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bie Shaw" userId="79bf7848-a030-4096-934a-3abbfde4984a" providerId="ADAL" clId="{8DE9E9FB-001C-4B84-83DE-E1F7ABB9FAA3}"/>
    <pc:docChg chg="addSld modSld">
      <pc:chgData name="Debbie Shaw" userId="79bf7848-a030-4096-934a-3abbfde4984a" providerId="ADAL" clId="{8DE9E9FB-001C-4B84-83DE-E1F7ABB9FAA3}" dt="2026-07-18T08:38:47.065" v="38" actId="20577"/>
      <pc:docMkLst>
        <pc:docMk/>
      </pc:docMkLst>
      <pc:sldChg chg="add">
        <pc:chgData name="Debbie Shaw" userId="79bf7848-a030-4096-934a-3abbfde4984a" providerId="ADAL" clId="{8DE9E9FB-001C-4B84-83DE-E1F7ABB9FAA3}" dt="2026-07-18T07:23:11.330" v="35"/>
        <pc:sldMkLst>
          <pc:docMk/>
          <pc:sldMk cId="1672717559" sldId="266"/>
        </pc:sldMkLst>
      </pc:sldChg>
      <pc:sldChg chg="modSp mod">
        <pc:chgData name="Debbie Shaw" userId="79bf7848-a030-4096-934a-3abbfde4984a" providerId="ADAL" clId="{8DE9E9FB-001C-4B84-83DE-E1F7ABB9FAA3}" dt="2026-07-18T06:16:01.874" v="28" actId="21"/>
        <pc:sldMkLst>
          <pc:docMk/>
          <pc:sldMk cId="904332746" sldId="282"/>
        </pc:sldMkLst>
        <pc:spChg chg="mod">
          <ac:chgData name="Debbie Shaw" userId="79bf7848-a030-4096-934a-3abbfde4984a" providerId="ADAL" clId="{8DE9E9FB-001C-4B84-83DE-E1F7ABB9FAA3}" dt="2026-07-18T06:16:01.874" v="28" actId="21"/>
          <ac:spMkLst>
            <pc:docMk/>
            <pc:sldMk cId="904332746" sldId="282"/>
            <ac:spMk id="31" creationId="{BF35DD5C-CF01-41EA-924C-F50A9350F825}"/>
          </ac:spMkLst>
        </pc:spChg>
      </pc:sldChg>
      <pc:sldChg chg="add">
        <pc:chgData name="Debbie Shaw" userId="79bf7848-a030-4096-934a-3abbfde4984a" providerId="ADAL" clId="{8DE9E9FB-001C-4B84-83DE-E1F7ABB9FAA3}" dt="2026-07-18T07:23:17.852" v="36"/>
        <pc:sldMkLst>
          <pc:docMk/>
          <pc:sldMk cId="1535566469" sldId="298"/>
        </pc:sldMkLst>
      </pc:sldChg>
      <pc:sldChg chg="addSp modSp mod">
        <pc:chgData name="Debbie Shaw" userId="79bf7848-a030-4096-934a-3abbfde4984a" providerId="ADAL" clId="{8DE9E9FB-001C-4B84-83DE-E1F7ABB9FAA3}" dt="2026-07-18T08:38:47.065" v="38" actId="20577"/>
        <pc:sldMkLst>
          <pc:docMk/>
          <pc:sldMk cId="2229477912" sldId="311"/>
        </pc:sldMkLst>
        <pc:spChg chg="add mod">
          <ac:chgData name="Debbie Shaw" userId="79bf7848-a030-4096-934a-3abbfde4984a" providerId="ADAL" clId="{8DE9E9FB-001C-4B84-83DE-E1F7ABB9FAA3}" dt="2026-07-18T08:38:47.065" v="38" actId="20577"/>
          <ac:spMkLst>
            <pc:docMk/>
            <pc:sldMk cId="2229477912" sldId="311"/>
            <ac:spMk id="3" creationId="{8DC43ED6-02D2-BB40-74F4-0BB51B76F56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AA070-92F4-A447-BB88-F5E94FF9CF8B}" type="datetimeFigureOut">
              <a:rPr lang="en-US" smtClean="0"/>
              <a:t>7/18/2026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9B3C9-13A9-6540-8F68-9A544DD081BF}" type="slidenum">
              <a:rPr lang="en-US" smtClean="0"/>
              <a:t>‹#›</a:t>
            </a:fld>
            <a:endParaRPr lang="en-US"/>
          </a:p>
        </p:txBody>
      </p:sp>
    </p:spTree>
    <p:extLst>
      <p:ext uri="{BB962C8B-B14F-4D97-AF65-F5344CB8AC3E}">
        <p14:creationId xmlns:p14="http://schemas.microsoft.com/office/powerpoint/2010/main" val="252134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2D176C0A-5C67-429D-B78E-C0F7FE360763}" type="datetimeFigureOut">
              <a:rPr lang="en-US" smtClean="0"/>
              <a:t>7/18/2026</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86A303C-F57A-46A0-A01E-607FF4D926B8}" type="slidenum">
              <a:rPr lang="en-US" smtClean="0"/>
              <a:t>‹#›</a:t>
            </a:fld>
            <a:endParaRPr lang="en-US"/>
          </a:p>
        </p:txBody>
      </p:sp>
    </p:spTree>
    <p:extLst>
      <p:ext uri="{BB962C8B-B14F-4D97-AF65-F5344CB8AC3E}">
        <p14:creationId xmlns:p14="http://schemas.microsoft.com/office/powerpoint/2010/main" val="214192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BAAEAE7B-3B5A-4C25-AC11-01A159AD8EE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19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3E46E85-8EF7-4D4E-A5B5-D327F4516A8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111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4694CCB8-A161-4308-BC33-DD746CEBFA8D}"/>
              </a:ext>
            </a:extLst>
          </p:cNvPr>
          <p:cNvSpPr/>
          <p:nvPr/>
        </p:nvSpPr>
        <p:spPr>
          <a:xfrm>
            <a:off x="165246" y="754990"/>
            <a:ext cx="8813508" cy="646331"/>
          </a:xfrm>
          <a:prstGeom prst="rect">
            <a:avLst/>
          </a:prstGeom>
        </p:spPr>
        <p:txBody>
          <a:bodyPr wrap="square" anchor="ctr">
            <a:spAutoFit/>
          </a:bodyPr>
          <a:lstStyle/>
          <a:p>
            <a:pPr algn="ctr"/>
            <a:r>
              <a:rPr lang="en-US" sz="3600" b="1" dirty="0">
                <a:solidFill>
                  <a:srgbClr val="B95659"/>
                </a:solidFill>
                <a:latin typeface="Arial" panose="020B0604020202020204" pitchFamily="34" charset="0"/>
                <a:ea typeface="+mj-ea"/>
                <a:cs typeface="Arial" panose="020B0604020202020204" pitchFamily="34" charset="0"/>
              </a:rPr>
              <a:t>Spiritual Terms Evaluation</a:t>
            </a:r>
          </a:p>
        </p:txBody>
      </p:sp>
      <p:pic>
        <p:nvPicPr>
          <p:cNvPr id="19" name="Picture 18" descr="Open book">
            <a:extLst>
              <a:ext uri="{FF2B5EF4-FFF2-40B4-BE49-F238E27FC236}">
                <a16:creationId xmlns:a16="http://schemas.microsoft.com/office/drawing/2014/main" id="{EA8BA033-6E1B-6473-D1AF-572E925349BE}"/>
              </a:ext>
            </a:extLst>
          </p:cNvPr>
          <p:cNvPicPr>
            <a:picLocks noChangeAspect="1"/>
          </p:cNvPicPr>
          <p:nvPr/>
        </p:nvPicPr>
        <p:blipFill>
          <a:blip r:embed="rId2">
            <a:extLst>
              <a:ext uri="{28A0092B-C50C-407E-A947-70E740481C1C}">
                <a14:useLocalDpi xmlns:a14="http://schemas.microsoft.com/office/drawing/2010/main" val="0"/>
              </a:ext>
            </a:extLst>
          </a:blip>
          <a:srcRect t="20332" b="2367"/>
          <a:stretch/>
        </p:blipFill>
        <p:spPr>
          <a:xfrm>
            <a:off x="0" y="1803042"/>
            <a:ext cx="9144000" cy="4831985"/>
          </a:xfrm>
          <a:prstGeom prst="rect">
            <a:avLst/>
          </a:prstGeom>
        </p:spPr>
      </p:pic>
    </p:spTree>
    <p:extLst>
      <p:ext uri="{BB962C8B-B14F-4D97-AF65-F5344CB8AC3E}">
        <p14:creationId xmlns:p14="http://schemas.microsoft.com/office/powerpoint/2010/main" val="904332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22371-BBDD-0E6B-9C17-5312EFED8482}"/>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F7B88216-93FE-B329-A233-CF8CBB514932}"/>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08DD9FC1-5C43-C3BC-E40B-BF44012FE737}"/>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C6B1612F-D7C1-9FC9-7E92-73FB45EEE253}"/>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F7B24E79-9706-DD10-C0F2-D6595D72CD14}"/>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DBD370CD-E3F5-21BD-D961-03EAA51F274D}"/>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1D8DD42E-F020-C0A8-108D-292B4E414F6C}"/>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977C674A-3926-FDD8-BB3C-9C4E33614DB6}"/>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EDC34B0E-E2EC-0262-1276-46407B02DE13}"/>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9C3BC6E5-926E-6DCD-4F49-353E7CDB5D19}"/>
              </a:ext>
            </a:extLst>
          </p:cNvPr>
          <p:cNvSpPr txBox="1"/>
          <p:nvPr/>
        </p:nvSpPr>
        <p:spPr>
          <a:xfrm>
            <a:off x="3559698" y="1441089"/>
            <a:ext cx="5023263" cy="4055469"/>
          </a:xfrm>
          <a:prstGeom prst="rect">
            <a:avLst/>
          </a:prstGeom>
          <a:noFill/>
        </p:spPr>
        <p:txBody>
          <a:bodyPr wrap="square" rtlCol="0">
            <a:spAutoFit/>
          </a:bodyPr>
          <a:lstStyle/>
          <a:p>
            <a:pPr marL="285750" marR="0" indent="-285750">
              <a:lnSpc>
                <a:spcPct val="107000"/>
              </a:lnSpc>
              <a:spcBef>
                <a:spcPts val="0"/>
              </a:spcBef>
              <a:spcAft>
                <a:spcPts val="2000"/>
              </a:spcAft>
              <a:buFont typeface="Arial" panose="020B0604020202020204" pitchFamily="34" charset="0"/>
              <a:buChar char="•"/>
            </a:pPr>
            <a:r>
              <a:rPr lang="en-US" sz="2800" b="1" dirty="0">
                <a:latin typeface="Arial" panose="020B0604020202020204" pitchFamily="34" charset="0"/>
                <a:ea typeface="Calibri" panose="020F0502020204030204" pitchFamily="34" charset="0"/>
                <a:cs typeface="Times New Roman" panose="02020603050405020304" pitchFamily="18" charset="0"/>
              </a:rPr>
              <a:t>In Step 7, key words were chosen for each chapter.</a:t>
            </a:r>
          </a:p>
          <a:p>
            <a:pPr marL="285750" marR="0" indent="-285750">
              <a:lnSpc>
                <a:spcPct val="107000"/>
              </a:lnSpc>
              <a:spcBef>
                <a:spcPts val="0"/>
              </a:spcBef>
              <a:spcAft>
                <a:spcPts val="2000"/>
              </a:spcAft>
              <a:buFont typeface="Arial" panose="020B0604020202020204" pitchFamily="34" charset="0"/>
              <a:buChar char="•"/>
            </a:pPr>
            <a:endParaRPr lang="en-US" sz="2800" b="1" dirty="0">
              <a:latin typeface="Arial" panose="020B0604020202020204" pitchFamily="34" charset="0"/>
              <a:ea typeface="Calibri" panose="020F0502020204030204" pitchFamily="34" charset="0"/>
              <a:cs typeface="Times New Roman" panose="02020603050405020304" pitchFamily="18" charset="0"/>
            </a:endParaRPr>
          </a:p>
          <a:p>
            <a:pPr marR="0">
              <a:lnSpc>
                <a:spcPct val="107000"/>
              </a:lnSpc>
              <a:spcBef>
                <a:spcPts val="0"/>
              </a:spcBef>
              <a:spcAft>
                <a:spcPts val="2000"/>
              </a:spcAft>
            </a:pPr>
            <a:endParaRPr lang="en-US" sz="2800" b="1" dirty="0">
              <a:latin typeface="Arial" panose="020B0604020202020204" pitchFamily="34" charset="0"/>
              <a:ea typeface="Calibri" panose="020F0502020204030204" pitchFamily="34" charset="0"/>
              <a:cs typeface="Times New Roman" panose="02020603050405020304" pitchFamily="18" charset="0"/>
            </a:endParaRPr>
          </a:p>
          <a:p>
            <a:pPr marL="285750" marR="0" indent="-285750">
              <a:lnSpc>
                <a:spcPct val="107000"/>
              </a:lnSpc>
              <a:spcBef>
                <a:spcPts val="0"/>
              </a:spcBef>
              <a:spcAft>
                <a:spcPts val="2000"/>
              </a:spcAft>
              <a:buFont typeface="Arial" panose="020B0604020202020204" pitchFamily="34" charset="0"/>
              <a:buChar char="•"/>
            </a:pPr>
            <a:r>
              <a:rPr lang="en-US" sz="2800" b="1" dirty="0">
                <a:latin typeface="Arial" panose="020B0604020202020204" pitchFamily="34" charset="0"/>
                <a:ea typeface="Calibri" panose="020F0502020204030204" pitchFamily="34" charset="0"/>
                <a:cs typeface="Times New Roman" panose="02020603050405020304" pitchFamily="18" charset="0"/>
              </a:rPr>
              <a:t>Now terms will be evaluated across the whole New Testament.</a:t>
            </a:r>
          </a:p>
        </p:txBody>
      </p:sp>
      <p:pic>
        <p:nvPicPr>
          <p:cNvPr id="5" name="Picture 4">
            <a:extLst>
              <a:ext uri="{FF2B5EF4-FFF2-40B4-BE49-F238E27FC236}">
                <a16:creationId xmlns:a16="http://schemas.microsoft.com/office/drawing/2014/main" id="{892A0220-9EDA-D2FD-BDBE-A49BEF9B565E}"/>
              </a:ext>
            </a:extLst>
          </p:cNvPr>
          <p:cNvPicPr>
            <a:picLocks noChangeAspect="1"/>
          </p:cNvPicPr>
          <p:nvPr/>
        </p:nvPicPr>
        <p:blipFill rotWithShape="1">
          <a:blip r:embed="rId2">
            <a:extLst>
              <a:ext uri="{28A0092B-C50C-407E-A947-70E740481C1C}">
                <a14:useLocalDpi xmlns:a14="http://schemas.microsoft.com/office/drawing/2010/main" val="0"/>
              </a:ext>
            </a:extLst>
          </a:blip>
          <a:srcRect l="16425" r="8389"/>
          <a:stretch/>
        </p:blipFill>
        <p:spPr>
          <a:xfrm>
            <a:off x="661815" y="875672"/>
            <a:ext cx="2193919" cy="2194560"/>
          </a:xfrm>
          <a:prstGeom prst="ellipse">
            <a:avLst/>
          </a:prstGeom>
          <a:ln w="57150">
            <a:solidFill>
              <a:schemeClr val="accent3"/>
            </a:solidFill>
          </a:ln>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24F0F80C-8BA1-43DC-291E-3ACBDCE9E378}"/>
              </a:ext>
            </a:extLst>
          </p:cNvPr>
          <p:cNvPicPr>
            <a:picLocks noChangeAspect="1"/>
          </p:cNvPicPr>
          <p:nvPr/>
        </p:nvPicPr>
        <p:blipFill>
          <a:blip r:embed="rId3">
            <a:extLst>
              <a:ext uri="{28A0092B-C50C-407E-A947-70E740481C1C}">
                <a14:useLocalDpi xmlns:a14="http://schemas.microsoft.com/office/drawing/2010/main" val="0"/>
              </a:ext>
            </a:extLst>
          </a:blip>
          <a:srcRect l="7588" t="14051" r="31217" b="1787"/>
          <a:stretch/>
        </p:blipFill>
        <p:spPr>
          <a:xfrm>
            <a:off x="661642" y="3573827"/>
            <a:ext cx="2194092" cy="2194560"/>
          </a:xfrm>
          <a:prstGeom prst="ellipse">
            <a:avLst/>
          </a:prstGeom>
          <a:ln w="76200">
            <a:solidFill>
              <a:schemeClr val="accent1"/>
            </a:solidFill>
          </a:ln>
        </p:spPr>
      </p:pic>
    </p:spTree>
    <p:extLst>
      <p:ext uri="{BB962C8B-B14F-4D97-AF65-F5344CB8AC3E}">
        <p14:creationId xmlns:p14="http://schemas.microsoft.com/office/powerpoint/2010/main" val="1429915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out)">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 calcmode="lin" valueType="num">
                                      <p:cBhvr additive="base">
                                        <p:cTn id="12"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4" presetID="6" presetClass="entr" presetSubtype="32"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circle(out)">
                                      <p:cBhvr>
                                        <p:cTn id="1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Oval 3">
            <a:extLst>
              <a:ext uri="{FF2B5EF4-FFF2-40B4-BE49-F238E27FC236}">
                <a16:creationId xmlns:a16="http://schemas.microsoft.com/office/drawing/2014/main" id="{ACF36004-402F-430D-4E26-A025CE980CD6}"/>
              </a:ext>
            </a:extLst>
          </p:cNvPr>
          <p:cNvSpPr/>
          <p:nvPr/>
        </p:nvSpPr>
        <p:spPr>
          <a:xfrm>
            <a:off x="1341912" y="2588821"/>
            <a:ext cx="1947553" cy="2125683"/>
          </a:xfrm>
          <a:prstGeom prst="ellipse">
            <a:avLst/>
          </a:prstGeom>
        </p:spPr>
        <p:txBody>
          <a:bodyPr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5" name="Oval 4">
            <a:extLst>
              <a:ext uri="{FF2B5EF4-FFF2-40B4-BE49-F238E27FC236}">
                <a16:creationId xmlns:a16="http://schemas.microsoft.com/office/drawing/2014/main" id="{49393BBD-0193-6250-467C-709FE8414DE0}"/>
              </a:ext>
            </a:extLst>
          </p:cNvPr>
          <p:cNvSpPr/>
          <p:nvPr/>
        </p:nvSpPr>
        <p:spPr>
          <a:xfrm>
            <a:off x="1008809" y="2351314"/>
            <a:ext cx="2560320" cy="2560320"/>
          </a:xfrm>
          <a:prstGeom prst="ellipse">
            <a:avLst/>
          </a:prstGeom>
          <a:solidFill>
            <a:schemeClr val="accent2"/>
          </a:solidFill>
        </p:spPr>
        <p:txBody>
          <a:bodyPr rtlCol="0" anchor="ctr">
            <a:spAutoFit/>
          </a:bodyPr>
          <a:lstStyle/>
          <a:p>
            <a:pPr algn="ctr"/>
            <a:r>
              <a:rPr lang="en-US" sz="2400" b="1" dirty="0">
                <a:solidFill>
                  <a:schemeClr val="bg1"/>
                </a:solidFill>
                <a:latin typeface="Arial" panose="020B0604020202020204" pitchFamily="34" charset="0"/>
                <a:cs typeface="Arial" panose="020B0604020202020204" pitchFamily="34" charset="0"/>
              </a:rPr>
              <a:t>Abstract meaning</a:t>
            </a:r>
          </a:p>
        </p:txBody>
      </p:sp>
      <p:sp>
        <p:nvSpPr>
          <p:cNvPr id="2" name="Oval 1">
            <a:extLst>
              <a:ext uri="{FF2B5EF4-FFF2-40B4-BE49-F238E27FC236}">
                <a16:creationId xmlns:a16="http://schemas.microsoft.com/office/drawing/2014/main" id="{B7C18D6E-9928-01EB-41B2-E27ED73909FB}"/>
              </a:ext>
            </a:extLst>
          </p:cNvPr>
          <p:cNvSpPr/>
          <p:nvPr/>
        </p:nvSpPr>
        <p:spPr>
          <a:xfrm>
            <a:off x="5387835" y="2351314"/>
            <a:ext cx="2560320" cy="2560320"/>
          </a:xfrm>
          <a:prstGeom prst="ellipse">
            <a:avLst/>
          </a:prstGeom>
          <a:solidFill>
            <a:srgbClr val="FBA93D"/>
          </a:solidFill>
        </p:spPr>
        <p:txBody>
          <a:bodyPr rtlCol="0" anchor="ctr">
            <a:spAutoFit/>
          </a:bodyPr>
          <a:lstStyle/>
          <a:p>
            <a:pPr algn="ctr"/>
            <a:r>
              <a:rPr lang="en-US" sz="2400" b="1" dirty="0">
                <a:solidFill>
                  <a:schemeClr val="bg1"/>
                </a:solidFill>
                <a:latin typeface="Arial" panose="020B0604020202020204" pitchFamily="34" charset="0"/>
                <a:cs typeface="Arial" panose="020B0604020202020204" pitchFamily="34" charset="0"/>
              </a:rPr>
              <a:t>Spiritual</a:t>
            </a:r>
          </a:p>
          <a:p>
            <a:pPr algn="ctr"/>
            <a:r>
              <a:rPr lang="en-US" sz="2400" b="1" dirty="0">
                <a:solidFill>
                  <a:schemeClr val="bg1"/>
                </a:solidFill>
                <a:latin typeface="Arial" panose="020B0604020202020204" pitchFamily="34" charset="0"/>
                <a:cs typeface="Arial" panose="020B0604020202020204" pitchFamily="34" charset="0"/>
              </a:rPr>
              <a:t>meaning</a:t>
            </a:r>
          </a:p>
        </p:txBody>
      </p:sp>
      <p:sp>
        <p:nvSpPr>
          <p:cNvPr id="3" name="Rectangle 2">
            <a:extLst>
              <a:ext uri="{FF2B5EF4-FFF2-40B4-BE49-F238E27FC236}">
                <a16:creationId xmlns:a16="http://schemas.microsoft.com/office/drawing/2014/main" id="{795D7B2C-2DA6-7D49-6200-8F1BA673F987}"/>
              </a:ext>
            </a:extLst>
          </p:cNvPr>
          <p:cNvSpPr/>
          <p:nvPr/>
        </p:nvSpPr>
        <p:spPr>
          <a:xfrm>
            <a:off x="165246" y="754990"/>
            <a:ext cx="8813508" cy="646331"/>
          </a:xfrm>
          <a:prstGeom prst="rect">
            <a:avLst/>
          </a:prstGeom>
        </p:spPr>
        <p:txBody>
          <a:bodyPr wrap="square" anchor="ctr">
            <a:spAutoFit/>
          </a:bodyPr>
          <a:lstStyle/>
          <a:p>
            <a:pPr algn="ctr"/>
            <a:r>
              <a:rPr lang="en-US" sz="3600" b="1" dirty="0">
                <a:solidFill>
                  <a:srgbClr val="B95659"/>
                </a:solidFill>
                <a:latin typeface="Arial" panose="020B0604020202020204" pitchFamily="34" charset="0"/>
                <a:ea typeface="+mj-ea"/>
                <a:cs typeface="Arial" panose="020B0604020202020204" pitchFamily="34" charset="0"/>
              </a:rPr>
              <a:t>What kinds of terms?</a:t>
            </a:r>
          </a:p>
        </p:txBody>
      </p:sp>
      <p:sp>
        <p:nvSpPr>
          <p:cNvPr id="6" name="Rounded Rectangle 5">
            <a:extLst>
              <a:ext uri="{FF2B5EF4-FFF2-40B4-BE49-F238E27FC236}">
                <a16:creationId xmlns:a16="http://schemas.microsoft.com/office/drawing/2014/main" id="{88B47D21-FD8C-D9DB-F103-0DD345C5546D}"/>
              </a:ext>
            </a:extLst>
          </p:cNvPr>
          <p:cNvSpPr/>
          <p:nvPr/>
        </p:nvSpPr>
        <p:spPr>
          <a:xfrm>
            <a:off x="695459" y="5087155"/>
            <a:ext cx="2377211" cy="695459"/>
          </a:xfrm>
          <a:prstGeom prst="roundRect">
            <a:avLst/>
          </a:prstGeom>
        </p:spPr>
        <p:txBody>
          <a:bodyPr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9" name="Rounded Rectangle 8">
            <a:extLst>
              <a:ext uri="{FF2B5EF4-FFF2-40B4-BE49-F238E27FC236}">
                <a16:creationId xmlns:a16="http://schemas.microsoft.com/office/drawing/2014/main" id="{74785175-A124-F0AA-79C2-2F327196BC4D}"/>
              </a:ext>
            </a:extLst>
          </p:cNvPr>
          <p:cNvSpPr/>
          <p:nvPr/>
        </p:nvSpPr>
        <p:spPr>
          <a:xfrm>
            <a:off x="445254" y="5579530"/>
            <a:ext cx="2054431" cy="442674"/>
          </a:xfrm>
          <a:prstGeom prst="roundRect">
            <a:avLst/>
          </a:prstGeom>
          <a:solidFill>
            <a:schemeClr val="accent1"/>
          </a:solidFill>
        </p:spPr>
        <p:txBody>
          <a:bodyPr rtlCol="0" anchor="ctr">
            <a:spAutoFit/>
          </a:bodyPr>
          <a:lstStyle/>
          <a:p>
            <a:pPr algn="ctr"/>
            <a:r>
              <a:rPr lang="en-US" sz="2000" b="1" dirty="0">
                <a:solidFill>
                  <a:schemeClr val="bg1"/>
                </a:solidFill>
                <a:latin typeface="Arial" panose="020B0604020202020204" pitchFamily="34" charset="0"/>
                <a:cs typeface="Arial" panose="020B0604020202020204" pitchFamily="34" charset="0"/>
              </a:rPr>
              <a:t>tree</a:t>
            </a:r>
          </a:p>
        </p:txBody>
      </p:sp>
      <p:sp>
        <p:nvSpPr>
          <p:cNvPr id="10" name="Rounded Rectangle 9">
            <a:extLst>
              <a:ext uri="{FF2B5EF4-FFF2-40B4-BE49-F238E27FC236}">
                <a16:creationId xmlns:a16="http://schemas.microsoft.com/office/drawing/2014/main" id="{8903D09B-60A3-DF59-33A4-76A0D33FF6EE}"/>
              </a:ext>
            </a:extLst>
          </p:cNvPr>
          <p:cNvSpPr/>
          <p:nvPr/>
        </p:nvSpPr>
        <p:spPr>
          <a:xfrm>
            <a:off x="3544784" y="5577790"/>
            <a:ext cx="2054431" cy="442674"/>
          </a:xfrm>
          <a:prstGeom prst="roundRect">
            <a:avLst/>
          </a:prstGeom>
          <a:solidFill>
            <a:srgbClr val="FBA93D"/>
          </a:solidFill>
        </p:spPr>
        <p:txBody>
          <a:bodyPr rtlCol="0" anchor="ctr">
            <a:spAutoFit/>
          </a:bodyPr>
          <a:lstStyle/>
          <a:p>
            <a:pPr algn="ctr"/>
            <a:r>
              <a:rPr lang="en-US" sz="2000" b="1" dirty="0">
                <a:solidFill>
                  <a:schemeClr val="bg1"/>
                </a:solidFill>
                <a:latin typeface="Arial" panose="020B0604020202020204" pitchFamily="34" charset="0"/>
                <a:cs typeface="Arial" panose="020B0604020202020204" pitchFamily="34" charset="0"/>
              </a:rPr>
              <a:t>adoption</a:t>
            </a:r>
          </a:p>
        </p:txBody>
      </p:sp>
      <p:sp>
        <p:nvSpPr>
          <p:cNvPr id="11" name="Rounded Rectangle 10">
            <a:extLst>
              <a:ext uri="{FF2B5EF4-FFF2-40B4-BE49-F238E27FC236}">
                <a16:creationId xmlns:a16="http://schemas.microsoft.com/office/drawing/2014/main" id="{D471B36D-15BA-D4B4-DD96-D4CA16E4E21D}"/>
              </a:ext>
            </a:extLst>
          </p:cNvPr>
          <p:cNvSpPr/>
          <p:nvPr/>
        </p:nvSpPr>
        <p:spPr>
          <a:xfrm>
            <a:off x="6667995" y="5577790"/>
            <a:ext cx="2054431" cy="442674"/>
          </a:xfrm>
          <a:prstGeom prst="roundRect">
            <a:avLst/>
          </a:prstGeom>
          <a:solidFill>
            <a:srgbClr val="83A83F"/>
          </a:solidFill>
        </p:spPr>
        <p:txBody>
          <a:bodyPr rtlCol="0" anchor="ctr">
            <a:spAutoFit/>
          </a:bodyPr>
          <a:lstStyle/>
          <a:p>
            <a:pPr algn="ctr"/>
            <a:r>
              <a:rPr lang="en-US" sz="2000" b="1" dirty="0">
                <a:solidFill>
                  <a:schemeClr val="bg1"/>
                </a:solidFill>
                <a:latin typeface="Arial" panose="020B0604020202020204" pitchFamily="34" charset="0"/>
                <a:cs typeface="Arial" panose="020B0604020202020204" pitchFamily="34" charset="0"/>
              </a:rPr>
              <a:t>flesh</a:t>
            </a:r>
          </a:p>
        </p:txBody>
      </p:sp>
    </p:spTree>
    <p:extLst>
      <p:ext uri="{BB962C8B-B14F-4D97-AF65-F5344CB8AC3E}">
        <p14:creationId xmlns:p14="http://schemas.microsoft.com/office/powerpoint/2010/main" val="23887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0.70"/>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9" grpId="0" animBg="1"/>
      <p:bldP spid="10"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ABD01E1C-1F6E-CBE1-A370-60A5B395D5B0}"/>
              </a:ext>
            </a:extLst>
          </p:cNvPr>
          <p:cNvSpPr txBox="1"/>
          <p:nvPr/>
        </p:nvSpPr>
        <p:spPr>
          <a:xfrm>
            <a:off x="2971800" y="-142504"/>
            <a:ext cx="3146961" cy="7786747"/>
          </a:xfrm>
          <a:prstGeom prst="rect">
            <a:avLst/>
          </a:prstGeom>
          <a:noFill/>
        </p:spPr>
        <p:txBody>
          <a:bodyPr wrap="square" rtlCol="0">
            <a:spAutoFit/>
          </a:bodyPr>
          <a:lstStyle/>
          <a:p>
            <a:pPr algn="ctr"/>
            <a:r>
              <a:rPr lang="en-US" sz="50000" dirty="0">
                <a:solidFill>
                  <a:schemeClr val="accent2">
                    <a:lumMod val="20000"/>
                    <a:lumOff val="80000"/>
                  </a:schemeClr>
                </a:solidFill>
                <a:latin typeface="Arial Black" panose="020B0A04020102020204" pitchFamily="34" charset="0"/>
              </a:rPr>
              <a:t>?</a:t>
            </a:r>
          </a:p>
        </p:txBody>
      </p:sp>
      <p:sp>
        <p:nvSpPr>
          <p:cNvPr id="8" name="TextBox 7">
            <a:extLst>
              <a:ext uri="{FF2B5EF4-FFF2-40B4-BE49-F238E27FC236}">
                <a16:creationId xmlns:a16="http://schemas.microsoft.com/office/drawing/2014/main" id="{F599620B-F786-03F1-6286-21F76DE5C7AA}"/>
              </a:ext>
            </a:extLst>
          </p:cNvPr>
          <p:cNvSpPr txBox="1"/>
          <p:nvPr/>
        </p:nvSpPr>
        <p:spPr>
          <a:xfrm>
            <a:off x="1943099" y="3429000"/>
            <a:ext cx="5257801" cy="830997"/>
          </a:xfrm>
          <a:prstGeom prst="rect">
            <a:avLst/>
          </a:prstGeom>
          <a:noFill/>
        </p:spPr>
        <p:txBody>
          <a:bodyPr wrap="square" rtlCol="0">
            <a:spAutoFit/>
          </a:bodyPr>
          <a:lstStyle/>
          <a:p>
            <a:pPr algn="ctr"/>
            <a:r>
              <a:rPr lang="en-US" sz="2400" b="1" dirty="0"/>
              <a:t>Why check words across the whole New Testament?</a:t>
            </a:r>
          </a:p>
        </p:txBody>
      </p:sp>
      <p:sp>
        <p:nvSpPr>
          <p:cNvPr id="5" name="Rounded Rectangle 4">
            <a:extLst>
              <a:ext uri="{FF2B5EF4-FFF2-40B4-BE49-F238E27FC236}">
                <a16:creationId xmlns:a16="http://schemas.microsoft.com/office/drawing/2014/main" id="{5735CBF6-0C15-1805-A9BB-F2A847970DB4}"/>
              </a:ext>
            </a:extLst>
          </p:cNvPr>
          <p:cNvSpPr/>
          <p:nvPr/>
        </p:nvSpPr>
        <p:spPr>
          <a:xfrm>
            <a:off x="2971800" y="5771408"/>
            <a:ext cx="914400" cy="914400"/>
          </a:xfrm>
          <a:prstGeom prst="roundRect">
            <a:avLst/>
          </a:prstGeom>
        </p:spPr>
        <p:txBody>
          <a:bodyPr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6" name="Rounded Rectangle 5">
            <a:extLst>
              <a:ext uri="{FF2B5EF4-FFF2-40B4-BE49-F238E27FC236}">
                <a16:creationId xmlns:a16="http://schemas.microsoft.com/office/drawing/2014/main" id="{96B4EAEC-EF14-BDB6-607C-BE820AB705BA}"/>
              </a:ext>
            </a:extLst>
          </p:cNvPr>
          <p:cNvSpPr/>
          <p:nvPr/>
        </p:nvSpPr>
        <p:spPr>
          <a:xfrm>
            <a:off x="445254" y="5451452"/>
            <a:ext cx="2054431" cy="783193"/>
          </a:xfrm>
          <a:prstGeom prst="roundRect">
            <a:avLst/>
          </a:prstGeom>
          <a:solidFill>
            <a:srgbClr val="FBA93D"/>
          </a:solidFill>
        </p:spPr>
        <p:txBody>
          <a:bodyPr rtlCol="0" anchor="ctr">
            <a:spAutoFit/>
          </a:bodyPr>
          <a:lstStyle/>
          <a:p>
            <a:pPr algn="ctr"/>
            <a:r>
              <a:rPr lang="en-US" sz="2000" b="1" dirty="0">
                <a:solidFill>
                  <a:schemeClr val="bg1"/>
                </a:solidFill>
                <a:latin typeface="Arial" panose="020B0604020202020204" pitchFamily="34" charset="0"/>
                <a:cs typeface="Arial" panose="020B0604020202020204" pitchFamily="34" charset="0"/>
              </a:rPr>
              <a:t>Different translators </a:t>
            </a:r>
          </a:p>
        </p:txBody>
      </p:sp>
      <p:sp>
        <p:nvSpPr>
          <p:cNvPr id="9" name="Rounded Rectangle 8">
            <a:extLst>
              <a:ext uri="{FF2B5EF4-FFF2-40B4-BE49-F238E27FC236}">
                <a16:creationId xmlns:a16="http://schemas.microsoft.com/office/drawing/2014/main" id="{4C9D0BF7-7797-4390-1BAC-7E488FE090FB}"/>
              </a:ext>
            </a:extLst>
          </p:cNvPr>
          <p:cNvSpPr/>
          <p:nvPr/>
        </p:nvSpPr>
        <p:spPr>
          <a:xfrm>
            <a:off x="6668030" y="5379812"/>
            <a:ext cx="2054431" cy="783193"/>
          </a:xfrm>
          <a:prstGeom prst="roundRect">
            <a:avLst/>
          </a:prstGeom>
          <a:solidFill>
            <a:srgbClr val="B95659"/>
          </a:solidFill>
        </p:spPr>
        <p:txBody>
          <a:bodyPr rtlCol="0" anchor="ctr">
            <a:spAutoFit/>
          </a:bodyPr>
          <a:lstStyle/>
          <a:p>
            <a:pPr algn="ctr"/>
            <a:r>
              <a:rPr lang="en-US" sz="2000" b="1" dirty="0">
                <a:solidFill>
                  <a:schemeClr val="bg1"/>
                </a:solidFill>
                <a:latin typeface="Arial" panose="020B0604020202020204" pitchFamily="34" charset="0"/>
                <a:cs typeface="Arial" panose="020B0604020202020204" pitchFamily="34" charset="0"/>
              </a:rPr>
              <a:t>Same </a:t>
            </a:r>
          </a:p>
          <a:p>
            <a:pPr algn="ctr"/>
            <a:r>
              <a:rPr lang="en-US" sz="2000" b="1" dirty="0">
                <a:solidFill>
                  <a:schemeClr val="bg1"/>
                </a:solidFill>
                <a:latin typeface="Arial" panose="020B0604020202020204" pitchFamily="34" charset="0"/>
                <a:cs typeface="Arial" panose="020B0604020202020204" pitchFamily="34" charset="0"/>
              </a:rPr>
              <a:t>words?</a:t>
            </a:r>
          </a:p>
        </p:txBody>
      </p:sp>
    </p:spTree>
    <p:extLst>
      <p:ext uri="{BB962C8B-B14F-4D97-AF65-F5344CB8AC3E}">
        <p14:creationId xmlns:p14="http://schemas.microsoft.com/office/powerpoint/2010/main" val="772726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50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23DE2-E956-4B98-A8F0-B897B34365B1}"/>
              </a:ext>
            </a:extLst>
          </p:cNvPr>
          <p:cNvSpPr>
            <a:spLocks noGrp="1"/>
          </p:cNvSpPr>
          <p:nvPr>
            <p:ph type="title"/>
          </p:nvPr>
        </p:nvSpPr>
        <p:spPr>
          <a:xfrm>
            <a:off x="628650" y="342538"/>
            <a:ext cx="7886700" cy="1325563"/>
          </a:xfrm>
        </p:spPr>
        <p:txBody>
          <a:bodyPr/>
          <a:lstStyle/>
          <a:p>
            <a:r>
              <a:rPr lang="en-US" dirty="0"/>
              <a:t>1 John 4:14</a:t>
            </a:r>
          </a:p>
        </p:txBody>
      </p:sp>
      <p:grpSp>
        <p:nvGrpSpPr>
          <p:cNvPr id="13" name="Group 12">
            <a:extLst>
              <a:ext uri="{FF2B5EF4-FFF2-40B4-BE49-F238E27FC236}">
                <a16:creationId xmlns:a16="http://schemas.microsoft.com/office/drawing/2014/main" id="{3A7427A5-C1F1-4969-ACD1-F5AA9BA5ABC2}"/>
              </a:ext>
            </a:extLst>
          </p:cNvPr>
          <p:cNvGrpSpPr/>
          <p:nvPr/>
        </p:nvGrpSpPr>
        <p:grpSpPr>
          <a:xfrm>
            <a:off x="831589" y="1323263"/>
            <a:ext cx="7480822" cy="1659755"/>
            <a:chOff x="831589" y="1921991"/>
            <a:chExt cx="7480822" cy="1790220"/>
          </a:xfrm>
        </p:grpSpPr>
        <p:sp>
          <p:nvSpPr>
            <p:cNvPr id="4" name="Rectangle: Rounded Corners 3">
              <a:extLst>
                <a:ext uri="{FF2B5EF4-FFF2-40B4-BE49-F238E27FC236}">
                  <a16:creationId xmlns:a16="http://schemas.microsoft.com/office/drawing/2014/main" id="{9E1C7A5C-0710-4D7E-846B-D8F4077F32BD}"/>
                </a:ext>
              </a:extLst>
            </p:cNvPr>
            <p:cNvSpPr/>
            <p:nvPr/>
          </p:nvSpPr>
          <p:spPr>
            <a:xfrm>
              <a:off x="1148941" y="1921991"/>
              <a:ext cx="7163470" cy="1790220"/>
            </a:xfrm>
            <a:prstGeom prst="roundRect">
              <a:avLst>
                <a:gd name="adj" fmla="val 8568"/>
              </a:avLst>
            </a:prstGeom>
            <a:solidFill>
              <a:schemeClr val="bg1"/>
            </a:solidFill>
            <a:ln>
              <a:solidFill>
                <a:srgbClr val="B95659"/>
              </a:solidFill>
            </a:ln>
            <a:effectLst>
              <a:outerShdw blurRad="50800" dist="38100" dir="5400000" algn="t" rotWithShape="0">
                <a:prstClr val="black">
                  <a:alpha val="40000"/>
                </a:prstClr>
              </a:outerShdw>
            </a:effectLst>
          </p:spPr>
          <p:txBody>
            <a:bodyPr wrap="square" rtlCol="0" anchor="ctr">
              <a:noAutofit/>
            </a:bodyPr>
            <a:lstStyle/>
            <a:p>
              <a:pPr marL="400050"/>
              <a:endParaRPr lang="en-US" sz="2400" dirty="0">
                <a:solidFill>
                  <a:srgbClr val="5B4A42"/>
                </a:solidFill>
                <a:latin typeface="Arial" panose="020B0604020202020204" pitchFamily="34" charset="0"/>
                <a:cs typeface="Arial" panose="020B0604020202020204" pitchFamily="34" charset="0"/>
              </a:endParaRPr>
            </a:p>
            <a:p>
              <a:pPr marL="400050"/>
              <a:endParaRPr lang="en-US" sz="2400" dirty="0">
                <a:solidFill>
                  <a:srgbClr val="5B4A42"/>
                </a:solidFill>
                <a:latin typeface="Arial" panose="020B0604020202020204" pitchFamily="34" charset="0"/>
                <a:cs typeface="Arial" panose="020B0604020202020204" pitchFamily="34" charset="0"/>
              </a:endParaRPr>
            </a:p>
            <a:p>
              <a:pPr marL="400050"/>
              <a:r>
                <a:rPr lang="en-US" sz="2400" dirty="0">
                  <a:solidFill>
                    <a:srgbClr val="5B4A42"/>
                  </a:solidFill>
                  <a:latin typeface="Arial" panose="020B0604020202020204" pitchFamily="34" charset="0"/>
                  <a:cs typeface="Arial" panose="020B0604020202020204" pitchFamily="34" charset="0"/>
                </a:rPr>
                <a:t>How God communicated this verse:</a:t>
              </a:r>
            </a:p>
            <a:p>
              <a:pPr marL="400050"/>
              <a:endParaRPr lang="en-US" sz="2400" dirty="0">
                <a:solidFill>
                  <a:srgbClr val="5B4A42"/>
                </a:solidFill>
                <a:latin typeface="Arial" panose="020B0604020202020204" pitchFamily="34" charset="0"/>
                <a:cs typeface="Arial" panose="020B0604020202020204" pitchFamily="34" charset="0"/>
              </a:endParaRPr>
            </a:p>
            <a:p>
              <a:pPr marL="400050"/>
              <a:r>
                <a:rPr lang="en-US" sz="2400" dirty="0">
                  <a:solidFill>
                    <a:srgbClr val="5B4A42"/>
                  </a:solidFill>
                  <a:latin typeface="Arial" panose="020B0604020202020204" pitchFamily="34" charset="0"/>
                  <a:cs typeface="Arial" panose="020B0604020202020204" pitchFamily="34" charset="0"/>
                </a:rPr>
                <a:t>The </a:t>
              </a:r>
              <a:r>
                <a:rPr lang="en-US" sz="2400" b="1" dirty="0">
                  <a:solidFill>
                    <a:schemeClr val="tx2"/>
                  </a:solidFill>
                  <a:latin typeface="Arial" panose="020B0604020202020204" pitchFamily="34" charset="0"/>
                  <a:cs typeface="Arial" panose="020B0604020202020204" pitchFamily="34" charset="0"/>
                </a:rPr>
                <a:t>Father</a:t>
              </a:r>
              <a:r>
                <a:rPr lang="en-US" sz="2400" b="1" dirty="0">
                  <a:solidFill>
                    <a:srgbClr val="FF0000"/>
                  </a:solidFill>
                  <a:latin typeface="Arial" panose="020B0604020202020204" pitchFamily="34" charset="0"/>
                  <a:cs typeface="Arial" panose="020B0604020202020204" pitchFamily="34" charset="0"/>
                </a:rPr>
                <a:t> </a:t>
              </a:r>
              <a:r>
                <a:rPr lang="en-US" sz="2400" dirty="0">
                  <a:solidFill>
                    <a:srgbClr val="5B4A42"/>
                  </a:solidFill>
                  <a:latin typeface="Arial" panose="020B0604020202020204" pitchFamily="34" charset="0"/>
                  <a:cs typeface="Arial" panose="020B0604020202020204" pitchFamily="34" charset="0"/>
                </a:rPr>
                <a:t>has sent the </a:t>
              </a:r>
              <a:r>
                <a:rPr lang="en-US" sz="2400" b="1" dirty="0">
                  <a:solidFill>
                    <a:schemeClr val="tx2"/>
                  </a:solidFill>
                  <a:latin typeface="Arial" panose="020B0604020202020204" pitchFamily="34" charset="0"/>
                  <a:cs typeface="Arial" panose="020B0604020202020204" pitchFamily="34" charset="0"/>
                </a:rPr>
                <a:t>Son</a:t>
              </a:r>
              <a:r>
                <a:rPr lang="en-US" sz="2400" b="1" dirty="0">
                  <a:solidFill>
                    <a:srgbClr val="FF0000"/>
                  </a:solidFill>
                  <a:latin typeface="Arial" panose="020B0604020202020204" pitchFamily="34" charset="0"/>
                  <a:cs typeface="Arial" panose="020B0604020202020204" pitchFamily="34" charset="0"/>
                </a:rPr>
                <a:t> </a:t>
              </a:r>
              <a:r>
                <a:rPr lang="en-US" sz="2400" dirty="0">
                  <a:solidFill>
                    <a:srgbClr val="5B4A42"/>
                  </a:solidFill>
                  <a:latin typeface="Arial" panose="020B0604020202020204" pitchFamily="34" charset="0"/>
                  <a:cs typeface="Arial" panose="020B0604020202020204" pitchFamily="34" charset="0"/>
                </a:rPr>
                <a:t>to be the Savior of the world.</a:t>
              </a:r>
            </a:p>
            <a:p>
              <a:pPr marL="400050"/>
              <a:endParaRPr lang="en-US" sz="2400" dirty="0">
                <a:solidFill>
                  <a:srgbClr val="5B4A42"/>
                </a:solidFill>
                <a:latin typeface="Arial" panose="020B0604020202020204" pitchFamily="34" charset="0"/>
                <a:cs typeface="Arial" panose="020B0604020202020204" pitchFamily="34" charset="0"/>
              </a:endParaRPr>
            </a:p>
            <a:p>
              <a:pPr marL="400050"/>
              <a:endParaRPr lang="en-US" sz="2400" dirty="0">
                <a:solidFill>
                  <a:srgbClr val="5B4A42"/>
                </a:solidFill>
                <a:latin typeface="Arial" panose="020B0604020202020204" pitchFamily="34" charset="0"/>
                <a:cs typeface="Arial" panose="020B0604020202020204" pitchFamily="34" charset="0"/>
              </a:endParaRPr>
            </a:p>
          </p:txBody>
        </p:sp>
        <p:sp>
          <p:nvSpPr>
            <p:cNvPr id="5" name="Oval 4">
              <a:extLst>
                <a:ext uri="{FF2B5EF4-FFF2-40B4-BE49-F238E27FC236}">
                  <a16:creationId xmlns:a16="http://schemas.microsoft.com/office/drawing/2014/main" id="{DDF82C9D-2C79-4CCC-A81B-E2403A00BF24}"/>
                </a:ext>
              </a:extLst>
            </p:cNvPr>
            <p:cNvSpPr/>
            <p:nvPr/>
          </p:nvSpPr>
          <p:spPr>
            <a:xfrm>
              <a:off x="831589" y="2268205"/>
              <a:ext cx="634701" cy="634701"/>
            </a:xfrm>
            <a:prstGeom prst="ellipse">
              <a:avLst/>
            </a:prstGeom>
            <a:solidFill>
              <a:srgbClr val="B95659"/>
            </a:solidFill>
          </p:spPr>
          <p:txBody>
            <a:bodyPr rtlCol="0" anchor="ctr">
              <a:noAutofit/>
            </a:bodyPr>
            <a:lstStyle/>
            <a:p>
              <a:pPr algn="ctr"/>
              <a:r>
                <a:rPr lang="en-US" sz="2800" dirty="0">
                  <a:solidFill>
                    <a:schemeClr val="bg1"/>
                  </a:solidFill>
                  <a:latin typeface="Arial Black" panose="020B0A04020102020204" pitchFamily="34" charset="0"/>
                  <a:cs typeface="Arial" panose="020B0604020202020204" pitchFamily="34" charset="0"/>
                </a:rPr>
                <a:t>1</a:t>
              </a:r>
            </a:p>
          </p:txBody>
        </p:sp>
      </p:grpSp>
      <p:grpSp>
        <p:nvGrpSpPr>
          <p:cNvPr id="14" name="Group 13">
            <a:extLst>
              <a:ext uri="{FF2B5EF4-FFF2-40B4-BE49-F238E27FC236}">
                <a16:creationId xmlns:a16="http://schemas.microsoft.com/office/drawing/2014/main" id="{7C56A99D-A1D9-4640-BDD1-B6AD266EC63C}"/>
              </a:ext>
            </a:extLst>
          </p:cNvPr>
          <p:cNvGrpSpPr/>
          <p:nvPr/>
        </p:nvGrpSpPr>
        <p:grpSpPr>
          <a:xfrm>
            <a:off x="831589" y="3429000"/>
            <a:ext cx="7480822" cy="1659755"/>
            <a:chOff x="831589" y="4123207"/>
            <a:chExt cx="7480822" cy="1659755"/>
          </a:xfrm>
        </p:grpSpPr>
        <p:sp>
          <p:nvSpPr>
            <p:cNvPr id="10" name="Rectangle: Rounded Corners 9">
              <a:extLst>
                <a:ext uri="{FF2B5EF4-FFF2-40B4-BE49-F238E27FC236}">
                  <a16:creationId xmlns:a16="http://schemas.microsoft.com/office/drawing/2014/main" id="{66B1EC46-6C74-4F72-B920-9748BCF597B5}"/>
                </a:ext>
              </a:extLst>
            </p:cNvPr>
            <p:cNvSpPr/>
            <p:nvPr/>
          </p:nvSpPr>
          <p:spPr>
            <a:xfrm>
              <a:off x="1148941" y="4123207"/>
              <a:ext cx="7163470" cy="1659755"/>
            </a:xfrm>
            <a:prstGeom prst="roundRect">
              <a:avLst>
                <a:gd name="adj" fmla="val 8568"/>
              </a:avLst>
            </a:prstGeom>
            <a:solidFill>
              <a:schemeClr val="bg1"/>
            </a:solidFill>
            <a:ln>
              <a:solidFill>
                <a:srgbClr val="B95659"/>
              </a:solidFill>
            </a:ln>
            <a:effectLst>
              <a:outerShdw blurRad="50800" dist="38100" dir="5400000" algn="t" rotWithShape="0">
                <a:prstClr val="black">
                  <a:alpha val="40000"/>
                </a:prstClr>
              </a:outerShdw>
            </a:effectLst>
          </p:spPr>
          <p:txBody>
            <a:bodyPr wrap="square" rtlCol="0" anchor="ctr">
              <a:noAutofit/>
            </a:bodyPr>
            <a:lstStyle/>
            <a:p>
              <a:pPr marL="400050"/>
              <a:endParaRPr lang="en-US" sz="2400" b="1" dirty="0">
                <a:solidFill>
                  <a:schemeClr val="tx2"/>
                </a:solidFill>
                <a:latin typeface="Arial" panose="020B0604020202020204" pitchFamily="34" charset="0"/>
                <a:cs typeface="Arial" panose="020B0604020202020204" pitchFamily="34" charset="0"/>
              </a:endParaRPr>
            </a:p>
            <a:p>
              <a:pPr marL="400050"/>
              <a:endParaRPr lang="en-US" sz="2400" dirty="0">
                <a:solidFill>
                  <a:schemeClr val="tx2"/>
                </a:solidFill>
                <a:latin typeface="Arial" panose="020B0604020202020204" pitchFamily="34" charset="0"/>
                <a:cs typeface="Arial" panose="020B0604020202020204" pitchFamily="34" charset="0"/>
              </a:endParaRPr>
            </a:p>
            <a:p>
              <a:pPr marL="400050"/>
              <a:r>
                <a:rPr lang="en-US" sz="2400" dirty="0">
                  <a:solidFill>
                    <a:schemeClr val="tx2"/>
                  </a:solidFill>
                  <a:latin typeface="Arial" panose="020B0604020202020204" pitchFamily="34" charset="0"/>
                  <a:cs typeface="Arial" panose="020B0604020202020204" pitchFamily="34" charset="0"/>
                </a:rPr>
                <a:t>The same verse without </a:t>
              </a:r>
              <a:r>
                <a:rPr lang="en-US" sz="2400" b="1" dirty="0">
                  <a:solidFill>
                    <a:schemeClr val="tx2"/>
                  </a:solidFill>
                  <a:latin typeface="Arial" panose="020B0604020202020204" pitchFamily="34" charset="0"/>
                  <a:cs typeface="Arial" panose="020B0604020202020204" pitchFamily="34" charset="0"/>
                </a:rPr>
                <a:t>Father </a:t>
              </a:r>
              <a:r>
                <a:rPr lang="en-US" sz="2400" dirty="0">
                  <a:solidFill>
                    <a:schemeClr val="tx2"/>
                  </a:solidFill>
                  <a:latin typeface="Arial" panose="020B0604020202020204" pitchFamily="34" charset="0"/>
                  <a:cs typeface="Arial" panose="020B0604020202020204" pitchFamily="34" charset="0"/>
                </a:rPr>
                <a:t>and</a:t>
              </a:r>
              <a:r>
                <a:rPr lang="en-US" sz="2400" b="1" dirty="0">
                  <a:solidFill>
                    <a:schemeClr val="tx2"/>
                  </a:solidFill>
                  <a:latin typeface="Arial" panose="020B0604020202020204" pitchFamily="34" charset="0"/>
                  <a:cs typeface="Arial" panose="020B0604020202020204" pitchFamily="34" charset="0"/>
                </a:rPr>
                <a:t> Son:</a:t>
              </a:r>
            </a:p>
            <a:p>
              <a:pPr marL="400050"/>
              <a:endParaRPr lang="en-US" sz="2400" b="1" dirty="0">
                <a:solidFill>
                  <a:schemeClr val="tx2"/>
                </a:solidFill>
                <a:latin typeface="Arial" panose="020B0604020202020204" pitchFamily="34" charset="0"/>
                <a:cs typeface="Arial" panose="020B0604020202020204" pitchFamily="34" charset="0"/>
              </a:endParaRPr>
            </a:p>
            <a:p>
              <a:pPr marL="400050"/>
              <a:r>
                <a:rPr lang="en-US" sz="2400" dirty="0">
                  <a:solidFill>
                    <a:schemeClr val="tx2"/>
                  </a:solidFill>
                  <a:latin typeface="Arial" panose="020B0604020202020204" pitchFamily="34" charset="0"/>
                  <a:cs typeface="Arial" panose="020B0604020202020204" pitchFamily="34" charset="0"/>
                </a:rPr>
                <a:t>The</a:t>
              </a:r>
              <a:r>
                <a:rPr lang="en-US" sz="2400" b="1" dirty="0">
                  <a:solidFill>
                    <a:schemeClr val="tx2"/>
                  </a:solidFill>
                  <a:latin typeface="Arial" panose="020B0604020202020204" pitchFamily="34" charset="0"/>
                  <a:cs typeface="Arial" panose="020B0604020202020204" pitchFamily="34" charset="0"/>
                </a:rPr>
                <a:t> </a:t>
              </a:r>
              <a:r>
                <a:rPr lang="en-US" sz="2400" b="1" dirty="0">
                  <a:solidFill>
                    <a:srgbClr val="FF0000"/>
                  </a:solidFill>
                  <a:latin typeface="Arial" panose="020B0604020202020204" pitchFamily="34" charset="0"/>
                  <a:cs typeface="Arial" panose="020B0604020202020204" pitchFamily="34" charset="0"/>
                </a:rPr>
                <a:t>Master</a:t>
              </a:r>
              <a:r>
                <a:rPr lang="en-US" sz="2400" b="1" dirty="0">
                  <a:solidFill>
                    <a:schemeClr val="tx2"/>
                  </a:solidFill>
                  <a:latin typeface="Arial" panose="020B0604020202020204" pitchFamily="34" charset="0"/>
                  <a:cs typeface="Arial" panose="020B0604020202020204" pitchFamily="34" charset="0"/>
                </a:rPr>
                <a:t> </a:t>
              </a:r>
              <a:r>
                <a:rPr lang="en-US" sz="2400" dirty="0">
                  <a:solidFill>
                    <a:schemeClr val="tx2"/>
                  </a:solidFill>
                  <a:latin typeface="Arial" panose="020B0604020202020204" pitchFamily="34" charset="0"/>
                  <a:cs typeface="Arial" panose="020B0604020202020204" pitchFamily="34" charset="0"/>
                </a:rPr>
                <a:t>has sent the </a:t>
              </a:r>
              <a:r>
                <a:rPr lang="en-US" sz="2400" b="1" dirty="0">
                  <a:solidFill>
                    <a:srgbClr val="FF0000"/>
                  </a:solidFill>
                  <a:latin typeface="Arial" panose="020B0604020202020204" pitchFamily="34" charset="0"/>
                  <a:cs typeface="Arial" panose="020B0604020202020204" pitchFamily="34" charset="0"/>
                </a:rPr>
                <a:t>Beloved One </a:t>
              </a:r>
              <a:r>
                <a:rPr lang="en-US" sz="2400" dirty="0">
                  <a:solidFill>
                    <a:schemeClr val="tx2"/>
                  </a:solidFill>
                  <a:latin typeface="Arial" panose="020B0604020202020204" pitchFamily="34" charset="0"/>
                  <a:cs typeface="Arial" panose="020B0604020202020204" pitchFamily="34" charset="0"/>
                </a:rPr>
                <a:t>to be the Savior of the world.</a:t>
              </a:r>
            </a:p>
            <a:p>
              <a:pPr marL="400050"/>
              <a:endParaRPr lang="en-US" sz="2400" b="1" dirty="0">
                <a:solidFill>
                  <a:schemeClr val="tx2"/>
                </a:solidFill>
                <a:latin typeface="Arial" panose="020B0604020202020204" pitchFamily="34" charset="0"/>
                <a:cs typeface="Arial" panose="020B0604020202020204" pitchFamily="34" charset="0"/>
              </a:endParaRPr>
            </a:p>
            <a:p>
              <a:pPr marL="400050"/>
              <a:endParaRPr lang="en-US" sz="2400" b="1" dirty="0">
                <a:solidFill>
                  <a:schemeClr val="tx2"/>
                </a:solidFill>
                <a:latin typeface="Arial" panose="020B0604020202020204" pitchFamily="34" charset="0"/>
                <a:cs typeface="Arial" panose="020B0604020202020204" pitchFamily="34" charset="0"/>
              </a:endParaRPr>
            </a:p>
          </p:txBody>
        </p:sp>
        <p:sp>
          <p:nvSpPr>
            <p:cNvPr id="11" name="Oval 10">
              <a:extLst>
                <a:ext uri="{FF2B5EF4-FFF2-40B4-BE49-F238E27FC236}">
                  <a16:creationId xmlns:a16="http://schemas.microsoft.com/office/drawing/2014/main" id="{70707811-2389-42D0-A98A-DA32213B44D9}"/>
                </a:ext>
              </a:extLst>
            </p:cNvPr>
            <p:cNvSpPr/>
            <p:nvPr/>
          </p:nvSpPr>
          <p:spPr>
            <a:xfrm>
              <a:off x="831589" y="4467249"/>
              <a:ext cx="634701" cy="634701"/>
            </a:xfrm>
            <a:prstGeom prst="ellipse">
              <a:avLst/>
            </a:prstGeom>
            <a:solidFill>
              <a:srgbClr val="B95659"/>
            </a:solidFill>
          </p:spPr>
          <p:txBody>
            <a:bodyPr rtlCol="0" anchor="ctr">
              <a:noAutofit/>
            </a:bodyPr>
            <a:lstStyle/>
            <a:p>
              <a:pPr algn="ctr"/>
              <a:r>
                <a:rPr lang="en-US" sz="2800" dirty="0">
                  <a:solidFill>
                    <a:schemeClr val="bg1"/>
                  </a:solidFill>
                  <a:latin typeface="Arial Black" panose="020B0A04020102020204" pitchFamily="34" charset="0"/>
                  <a:cs typeface="Arial" panose="020B0604020202020204" pitchFamily="34" charset="0"/>
                </a:rPr>
                <a:t>2</a:t>
              </a:r>
            </a:p>
          </p:txBody>
        </p:sp>
      </p:grpSp>
      <p:sp>
        <p:nvSpPr>
          <p:cNvPr id="3" name="TextBox 2">
            <a:extLst>
              <a:ext uri="{FF2B5EF4-FFF2-40B4-BE49-F238E27FC236}">
                <a16:creationId xmlns:a16="http://schemas.microsoft.com/office/drawing/2014/main" id="{92E40964-D28B-C2A8-D82C-B6F39D57EF1B}"/>
              </a:ext>
            </a:extLst>
          </p:cNvPr>
          <p:cNvSpPr txBox="1"/>
          <p:nvPr/>
        </p:nvSpPr>
        <p:spPr>
          <a:xfrm>
            <a:off x="1363313" y="6049332"/>
            <a:ext cx="2057400" cy="461665"/>
          </a:xfrm>
          <a:prstGeom prst="rect">
            <a:avLst/>
          </a:prstGeom>
          <a:noFill/>
        </p:spPr>
        <p:txBody>
          <a:bodyPr wrap="square" rtlCol="0">
            <a:spAutoFit/>
          </a:bodyPr>
          <a:lstStyle/>
          <a:p>
            <a:r>
              <a:rPr lang="en-US" sz="2400" dirty="0">
                <a:solidFill>
                  <a:schemeClr val="tx2"/>
                </a:solidFill>
              </a:rPr>
              <a:t>Savior = God</a:t>
            </a:r>
          </a:p>
        </p:txBody>
      </p:sp>
      <p:sp>
        <p:nvSpPr>
          <p:cNvPr id="6" name="TextBox 5">
            <a:extLst>
              <a:ext uri="{FF2B5EF4-FFF2-40B4-BE49-F238E27FC236}">
                <a16:creationId xmlns:a16="http://schemas.microsoft.com/office/drawing/2014/main" id="{B9DEDE8A-AED0-75B2-3BFF-A3B587033B32}"/>
              </a:ext>
            </a:extLst>
          </p:cNvPr>
          <p:cNvSpPr txBox="1"/>
          <p:nvPr/>
        </p:nvSpPr>
        <p:spPr>
          <a:xfrm>
            <a:off x="4948265" y="6049332"/>
            <a:ext cx="3119717" cy="461665"/>
          </a:xfrm>
          <a:prstGeom prst="rect">
            <a:avLst/>
          </a:prstGeom>
          <a:noFill/>
        </p:spPr>
        <p:txBody>
          <a:bodyPr wrap="square" rtlCol="0">
            <a:spAutoFit/>
          </a:bodyPr>
          <a:lstStyle/>
          <a:p>
            <a:r>
              <a:rPr lang="en-US" sz="2400" dirty="0">
                <a:solidFill>
                  <a:schemeClr val="tx2"/>
                </a:solidFill>
              </a:rPr>
              <a:t>God’s great sacrifice</a:t>
            </a:r>
          </a:p>
        </p:txBody>
      </p:sp>
      <p:sp>
        <p:nvSpPr>
          <p:cNvPr id="7" name="TextBox 6">
            <a:extLst>
              <a:ext uri="{FF2B5EF4-FFF2-40B4-BE49-F238E27FC236}">
                <a16:creationId xmlns:a16="http://schemas.microsoft.com/office/drawing/2014/main" id="{17743A47-0690-A0D9-9C91-140D24A1CCD7}"/>
              </a:ext>
            </a:extLst>
          </p:cNvPr>
          <p:cNvSpPr txBox="1"/>
          <p:nvPr/>
        </p:nvSpPr>
        <p:spPr>
          <a:xfrm>
            <a:off x="1363313" y="5417113"/>
            <a:ext cx="4474165" cy="461665"/>
          </a:xfrm>
          <a:prstGeom prst="rect">
            <a:avLst/>
          </a:prstGeom>
          <a:noFill/>
        </p:spPr>
        <p:txBody>
          <a:bodyPr wrap="square" rtlCol="0">
            <a:spAutoFit/>
          </a:bodyPr>
          <a:lstStyle/>
          <a:p>
            <a:r>
              <a:rPr lang="en-US" sz="2400" b="1" dirty="0">
                <a:solidFill>
                  <a:schemeClr val="tx2"/>
                </a:solidFill>
              </a:rPr>
              <a:t>What is now unclear?</a:t>
            </a:r>
          </a:p>
        </p:txBody>
      </p:sp>
      <p:sp>
        <p:nvSpPr>
          <p:cNvPr id="8" name="Rectangle 7">
            <a:extLst>
              <a:ext uri="{FF2B5EF4-FFF2-40B4-BE49-F238E27FC236}">
                <a16:creationId xmlns:a16="http://schemas.microsoft.com/office/drawing/2014/main" id="{DBF5664B-82EB-51A9-443D-23FE91955340}"/>
              </a:ext>
            </a:extLst>
          </p:cNvPr>
          <p:cNvSpPr/>
          <p:nvPr/>
        </p:nvSpPr>
        <p:spPr>
          <a:xfrm>
            <a:off x="2194922" y="2143337"/>
            <a:ext cx="1115568" cy="365760"/>
          </a:xfrm>
          <a:prstGeom prst="rect">
            <a:avLst/>
          </a:prstGeom>
          <a:solidFill>
            <a:schemeClr val="bg1"/>
          </a:solidFill>
          <a:ln>
            <a:noFill/>
          </a:ln>
        </p:spPr>
        <p:txBody>
          <a:bodyPr rtlCol="0" anchor="ctr">
            <a:spAutoFit/>
          </a:bodyPr>
          <a:lstStyle/>
          <a:p>
            <a:pPr algn="ctr"/>
            <a:r>
              <a:rPr lang="en-US" sz="2400" b="1" dirty="0">
                <a:solidFill>
                  <a:srgbClr val="00B050"/>
                </a:solidFill>
                <a:latin typeface="Arial" panose="020B0604020202020204" pitchFamily="34" charset="0"/>
                <a:cs typeface="Arial" panose="020B0604020202020204" pitchFamily="34" charset="0"/>
              </a:rPr>
              <a:t>Father</a:t>
            </a:r>
          </a:p>
        </p:txBody>
      </p:sp>
      <p:sp>
        <p:nvSpPr>
          <p:cNvPr id="12" name="Rectangle 11">
            <a:extLst>
              <a:ext uri="{FF2B5EF4-FFF2-40B4-BE49-F238E27FC236}">
                <a16:creationId xmlns:a16="http://schemas.microsoft.com/office/drawing/2014/main" id="{B733C7CD-65E0-2F20-BCBB-680B45D00415}"/>
              </a:ext>
            </a:extLst>
          </p:cNvPr>
          <p:cNvSpPr/>
          <p:nvPr/>
        </p:nvSpPr>
        <p:spPr>
          <a:xfrm>
            <a:off x="4948264" y="2100287"/>
            <a:ext cx="758952" cy="461665"/>
          </a:xfrm>
          <a:prstGeom prst="rect">
            <a:avLst/>
          </a:prstGeom>
          <a:solidFill>
            <a:schemeClr val="bg1"/>
          </a:solidFill>
          <a:ln>
            <a:noFill/>
          </a:ln>
        </p:spPr>
        <p:txBody>
          <a:bodyPr rtlCol="0" anchor="ctr">
            <a:spAutoFit/>
          </a:bodyPr>
          <a:lstStyle/>
          <a:p>
            <a:pPr algn="ctr"/>
            <a:r>
              <a:rPr lang="en-US" sz="2400" b="1" dirty="0">
                <a:solidFill>
                  <a:srgbClr val="00B050"/>
                </a:solidFill>
                <a:latin typeface="Arial" panose="020B0604020202020204" pitchFamily="34" charset="0"/>
                <a:cs typeface="Arial" panose="020B0604020202020204" pitchFamily="34" charset="0"/>
              </a:rPr>
              <a:t>Son</a:t>
            </a:r>
          </a:p>
        </p:txBody>
      </p:sp>
    </p:spTree>
    <p:extLst>
      <p:ext uri="{BB962C8B-B14F-4D97-AF65-F5344CB8AC3E}">
        <p14:creationId xmlns:p14="http://schemas.microsoft.com/office/powerpoint/2010/main" val="1672717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1000"/>
                                        <p:tgtEl>
                                          <p:spTgt spid="14"/>
                                        </p:tgtEl>
                                      </p:cBhvr>
                                    </p:animEffect>
                                  </p:childTnLst>
                                </p:cTn>
                              </p:par>
                              <p:par>
                                <p:cTn id="8" presetID="1"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7">
                                            <p:txEl>
                                              <p:pRg st="0" end="0"/>
                                            </p:txEl>
                                          </p:spTgt>
                                        </p:tgtEl>
                                        <p:attrNameLst>
                                          <p:attrName>style.visibility</p:attrName>
                                        </p:attrNameLst>
                                      </p:cBhvr>
                                      <p:to>
                                        <p:strVal val="visible"/>
                                      </p:to>
                                    </p:set>
                                    <p:anim calcmode="lin" valueType="num">
                                      <p:cBhvr additive="base">
                                        <p:cTn id="16"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 calcmode="lin" valueType="num">
                                      <p:cBhvr additive="base">
                                        <p:cTn id="22"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1+#ppt_w/2"/>
                                          </p:val>
                                        </p:tav>
                                        <p:tav tm="100000">
                                          <p:val>
                                            <p:strVal val="#ppt_x"/>
                                          </p:val>
                                        </p:tav>
                                      </p:tavLst>
                                    </p:anim>
                                    <p:anim calcmode="lin" valueType="num">
                                      <p:cBhvr additive="base">
                                        <p:cTn id="29"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23DE2-E956-4B98-A8F0-B897B34365B1}"/>
              </a:ext>
            </a:extLst>
          </p:cNvPr>
          <p:cNvSpPr>
            <a:spLocks noGrp="1"/>
          </p:cNvSpPr>
          <p:nvPr>
            <p:ph type="title"/>
          </p:nvPr>
        </p:nvSpPr>
        <p:spPr>
          <a:xfrm>
            <a:off x="628650" y="420227"/>
            <a:ext cx="7886700" cy="1325563"/>
          </a:xfrm>
        </p:spPr>
        <p:txBody>
          <a:bodyPr/>
          <a:lstStyle/>
          <a:p>
            <a:r>
              <a:rPr lang="en-US" dirty="0"/>
              <a:t>John 5:17–18 </a:t>
            </a:r>
          </a:p>
        </p:txBody>
      </p:sp>
      <p:grpSp>
        <p:nvGrpSpPr>
          <p:cNvPr id="13" name="Group 12">
            <a:extLst>
              <a:ext uri="{FF2B5EF4-FFF2-40B4-BE49-F238E27FC236}">
                <a16:creationId xmlns:a16="http://schemas.microsoft.com/office/drawing/2014/main" id="{3A7427A5-C1F1-4969-ACD1-F5AA9BA5ABC2}"/>
              </a:ext>
            </a:extLst>
          </p:cNvPr>
          <p:cNvGrpSpPr/>
          <p:nvPr/>
        </p:nvGrpSpPr>
        <p:grpSpPr>
          <a:xfrm>
            <a:off x="831589" y="1148162"/>
            <a:ext cx="7480822" cy="2093513"/>
            <a:chOff x="831589" y="1935175"/>
            <a:chExt cx="7480822" cy="2258073"/>
          </a:xfrm>
        </p:grpSpPr>
        <p:sp>
          <p:nvSpPr>
            <p:cNvPr id="4" name="Rectangle: Rounded Corners 3">
              <a:extLst>
                <a:ext uri="{FF2B5EF4-FFF2-40B4-BE49-F238E27FC236}">
                  <a16:creationId xmlns:a16="http://schemas.microsoft.com/office/drawing/2014/main" id="{9E1C7A5C-0710-4D7E-846B-D8F4077F32BD}"/>
                </a:ext>
              </a:extLst>
            </p:cNvPr>
            <p:cNvSpPr/>
            <p:nvPr/>
          </p:nvSpPr>
          <p:spPr>
            <a:xfrm>
              <a:off x="1148941" y="1935175"/>
              <a:ext cx="7163470" cy="2258073"/>
            </a:xfrm>
            <a:prstGeom prst="roundRect">
              <a:avLst>
                <a:gd name="adj" fmla="val 8568"/>
              </a:avLst>
            </a:prstGeom>
            <a:solidFill>
              <a:schemeClr val="bg1"/>
            </a:solidFill>
            <a:ln>
              <a:solidFill>
                <a:srgbClr val="B95659"/>
              </a:solidFill>
            </a:ln>
            <a:effectLst>
              <a:outerShdw blurRad="50800" dist="38100" dir="5400000" algn="t" rotWithShape="0">
                <a:prstClr val="black">
                  <a:alpha val="40000"/>
                </a:prstClr>
              </a:outerShdw>
            </a:effectLst>
          </p:spPr>
          <p:txBody>
            <a:bodyPr wrap="square" rtlCol="0" anchor="ctr">
              <a:noAutofit/>
            </a:bodyPr>
            <a:lstStyle/>
            <a:p>
              <a:pPr marL="400050"/>
              <a:endParaRPr lang="en-US" sz="2400" dirty="0">
                <a:solidFill>
                  <a:srgbClr val="5B4A42"/>
                </a:solidFill>
                <a:latin typeface="Arial" panose="020B0604020202020204" pitchFamily="34" charset="0"/>
                <a:cs typeface="Arial" panose="020B0604020202020204" pitchFamily="34" charset="0"/>
              </a:endParaRPr>
            </a:p>
            <a:p>
              <a:pPr marL="400050"/>
              <a:endParaRPr lang="en-US" sz="2400" dirty="0">
                <a:solidFill>
                  <a:srgbClr val="5B4A42"/>
                </a:solidFill>
                <a:latin typeface="Arial" panose="020B0604020202020204" pitchFamily="34" charset="0"/>
                <a:cs typeface="Arial" panose="020B0604020202020204" pitchFamily="34" charset="0"/>
              </a:endParaRPr>
            </a:p>
            <a:p>
              <a:pPr marL="400050"/>
              <a:r>
                <a:rPr lang="en-US" sz="1900" dirty="0">
                  <a:solidFill>
                    <a:srgbClr val="5B4A42"/>
                  </a:solidFill>
                  <a:latin typeface="Arial" panose="020B0604020202020204" pitchFamily="34" charset="0"/>
                  <a:cs typeface="Arial" panose="020B0604020202020204" pitchFamily="34" charset="0"/>
                </a:rPr>
                <a:t>How God communicated these verses (Jesus is speaking):</a:t>
              </a:r>
            </a:p>
            <a:p>
              <a:pPr marL="400050"/>
              <a:endParaRPr lang="en-US" sz="1900" dirty="0">
                <a:solidFill>
                  <a:srgbClr val="5B4A42"/>
                </a:solidFill>
                <a:latin typeface="Arial" panose="020B0604020202020204" pitchFamily="34" charset="0"/>
                <a:cs typeface="Arial" panose="020B0604020202020204" pitchFamily="34" charset="0"/>
              </a:endParaRPr>
            </a:p>
            <a:p>
              <a:pPr marL="400050"/>
              <a:r>
                <a:rPr lang="en-US" sz="1900" b="1" dirty="0">
                  <a:solidFill>
                    <a:schemeClr val="tx2"/>
                  </a:solidFill>
                  <a:latin typeface="Arial" panose="020B0604020202020204" pitchFamily="34" charset="0"/>
                  <a:cs typeface="Arial" panose="020B0604020202020204" pitchFamily="34" charset="0"/>
                </a:rPr>
                <a:t>“</a:t>
              </a:r>
              <a:r>
                <a:rPr lang="en-US" sz="1900" dirty="0">
                  <a:solidFill>
                    <a:schemeClr val="tx2"/>
                  </a:solidFill>
                  <a:latin typeface="Arial" panose="020B0604020202020204" pitchFamily="34" charset="0"/>
                  <a:cs typeface="Arial" panose="020B0604020202020204" pitchFamily="34" charset="0"/>
                </a:rPr>
                <a:t>My</a:t>
              </a:r>
              <a:r>
                <a:rPr lang="en-US" sz="1900" b="1" dirty="0">
                  <a:solidFill>
                    <a:schemeClr val="tx2"/>
                  </a:solidFill>
                  <a:latin typeface="Arial" panose="020B0604020202020204" pitchFamily="34" charset="0"/>
                  <a:cs typeface="Arial" panose="020B0604020202020204" pitchFamily="34" charset="0"/>
                </a:rPr>
                <a:t> Father</a:t>
              </a:r>
              <a:r>
                <a:rPr lang="en-US" sz="1900" b="1" dirty="0">
                  <a:solidFill>
                    <a:srgbClr val="FF0000"/>
                  </a:solidFill>
                  <a:latin typeface="Arial" panose="020B0604020202020204" pitchFamily="34" charset="0"/>
                  <a:cs typeface="Arial" panose="020B0604020202020204" pitchFamily="34" charset="0"/>
                </a:rPr>
                <a:t> </a:t>
              </a:r>
              <a:r>
                <a:rPr lang="en-US" sz="1900" dirty="0">
                  <a:solidFill>
                    <a:schemeClr val="tx2"/>
                  </a:solidFill>
                  <a:latin typeface="Arial" panose="020B0604020202020204" pitchFamily="34" charset="0"/>
                  <a:cs typeface="Arial" panose="020B0604020202020204" pitchFamily="34" charset="0"/>
                </a:rPr>
                <a:t>is working even now and I, too, am working.” Because of this, the Jews sought even more to kill him because he not only broke the Sabbath, but also called God his own </a:t>
              </a:r>
              <a:r>
                <a:rPr lang="en-US" sz="1900" b="1" dirty="0">
                  <a:solidFill>
                    <a:schemeClr val="tx2"/>
                  </a:solidFill>
                  <a:latin typeface="Arial" panose="020B0604020202020204" pitchFamily="34" charset="0"/>
                  <a:cs typeface="Arial" panose="020B0604020202020204" pitchFamily="34" charset="0"/>
                </a:rPr>
                <a:t>Father</a:t>
              </a:r>
              <a:r>
                <a:rPr lang="en-US" sz="1900" dirty="0">
                  <a:solidFill>
                    <a:schemeClr val="tx2"/>
                  </a:solidFill>
                  <a:latin typeface="Arial" panose="020B0604020202020204" pitchFamily="34" charset="0"/>
                  <a:cs typeface="Arial" panose="020B0604020202020204" pitchFamily="34" charset="0"/>
                </a:rPr>
                <a:t>, making himself equal with God.</a:t>
              </a:r>
              <a:endParaRPr lang="en-US" sz="1900" dirty="0">
                <a:solidFill>
                  <a:srgbClr val="5B4A42"/>
                </a:solidFill>
                <a:latin typeface="Arial" panose="020B0604020202020204" pitchFamily="34" charset="0"/>
                <a:cs typeface="Arial" panose="020B0604020202020204" pitchFamily="34" charset="0"/>
              </a:endParaRPr>
            </a:p>
            <a:p>
              <a:pPr marL="400050"/>
              <a:endParaRPr lang="en-US" sz="2400" dirty="0">
                <a:solidFill>
                  <a:srgbClr val="5B4A42"/>
                </a:solidFill>
                <a:latin typeface="Arial" panose="020B0604020202020204" pitchFamily="34" charset="0"/>
                <a:cs typeface="Arial" panose="020B0604020202020204" pitchFamily="34" charset="0"/>
              </a:endParaRPr>
            </a:p>
            <a:p>
              <a:pPr marL="400050"/>
              <a:endParaRPr lang="en-US" sz="2400" dirty="0">
                <a:solidFill>
                  <a:srgbClr val="5B4A42"/>
                </a:solidFill>
                <a:latin typeface="Arial" panose="020B0604020202020204" pitchFamily="34" charset="0"/>
                <a:cs typeface="Arial" panose="020B0604020202020204" pitchFamily="34" charset="0"/>
              </a:endParaRPr>
            </a:p>
          </p:txBody>
        </p:sp>
        <p:sp>
          <p:nvSpPr>
            <p:cNvPr id="5" name="Oval 4">
              <a:extLst>
                <a:ext uri="{FF2B5EF4-FFF2-40B4-BE49-F238E27FC236}">
                  <a16:creationId xmlns:a16="http://schemas.microsoft.com/office/drawing/2014/main" id="{DDF82C9D-2C79-4CCC-A81B-E2403A00BF24}"/>
                </a:ext>
              </a:extLst>
            </p:cNvPr>
            <p:cNvSpPr/>
            <p:nvPr/>
          </p:nvSpPr>
          <p:spPr>
            <a:xfrm>
              <a:off x="831589" y="2268205"/>
              <a:ext cx="634701" cy="634701"/>
            </a:xfrm>
            <a:prstGeom prst="ellipse">
              <a:avLst/>
            </a:prstGeom>
            <a:solidFill>
              <a:srgbClr val="B95659"/>
            </a:solidFill>
          </p:spPr>
          <p:txBody>
            <a:bodyPr rtlCol="0" anchor="ctr">
              <a:noAutofit/>
            </a:bodyPr>
            <a:lstStyle/>
            <a:p>
              <a:pPr algn="ctr"/>
              <a:r>
                <a:rPr lang="en-US" sz="2800" dirty="0">
                  <a:solidFill>
                    <a:schemeClr val="bg1"/>
                  </a:solidFill>
                  <a:latin typeface="Arial Black" panose="020B0A04020102020204" pitchFamily="34" charset="0"/>
                  <a:cs typeface="Arial" panose="020B0604020202020204" pitchFamily="34" charset="0"/>
                </a:rPr>
                <a:t>1</a:t>
              </a:r>
            </a:p>
          </p:txBody>
        </p:sp>
      </p:grpSp>
      <p:grpSp>
        <p:nvGrpSpPr>
          <p:cNvPr id="14" name="Group 13">
            <a:extLst>
              <a:ext uri="{FF2B5EF4-FFF2-40B4-BE49-F238E27FC236}">
                <a16:creationId xmlns:a16="http://schemas.microsoft.com/office/drawing/2014/main" id="{7C56A99D-A1D9-4640-BDD1-B6AD266EC63C}"/>
              </a:ext>
            </a:extLst>
          </p:cNvPr>
          <p:cNvGrpSpPr/>
          <p:nvPr/>
        </p:nvGrpSpPr>
        <p:grpSpPr>
          <a:xfrm>
            <a:off x="831589" y="3433386"/>
            <a:ext cx="7480820" cy="2053267"/>
            <a:chOff x="831589" y="4228607"/>
            <a:chExt cx="7480820" cy="1988114"/>
          </a:xfrm>
        </p:grpSpPr>
        <p:sp>
          <p:nvSpPr>
            <p:cNvPr id="10" name="Rectangle: Rounded Corners 9">
              <a:extLst>
                <a:ext uri="{FF2B5EF4-FFF2-40B4-BE49-F238E27FC236}">
                  <a16:creationId xmlns:a16="http://schemas.microsoft.com/office/drawing/2014/main" id="{66B1EC46-6C74-4F72-B920-9748BCF597B5}"/>
                </a:ext>
              </a:extLst>
            </p:cNvPr>
            <p:cNvSpPr/>
            <p:nvPr/>
          </p:nvSpPr>
          <p:spPr>
            <a:xfrm>
              <a:off x="1148939" y="4228607"/>
              <a:ext cx="7163470" cy="1988114"/>
            </a:xfrm>
            <a:prstGeom prst="roundRect">
              <a:avLst>
                <a:gd name="adj" fmla="val 8568"/>
              </a:avLst>
            </a:prstGeom>
            <a:solidFill>
              <a:schemeClr val="bg1"/>
            </a:solidFill>
            <a:ln>
              <a:solidFill>
                <a:srgbClr val="B95659"/>
              </a:solidFill>
            </a:ln>
            <a:effectLst>
              <a:outerShdw blurRad="50800" dist="38100" dir="5400000" algn="t" rotWithShape="0">
                <a:prstClr val="black">
                  <a:alpha val="40000"/>
                </a:prstClr>
              </a:outerShdw>
            </a:effectLst>
          </p:spPr>
          <p:txBody>
            <a:bodyPr wrap="square" rtlCol="0" anchor="ctr">
              <a:noAutofit/>
            </a:bodyPr>
            <a:lstStyle/>
            <a:p>
              <a:pPr marL="400050"/>
              <a:endParaRPr lang="en-US" dirty="0">
                <a:solidFill>
                  <a:schemeClr val="tx2"/>
                </a:solidFill>
                <a:latin typeface="Arial" panose="020B0604020202020204" pitchFamily="34" charset="0"/>
                <a:cs typeface="Arial" panose="020B0604020202020204" pitchFamily="34" charset="0"/>
              </a:endParaRPr>
            </a:p>
            <a:p>
              <a:pPr marL="400050"/>
              <a:endParaRPr lang="en-US" dirty="0">
                <a:solidFill>
                  <a:schemeClr val="tx2"/>
                </a:solidFill>
                <a:latin typeface="Arial" panose="020B0604020202020204" pitchFamily="34" charset="0"/>
                <a:cs typeface="Arial" panose="020B0604020202020204" pitchFamily="34" charset="0"/>
              </a:endParaRPr>
            </a:p>
            <a:p>
              <a:pPr marL="400050"/>
              <a:endParaRPr lang="en-US" dirty="0">
                <a:solidFill>
                  <a:schemeClr val="tx2"/>
                </a:solidFill>
                <a:latin typeface="Arial" panose="020B0604020202020204" pitchFamily="34" charset="0"/>
                <a:cs typeface="Arial" panose="020B0604020202020204" pitchFamily="34" charset="0"/>
              </a:endParaRPr>
            </a:p>
            <a:p>
              <a:pPr marL="400050"/>
              <a:endParaRPr lang="en-US" dirty="0">
                <a:solidFill>
                  <a:schemeClr val="tx2"/>
                </a:solidFill>
                <a:latin typeface="Arial" panose="020B0604020202020204" pitchFamily="34" charset="0"/>
                <a:cs typeface="Arial" panose="020B0604020202020204" pitchFamily="34" charset="0"/>
              </a:endParaRPr>
            </a:p>
            <a:p>
              <a:pPr marL="400050"/>
              <a:r>
                <a:rPr lang="en-US" sz="1900" dirty="0">
                  <a:solidFill>
                    <a:schemeClr val="tx2"/>
                  </a:solidFill>
                  <a:latin typeface="Arial" panose="020B0604020202020204" pitchFamily="34" charset="0"/>
                  <a:cs typeface="Arial" panose="020B0604020202020204" pitchFamily="34" charset="0"/>
                </a:rPr>
                <a:t>The same verses without </a:t>
              </a:r>
              <a:r>
                <a:rPr lang="en-US" sz="1900" b="1" dirty="0">
                  <a:solidFill>
                    <a:schemeClr val="tx2"/>
                  </a:solidFill>
                  <a:latin typeface="Arial" panose="020B0604020202020204" pitchFamily="34" charset="0"/>
                  <a:cs typeface="Arial" panose="020B0604020202020204" pitchFamily="34" charset="0"/>
                </a:rPr>
                <a:t>Father:</a:t>
              </a:r>
            </a:p>
            <a:p>
              <a:pPr marL="400050"/>
              <a:endParaRPr lang="en-US" sz="1900" b="1" dirty="0">
                <a:solidFill>
                  <a:schemeClr val="tx2"/>
                </a:solidFill>
                <a:latin typeface="Arial" panose="020B0604020202020204" pitchFamily="34" charset="0"/>
                <a:cs typeface="Arial" panose="020B0604020202020204" pitchFamily="34" charset="0"/>
              </a:endParaRPr>
            </a:p>
            <a:p>
              <a:pPr marL="400050"/>
              <a:r>
                <a:rPr lang="en-US" sz="1900" b="1" dirty="0">
                  <a:solidFill>
                    <a:schemeClr val="tx2"/>
                  </a:solidFill>
                  <a:latin typeface="Arial" panose="020B0604020202020204" pitchFamily="34" charset="0"/>
                  <a:cs typeface="Arial" panose="020B0604020202020204" pitchFamily="34" charset="0"/>
                </a:rPr>
                <a:t>“</a:t>
              </a:r>
              <a:r>
                <a:rPr lang="en-US" sz="1900" dirty="0">
                  <a:solidFill>
                    <a:schemeClr val="tx2"/>
                  </a:solidFill>
                  <a:latin typeface="Arial" panose="020B0604020202020204" pitchFamily="34" charset="0"/>
                  <a:cs typeface="Arial" panose="020B0604020202020204" pitchFamily="34" charset="0"/>
                </a:rPr>
                <a:t>My</a:t>
              </a:r>
              <a:r>
                <a:rPr lang="en-US" sz="1900" b="1" dirty="0">
                  <a:solidFill>
                    <a:schemeClr val="tx2"/>
                  </a:solidFill>
                  <a:latin typeface="Arial" panose="020B0604020202020204" pitchFamily="34" charset="0"/>
                  <a:cs typeface="Arial" panose="020B0604020202020204" pitchFamily="34" charset="0"/>
                </a:rPr>
                <a:t> </a:t>
              </a:r>
              <a:r>
                <a:rPr lang="en-US" sz="1900" b="1" dirty="0">
                  <a:solidFill>
                    <a:srgbClr val="FF0000"/>
                  </a:solidFill>
                  <a:latin typeface="Arial" panose="020B0604020202020204" pitchFamily="34" charset="0"/>
                  <a:cs typeface="Arial" panose="020B0604020202020204" pitchFamily="34" charset="0"/>
                </a:rPr>
                <a:t>Master </a:t>
              </a:r>
              <a:r>
                <a:rPr lang="en-US" sz="1900" dirty="0">
                  <a:solidFill>
                    <a:schemeClr val="tx2"/>
                  </a:solidFill>
                  <a:latin typeface="Arial" panose="020B0604020202020204" pitchFamily="34" charset="0"/>
                  <a:cs typeface="Arial" panose="020B0604020202020204" pitchFamily="34" charset="0"/>
                </a:rPr>
                <a:t>is working even now and I, too, am working.” Because of this, the Jews sought even more to kill him because he not only broke the Sabbath, but also called God his own </a:t>
              </a:r>
              <a:r>
                <a:rPr lang="en-US" sz="1900" b="1" dirty="0">
                  <a:solidFill>
                    <a:srgbClr val="FF0000"/>
                  </a:solidFill>
                  <a:latin typeface="Arial" panose="020B0604020202020204" pitchFamily="34" charset="0"/>
                  <a:cs typeface="Arial" panose="020B0604020202020204" pitchFamily="34" charset="0"/>
                </a:rPr>
                <a:t>Master</a:t>
              </a:r>
              <a:r>
                <a:rPr lang="en-US" sz="1900" dirty="0">
                  <a:solidFill>
                    <a:schemeClr val="tx2"/>
                  </a:solidFill>
                  <a:latin typeface="Arial" panose="020B0604020202020204" pitchFamily="34" charset="0"/>
                  <a:cs typeface="Arial" panose="020B0604020202020204" pitchFamily="34" charset="0"/>
                </a:rPr>
                <a:t>, making himself equal with God.</a:t>
              </a:r>
              <a:endParaRPr lang="en-US" sz="1900" dirty="0">
                <a:solidFill>
                  <a:srgbClr val="5B4A42"/>
                </a:solidFill>
                <a:latin typeface="Arial" panose="020B0604020202020204" pitchFamily="34" charset="0"/>
                <a:cs typeface="Arial" panose="020B0604020202020204" pitchFamily="34" charset="0"/>
              </a:endParaRPr>
            </a:p>
            <a:p>
              <a:pPr marL="400050"/>
              <a:endParaRPr lang="en-US" sz="2400" b="1" dirty="0">
                <a:solidFill>
                  <a:schemeClr val="tx2"/>
                </a:solidFill>
                <a:latin typeface="Arial" panose="020B0604020202020204" pitchFamily="34" charset="0"/>
                <a:cs typeface="Arial" panose="020B0604020202020204" pitchFamily="34" charset="0"/>
              </a:endParaRPr>
            </a:p>
            <a:p>
              <a:pPr marL="400050"/>
              <a:endParaRPr lang="en-US" sz="2400" b="1" dirty="0">
                <a:solidFill>
                  <a:schemeClr val="tx2"/>
                </a:solidFill>
                <a:latin typeface="Arial" panose="020B0604020202020204" pitchFamily="34" charset="0"/>
                <a:cs typeface="Arial" panose="020B0604020202020204" pitchFamily="34" charset="0"/>
              </a:endParaRPr>
            </a:p>
            <a:p>
              <a:pPr marL="400050"/>
              <a:endParaRPr lang="en-US" sz="2400" b="1" dirty="0">
                <a:solidFill>
                  <a:schemeClr val="tx2"/>
                </a:solidFill>
                <a:latin typeface="Arial" panose="020B0604020202020204" pitchFamily="34" charset="0"/>
                <a:cs typeface="Arial" panose="020B0604020202020204" pitchFamily="34" charset="0"/>
              </a:endParaRPr>
            </a:p>
          </p:txBody>
        </p:sp>
        <p:sp>
          <p:nvSpPr>
            <p:cNvPr id="11" name="Oval 10">
              <a:extLst>
                <a:ext uri="{FF2B5EF4-FFF2-40B4-BE49-F238E27FC236}">
                  <a16:creationId xmlns:a16="http://schemas.microsoft.com/office/drawing/2014/main" id="{70707811-2389-42D0-A98A-DA32213B44D9}"/>
                </a:ext>
              </a:extLst>
            </p:cNvPr>
            <p:cNvSpPr/>
            <p:nvPr/>
          </p:nvSpPr>
          <p:spPr>
            <a:xfrm>
              <a:off x="831589" y="4467249"/>
              <a:ext cx="634701" cy="634701"/>
            </a:xfrm>
            <a:prstGeom prst="ellipse">
              <a:avLst/>
            </a:prstGeom>
            <a:solidFill>
              <a:srgbClr val="B95659"/>
            </a:solidFill>
          </p:spPr>
          <p:txBody>
            <a:bodyPr rtlCol="0" anchor="ctr">
              <a:noAutofit/>
            </a:bodyPr>
            <a:lstStyle/>
            <a:p>
              <a:pPr algn="ctr"/>
              <a:r>
                <a:rPr lang="en-US" sz="2800" dirty="0">
                  <a:solidFill>
                    <a:schemeClr val="bg1"/>
                  </a:solidFill>
                  <a:latin typeface="Arial Black" panose="020B0A04020102020204" pitchFamily="34" charset="0"/>
                  <a:cs typeface="Arial" panose="020B0604020202020204" pitchFamily="34" charset="0"/>
                </a:rPr>
                <a:t>2</a:t>
              </a:r>
            </a:p>
          </p:txBody>
        </p:sp>
      </p:grpSp>
      <p:sp>
        <p:nvSpPr>
          <p:cNvPr id="6" name="Rectangle 5">
            <a:extLst>
              <a:ext uri="{FF2B5EF4-FFF2-40B4-BE49-F238E27FC236}">
                <a16:creationId xmlns:a16="http://schemas.microsoft.com/office/drawing/2014/main" id="{E25FFBE3-6A05-6D90-479E-8525FB973F10}"/>
              </a:ext>
            </a:extLst>
          </p:cNvPr>
          <p:cNvSpPr/>
          <p:nvPr/>
        </p:nvSpPr>
        <p:spPr>
          <a:xfrm>
            <a:off x="1597510" y="1833577"/>
            <a:ext cx="6583680" cy="400110"/>
          </a:xfrm>
          <a:prstGeom prst="rect">
            <a:avLst/>
          </a:prstGeom>
          <a:solidFill>
            <a:schemeClr val="bg1"/>
          </a:solidFill>
          <a:ln>
            <a:noFill/>
          </a:ln>
        </p:spPr>
        <p:txBody>
          <a:bodyPr wrap="square" rtlCol="0" anchor="ctr">
            <a:spAutoFit/>
          </a:bodyPr>
          <a:lstStyle/>
          <a:p>
            <a:r>
              <a:rPr lang="en-US" sz="2000" dirty="0">
                <a:solidFill>
                  <a:schemeClr val="tx2"/>
                </a:solidFill>
                <a:latin typeface="Arial" panose="020B0604020202020204" pitchFamily="34" charset="0"/>
                <a:cs typeface="Arial" panose="020B0604020202020204" pitchFamily="34" charset="0"/>
              </a:rPr>
              <a:t>“My </a:t>
            </a:r>
            <a:r>
              <a:rPr lang="en-US" sz="2000" b="1" dirty="0">
                <a:solidFill>
                  <a:srgbClr val="00B050"/>
                </a:solidFill>
                <a:latin typeface="Arial" panose="020B0604020202020204" pitchFamily="34" charset="0"/>
                <a:cs typeface="Arial" panose="020B0604020202020204" pitchFamily="34" charset="0"/>
              </a:rPr>
              <a:t>Father </a:t>
            </a:r>
            <a:r>
              <a:rPr lang="en-US" sz="2000" dirty="0">
                <a:solidFill>
                  <a:schemeClr val="tx2"/>
                </a:solidFill>
                <a:latin typeface="Arial" panose="020B0604020202020204" pitchFamily="34" charset="0"/>
                <a:cs typeface="Arial" panose="020B0604020202020204" pitchFamily="34" charset="0"/>
              </a:rPr>
              <a:t>is working even now and I, too, am working.”</a:t>
            </a:r>
          </a:p>
        </p:txBody>
      </p:sp>
      <p:sp>
        <p:nvSpPr>
          <p:cNvPr id="3" name="TextBox 2">
            <a:extLst>
              <a:ext uri="{FF2B5EF4-FFF2-40B4-BE49-F238E27FC236}">
                <a16:creationId xmlns:a16="http://schemas.microsoft.com/office/drawing/2014/main" id="{92E40964-D28B-C2A8-D82C-B6F39D57EF1B}"/>
              </a:ext>
            </a:extLst>
          </p:cNvPr>
          <p:cNvSpPr txBox="1"/>
          <p:nvPr/>
        </p:nvSpPr>
        <p:spPr>
          <a:xfrm>
            <a:off x="1363313" y="6049332"/>
            <a:ext cx="5123984" cy="400110"/>
          </a:xfrm>
          <a:prstGeom prst="rect">
            <a:avLst/>
          </a:prstGeom>
          <a:noFill/>
        </p:spPr>
        <p:txBody>
          <a:bodyPr wrap="square" rtlCol="0">
            <a:spAutoFit/>
          </a:bodyPr>
          <a:lstStyle/>
          <a:p>
            <a:r>
              <a:rPr lang="en-US" sz="2000" dirty="0">
                <a:solidFill>
                  <a:schemeClr val="tx2"/>
                </a:solidFill>
              </a:rPr>
              <a:t>“Equal with God” </a:t>
            </a:r>
          </a:p>
        </p:txBody>
      </p:sp>
      <p:sp>
        <p:nvSpPr>
          <p:cNvPr id="7" name="TextBox 6">
            <a:extLst>
              <a:ext uri="{FF2B5EF4-FFF2-40B4-BE49-F238E27FC236}">
                <a16:creationId xmlns:a16="http://schemas.microsoft.com/office/drawing/2014/main" id="{17743A47-0690-A0D9-9C91-140D24A1CCD7}"/>
              </a:ext>
            </a:extLst>
          </p:cNvPr>
          <p:cNvSpPr txBox="1"/>
          <p:nvPr/>
        </p:nvSpPr>
        <p:spPr>
          <a:xfrm>
            <a:off x="1363313" y="5587667"/>
            <a:ext cx="4474165" cy="461665"/>
          </a:xfrm>
          <a:prstGeom prst="rect">
            <a:avLst/>
          </a:prstGeom>
          <a:noFill/>
        </p:spPr>
        <p:txBody>
          <a:bodyPr wrap="square" rtlCol="0">
            <a:spAutoFit/>
          </a:bodyPr>
          <a:lstStyle/>
          <a:p>
            <a:r>
              <a:rPr lang="en-US" sz="2400" b="1" dirty="0">
                <a:solidFill>
                  <a:schemeClr val="tx2"/>
                </a:solidFill>
              </a:rPr>
              <a:t>What is now unclear?</a:t>
            </a:r>
          </a:p>
        </p:txBody>
      </p:sp>
      <p:sp>
        <p:nvSpPr>
          <p:cNvPr id="8" name="Rectangle 7">
            <a:extLst>
              <a:ext uri="{FF2B5EF4-FFF2-40B4-BE49-F238E27FC236}">
                <a16:creationId xmlns:a16="http://schemas.microsoft.com/office/drawing/2014/main" id="{FA2AA60E-5613-459A-0801-0CB063D4C885}"/>
              </a:ext>
            </a:extLst>
          </p:cNvPr>
          <p:cNvSpPr/>
          <p:nvPr/>
        </p:nvSpPr>
        <p:spPr>
          <a:xfrm>
            <a:off x="1548082" y="2747274"/>
            <a:ext cx="5669280" cy="365760"/>
          </a:xfrm>
          <a:prstGeom prst="rect">
            <a:avLst/>
          </a:prstGeom>
          <a:solidFill>
            <a:schemeClr val="bg1"/>
          </a:solidFill>
          <a:ln>
            <a:noFill/>
          </a:ln>
        </p:spPr>
        <p:txBody>
          <a:bodyPr rtlCol="0" anchor="ctr">
            <a:spAutoFit/>
          </a:bodyPr>
          <a:lstStyle/>
          <a:p>
            <a:pPr algn="ctr"/>
            <a:r>
              <a:rPr lang="en-US" sz="2000" dirty="0">
                <a:solidFill>
                  <a:srgbClr val="716557"/>
                </a:solidFill>
                <a:latin typeface="Arial" panose="020B0604020202020204" pitchFamily="34" charset="0"/>
                <a:cs typeface="Arial" panose="020B0604020202020204" pitchFamily="34" charset="0"/>
              </a:rPr>
              <a:t>His own </a:t>
            </a:r>
            <a:r>
              <a:rPr lang="en-US" sz="2000" b="1" dirty="0">
                <a:solidFill>
                  <a:srgbClr val="00B050"/>
                </a:solidFill>
                <a:latin typeface="Arial" panose="020B0604020202020204" pitchFamily="34" charset="0"/>
                <a:cs typeface="Arial" panose="020B0604020202020204" pitchFamily="34" charset="0"/>
              </a:rPr>
              <a:t>Father,</a:t>
            </a:r>
            <a:r>
              <a:rPr lang="en-US" sz="2000" dirty="0">
                <a:solidFill>
                  <a:srgbClr val="716557"/>
                </a:solidFill>
                <a:latin typeface="Arial" panose="020B0604020202020204" pitchFamily="34" charset="0"/>
                <a:cs typeface="Arial" panose="020B0604020202020204" pitchFamily="34" charset="0"/>
              </a:rPr>
              <a:t> making himself equal with God.</a:t>
            </a:r>
          </a:p>
        </p:txBody>
      </p:sp>
    </p:spTree>
    <p:extLst>
      <p:ext uri="{BB962C8B-B14F-4D97-AF65-F5344CB8AC3E}">
        <p14:creationId xmlns:p14="http://schemas.microsoft.com/office/powerpoint/2010/main" val="1535566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1000"/>
                                        <p:tgtEl>
                                          <p:spTgt spid="14"/>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 calcmode="lin" valueType="num">
                                      <p:cBhvr additive="base">
                                        <p:cTn id="21"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2" dur="10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anim calcmode="lin" valueType="num">
                                      <p:cBhvr additive="base">
                                        <p:cTn id="2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descr="User with solid fill">
            <a:extLst>
              <a:ext uri="{FF2B5EF4-FFF2-40B4-BE49-F238E27FC236}">
                <a16:creationId xmlns:a16="http://schemas.microsoft.com/office/drawing/2014/main" id="{432D0FD7-82DC-56C3-2FF9-AAC5B9BC39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2395" y="1360870"/>
            <a:ext cx="822960" cy="822960"/>
          </a:xfrm>
          <a:prstGeom prst="rect">
            <a:avLst/>
          </a:prstGeom>
        </p:spPr>
      </p:pic>
      <p:pic>
        <p:nvPicPr>
          <p:cNvPr id="8" name="Graphic 7" descr="User with solid fill">
            <a:extLst>
              <a:ext uri="{FF2B5EF4-FFF2-40B4-BE49-F238E27FC236}">
                <a16:creationId xmlns:a16="http://schemas.microsoft.com/office/drawing/2014/main" id="{17004D7C-0A3C-765E-FAB1-B60A4FB55DB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2934" y="2307736"/>
            <a:ext cx="822960" cy="822960"/>
          </a:xfrm>
          <a:prstGeom prst="rect">
            <a:avLst/>
          </a:prstGeom>
        </p:spPr>
      </p:pic>
      <p:pic>
        <p:nvPicPr>
          <p:cNvPr id="9" name="Graphic 8" descr="User with solid fill">
            <a:extLst>
              <a:ext uri="{FF2B5EF4-FFF2-40B4-BE49-F238E27FC236}">
                <a16:creationId xmlns:a16="http://schemas.microsoft.com/office/drawing/2014/main" id="{0F1DDA32-0C51-3CA9-B051-2024E7BBAB6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2934" y="3239037"/>
            <a:ext cx="822960" cy="822960"/>
          </a:xfrm>
          <a:prstGeom prst="rect">
            <a:avLst/>
          </a:prstGeom>
        </p:spPr>
      </p:pic>
      <p:pic>
        <p:nvPicPr>
          <p:cNvPr id="10" name="Graphic 9" descr="User with solid fill">
            <a:extLst>
              <a:ext uri="{FF2B5EF4-FFF2-40B4-BE49-F238E27FC236}">
                <a16:creationId xmlns:a16="http://schemas.microsoft.com/office/drawing/2014/main" id="{3B0DCFB7-4865-4E67-09EA-D0D2C52729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0873" y="4170338"/>
            <a:ext cx="822960" cy="822960"/>
          </a:xfrm>
          <a:prstGeom prst="rect">
            <a:avLst/>
          </a:prstGeom>
        </p:spPr>
      </p:pic>
      <p:pic>
        <p:nvPicPr>
          <p:cNvPr id="11" name="Graphic 10" descr="Clipboard outline">
            <a:extLst>
              <a:ext uri="{FF2B5EF4-FFF2-40B4-BE49-F238E27FC236}">
                <a16:creationId xmlns:a16="http://schemas.microsoft.com/office/drawing/2014/main" id="{368DF5A7-2EB7-EA30-964B-45E7F13A020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2096" y="1330715"/>
            <a:ext cx="457200" cy="457200"/>
          </a:xfrm>
          <a:prstGeom prst="rect">
            <a:avLst/>
          </a:prstGeom>
        </p:spPr>
      </p:pic>
      <p:pic>
        <p:nvPicPr>
          <p:cNvPr id="15" name="Picture 14" descr="A screenshot of a survey&#10;&#10;AI-generated content may be incorrect.">
            <a:extLst>
              <a:ext uri="{FF2B5EF4-FFF2-40B4-BE49-F238E27FC236}">
                <a16:creationId xmlns:a16="http://schemas.microsoft.com/office/drawing/2014/main" id="{3C20E3FC-D55B-09D0-2448-E82DCD4DB7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22400" y="323850"/>
            <a:ext cx="6299200" cy="6210300"/>
          </a:xfrm>
          <a:prstGeom prst="rect">
            <a:avLst/>
          </a:prstGeom>
        </p:spPr>
      </p:pic>
    </p:spTree>
    <p:extLst>
      <p:ext uri="{BB962C8B-B14F-4D97-AF65-F5344CB8AC3E}">
        <p14:creationId xmlns:p14="http://schemas.microsoft.com/office/powerpoint/2010/main" val="3602898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descr="User with solid fill">
            <a:extLst>
              <a:ext uri="{FF2B5EF4-FFF2-40B4-BE49-F238E27FC236}">
                <a16:creationId xmlns:a16="http://schemas.microsoft.com/office/drawing/2014/main" id="{432D0FD7-82DC-56C3-2FF9-AAC5B9BC39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2395" y="1360870"/>
            <a:ext cx="822960" cy="822960"/>
          </a:xfrm>
          <a:prstGeom prst="rect">
            <a:avLst/>
          </a:prstGeom>
        </p:spPr>
      </p:pic>
      <p:pic>
        <p:nvPicPr>
          <p:cNvPr id="8" name="Graphic 7" descr="User with solid fill">
            <a:extLst>
              <a:ext uri="{FF2B5EF4-FFF2-40B4-BE49-F238E27FC236}">
                <a16:creationId xmlns:a16="http://schemas.microsoft.com/office/drawing/2014/main" id="{17004D7C-0A3C-765E-FAB1-B60A4FB55DB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2934" y="2307736"/>
            <a:ext cx="822960" cy="822960"/>
          </a:xfrm>
          <a:prstGeom prst="rect">
            <a:avLst/>
          </a:prstGeom>
        </p:spPr>
      </p:pic>
      <p:pic>
        <p:nvPicPr>
          <p:cNvPr id="9" name="Graphic 8" descr="User with solid fill">
            <a:extLst>
              <a:ext uri="{FF2B5EF4-FFF2-40B4-BE49-F238E27FC236}">
                <a16:creationId xmlns:a16="http://schemas.microsoft.com/office/drawing/2014/main" id="{0F1DDA32-0C51-3CA9-B051-2024E7BBAB6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2934" y="3239037"/>
            <a:ext cx="822960" cy="822960"/>
          </a:xfrm>
          <a:prstGeom prst="rect">
            <a:avLst/>
          </a:prstGeom>
        </p:spPr>
      </p:pic>
      <p:pic>
        <p:nvPicPr>
          <p:cNvPr id="10" name="Graphic 9" descr="User with solid fill">
            <a:extLst>
              <a:ext uri="{FF2B5EF4-FFF2-40B4-BE49-F238E27FC236}">
                <a16:creationId xmlns:a16="http://schemas.microsoft.com/office/drawing/2014/main" id="{3B0DCFB7-4865-4E67-09EA-D0D2C52729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0873" y="4170338"/>
            <a:ext cx="822960" cy="822960"/>
          </a:xfrm>
          <a:prstGeom prst="rect">
            <a:avLst/>
          </a:prstGeom>
        </p:spPr>
      </p:pic>
      <p:pic>
        <p:nvPicPr>
          <p:cNvPr id="11" name="Graphic 10" descr="Clipboard outline">
            <a:extLst>
              <a:ext uri="{FF2B5EF4-FFF2-40B4-BE49-F238E27FC236}">
                <a16:creationId xmlns:a16="http://schemas.microsoft.com/office/drawing/2014/main" id="{368DF5A7-2EB7-EA30-964B-45E7F13A020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2096" y="1330715"/>
            <a:ext cx="457200" cy="457200"/>
          </a:xfrm>
          <a:prstGeom prst="rect">
            <a:avLst/>
          </a:prstGeom>
        </p:spPr>
      </p:pic>
      <p:pic>
        <p:nvPicPr>
          <p:cNvPr id="3" name="Picture 2">
            <a:extLst>
              <a:ext uri="{FF2B5EF4-FFF2-40B4-BE49-F238E27FC236}">
                <a16:creationId xmlns:a16="http://schemas.microsoft.com/office/drawing/2014/main" id="{CBE3F6DE-9FAF-2743-8890-EE2725B8D72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406107" y="516478"/>
            <a:ext cx="7570466" cy="5422815"/>
          </a:xfrm>
          <a:prstGeom prst="rect">
            <a:avLst/>
          </a:prstGeom>
        </p:spPr>
      </p:pic>
    </p:spTree>
    <p:extLst>
      <p:ext uri="{BB962C8B-B14F-4D97-AF65-F5344CB8AC3E}">
        <p14:creationId xmlns:p14="http://schemas.microsoft.com/office/powerpoint/2010/main" val="3434903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5246C9-6606-4FB3-986C-A85DE631581B}"/>
              </a:ext>
            </a:extLst>
          </p:cNvPr>
          <p:cNvSpPr/>
          <p:nvPr/>
        </p:nvSpPr>
        <p:spPr>
          <a:xfrm>
            <a:off x="0" y="3415454"/>
            <a:ext cx="9144000" cy="1513114"/>
          </a:xfrm>
          <a:prstGeom prst="rect">
            <a:avLst/>
          </a:prstGeom>
          <a:solidFill>
            <a:schemeClr val="accent2">
              <a:lumMod val="20000"/>
              <a:lumOff val="80000"/>
            </a:schemeClr>
          </a:solidFill>
          <a:ln>
            <a:noFill/>
          </a:ln>
        </p:spPr>
        <p:txBody>
          <a:bodyPr rtlCol="0" anchor="ctr">
            <a:no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5" name="Arrow: Pentagon 4">
            <a:extLst>
              <a:ext uri="{FF2B5EF4-FFF2-40B4-BE49-F238E27FC236}">
                <a16:creationId xmlns:a16="http://schemas.microsoft.com/office/drawing/2014/main" id="{F71B9975-CCC4-474E-991A-A08FD86C6E7A}"/>
              </a:ext>
            </a:extLst>
          </p:cNvPr>
          <p:cNvSpPr/>
          <p:nvPr/>
        </p:nvSpPr>
        <p:spPr>
          <a:xfrm rot="5400000">
            <a:off x="3387102" y="1767499"/>
            <a:ext cx="2369795" cy="3145970"/>
          </a:xfrm>
          <a:prstGeom prst="homePlate">
            <a:avLst>
              <a:gd name="adj" fmla="val 32616"/>
            </a:avLst>
          </a:prstGeom>
          <a:solidFill>
            <a:schemeClr val="accent2"/>
          </a:solidFill>
          <a:ln>
            <a:noFill/>
          </a:ln>
          <a:effectLst>
            <a:outerShdw blurRad="50800" dist="38100" dir="5400000" algn="t" rotWithShape="0">
              <a:prstClr val="black">
                <a:alpha val="40000"/>
              </a:prstClr>
            </a:outerShdw>
          </a:effectLst>
        </p:spPr>
        <p:txBody>
          <a:bodyPr rtlCol="0" anchor="ctr">
            <a:noAutofit/>
          </a:bodyPr>
          <a:lstStyle/>
          <a:p>
            <a:pPr algn="ctr"/>
            <a:endParaRPr lang="en-US" sz="6000" b="1" dirty="0">
              <a:solidFill>
                <a:schemeClr val="bg2"/>
              </a:solidFill>
              <a:cs typeface="Arial" panose="020B0604020202020204" pitchFamily="34" charset="0"/>
            </a:endParaRPr>
          </a:p>
        </p:txBody>
      </p:sp>
      <p:sp>
        <p:nvSpPr>
          <p:cNvPr id="18" name="TextBox 17">
            <a:extLst>
              <a:ext uri="{FF2B5EF4-FFF2-40B4-BE49-F238E27FC236}">
                <a16:creationId xmlns:a16="http://schemas.microsoft.com/office/drawing/2014/main" id="{A760D292-E0D6-49F5-8581-8EDCEF6F6D4C}"/>
              </a:ext>
            </a:extLst>
          </p:cNvPr>
          <p:cNvSpPr txBox="1"/>
          <p:nvPr/>
        </p:nvSpPr>
        <p:spPr>
          <a:xfrm>
            <a:off x="2999014" y="2664469"/>
            <a:ext cx="3145972" cy="1015663"/>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rPr>
              <a:t>Try it</a:t>
            </a:r>
          </a:p>
        </p:txBody>
      </p:sp>
    </p:spTree>
    <p:extLst>
      <p:ext uri="{BB962C8B-B14F-4D97-AF65-F5344CB8AC3E}">
        <p14:creationId xmlns:p14="http://schemas.microsoft.com/office/powerpoint/2010/main" val="123846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9442F2E-C1A2-6A1D-8BD2-9E787F6407E4}"/>
              </a:ext>
            </a:extLst>
          </p:cNvPr>
          <p:cNvSpPr txBox="1"/>
          <p:nvPr/>
        </p:nvSpPr>
        <p:spPr>
          <a:xfrm>
            <a:off x="2220685" y="151341"/>
            <a:ext cx="4702628" cy="7786747"/>
          </a:xfrm>
          <a:prstGeom prst="rect">
            <a:avLst/>
          </a:prstGeom>
          <a:noFill/>
        </p:spPr>
        <p:txBody>
          <a:bodyPr wrap="square">
            <a:spAutoFit/>
          </a:bodyPr>
          <a:lstStyle/>
          <a:p>
            <a:pPr algn="ctr"/>
            <a:r>
              <a:rPr lang="en-US" sz="50000" dirty="0">
                <a:solidFill>
                  <a:schemeClr val="accent2">
                    <a:lumMod val="20000"/>
                    <a:lumOff val="80000"/>
                  </a:schemeClr>
                </a:solidFill>
                <a:latin typeface="Arial Black" panose="020B0A04020102020204" pitchFamily="34" charset="0"/>
              </a:rPr>
              <a:t>?</a:t>
            </a:r>
          </a:p>
        </p:txBody>
      </p:sp>
      <p:sp>
        <p:nvSpPr>
          <p:cNvPr id="3" name="TextBox 2">
            <a:extLst>
              <a:ext uri="{FF2B5EF4-FFF2-40B4-BE49-F238E27FC236}">
                <a16:creationId xmlns:a16="http://schemas.microsoft.com/office/drawing/2014/main" id="{816BB72D-0B73-B8F7-58A9-312B67645B69}"/>
              </a:ext>
            </a:extLst>
          </p:cNvPr>
          <p:cNvSpPr txBox="1"/>
          <p:nvPr/>
        </p:nvSpPr>
        <p:spPr>
          <a:xfrm>
            <a:off x="1045028" y="2921331"/>
            <a:ext cx="7053943" cy="2246769"/>
          </a:xfrm>
          <a:prstGeom prst="rect">
            <a:avLst/>
          </a:prstGeom>
          <a:noFill/>
        </p:spPr>
        <p:txBody>
          <a:bodyPr wrap="square" rtlCol="0">
            <a:spAutoFit/>
          </a:bodyPr>
          <a:lstStyle/>
          <a:p>
            <a:pPr algn="ctr"/>
            <a:r>
              <a:rPr lang="en-US" sz="2800" b="1" dirty="0"/>
              <a:t>Consistency?</a:t>
            </a:r>
          </a:p>
          <a:p>
            <a:pPr algn="ctr"/>
            <a:endParaRPr lang="en-US" sz="2800" b="1" dirty="0"/>
          </a:p>
          <a:p>
            <a:pPr algn="ctr"/>
            <a:r>
              <a:rPr lang="en-US" sz="2800" b="1" dirty="0"/>
              <a:t>Correct meanings?</a:t>
            </a:r>
          </a:p>
          <a:p>
            <a:pPr algn="ctr"/>
            <a:endParaRPr lang="en-US" sz="2800" b="1" dirty="0"/>
          </a:p>
          <a:p>
            <a:pPr algn="ctr"/>
            <a:r>
              <a:rPr lang="en-US" sz="2800" b="1" dirty="0"/>
              <a:t>Changes?</a:t>
            </a:r>
          </a:p>
        </p:txBody>
      </p:sp>
    </p:spTree>
    <p:extLst>
      <p:ext uri="{BB962C8B-B14F-4D97-AF65-F5344CB8AC3E}">
        <p14:creationId xmlns:p14="http://schemas.microsoft.com/office/powerpoint/2010/main" val="3800077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2505D1F-3A67-4829-9B5F-B0E46A8B0F83}"/>
              </a:ext>
            </a:extLst>
          </p:cNvPr>
          <p:cNvGrpSpPr/>
          <p:nvPr/>
        </p:nvGrpSpPr>
        <p:grpSpPr>
          <a:xfrm>
            <a:off x="3168868" y="1282383"/>
            <a:ext cx="4658565" cy="4293235"/>
            <a:chOff x="3295841" y="1476633"/>
            <a:chExt cx="4237002" cy="3904732"/>
          </a:xfrm>
        </p:grpSpPr>
        <p:sp>
          <p:nvSpPr>
            <p:cNvPr id="9" name="Parallelogram 8">
              <a:extLst>
                <a:ext uri="{FF2B5EF4-FFF2-40B4-BE49-F238E27FC236}">
                  <a16:creationId xmlns:a16="http://schemas.microsoft.com/office/drawing/2014/main" id="{08D91778-2757-49F2-AB09-6D33F8844D1F}"/>
                </a:ext>
              </a:extLst>
            </p:cNvPr>
            <p:cNvSpPr/>
            <p:nvPr/>
          </p:nvSpPr>
          <p:spPr>
            <a:xfrm>
              <a:off x="5009589" y="1476633"/>
              <a:ext cx="2523254" cy="3904732"/>
            </a:xfrm>
            <a:prstGeom prst="parallelogram">
              <a:avLst>
                <a:gd name="adj" fmla="val 66953"/>
              </a:avLst>
            </a:prstGeom>
            <a:solidFill>
              <a:srgbClr val="716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4B6A9ACA-1A35-4D56-B557-3E39AD46DB07}"/>
                </a:ext>
              </a:extLst>
            </p:cNvPr>
            <p:cNvSpPr/>
            <p:nvPr/>
          </p:nvSpPr>
          <p:spPr>
            <a:xfrm>
              <a:off x="3295841" y="1476633"/>
              <a:ext cx="2523254" cy="3904732"/>
            </a:xfrm>
            <a:prstGeom prst="parallelogram">
              <a:avLst>
                <a:gd name="adj" fmla="val 66953"/>
              </a:avLst>
            </a:prstGeom>
            <a:solidFill>
              <a:srgbClr val="716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908733BA-FB7E-4EFA-9273-D97BE08650A6}"/>
              </a:ext>
            </a:extLst>
          </p:cNvPr>
          <p:cNvGrpSpPr/>
          <p:nvPr/>
        </p:nvGrpSpPr>
        <p:grpSpPr>
          <a:xfrm>
            <a:off x="1316567" y="1282383"/>
            <a:ext cx="6480241" cy="4293235"/>
            <a:chOff x="1611158" y="1476633"/>
            <a:chExt cx="5893831" cy="3904732"/>
          </a:xfrm>
        </p:grpSpPr>
        <p:sp>
          <p:nvSpPr>
            <p:cNvPr id="12" name="Parallelogram 11">
              <a:extLst>
                <a:ext uri="{FF2B5EF4-FFF2-40B4-BE49-F238E27FC236}">
                  <a16:creationId xmlns:a16="http://schemas.microsoft.com/office/drawing/2014/main" id="{2EA235FE-2138-4C48-8303-9EBAE28CFED5}"/>
                </a:ext>
              </a:extLst>
            </p:cNvPr>
            <p:cNvSpPr/>
            <p:nvPr/>
          </p:nvSpPr>
          <p:spPr>
            <a:xfrm flipH="1">
              <a:off x="1611158" y="1476633"/>
              <a:ext cx="2523254" cy="3904732"/>
            </a:xfrm>
            <a:prstGeom prst="parallelogram">
              <a:avLst>
                <a:gd name="adj" fmla="val 6695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arallelogram 12">
              <a:extLst>
                <a:ext uri="{FF2B5EF4-FFF2-40B4-BE49-F238E27FC236}">
                  <a16:creationId xmlns:a16="http://schemas.microsoft.com/office/drawing/2014/main" id="{A229B89D-5031-4F4F-AEEF-E8A1CDAD73B1}"/>
                </a:ext>
              </a:extLst>
            </p:cNvPr>
            <p:cNvSpPr/>
            <p:nvPr/>
          </p:nvSpPr>
          <p:spPr>
            <a:xfrm flipH="1">
              <a:off x="3323695" y="1476633"/>
              <a:ext cx="2523254" cy="3904732"/>
            </a:xfrm>
            <a:prstGeom prst="parallelogram">
              <a:avLst>
                <a:gd name="adj" fmla="val 6695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AC879204-E238-4190-946B-412A71DC4296}"/>
                </a:ext>
              </a:extLst>
            </p:cNvPr>
            <p:cNvSpPr/>
            <p:nvPr/>
          </p:nvSpPr>
          <p:spPr>
            <a:xfrm flipH="1">
              <a:off x="4981735" y="1476633"/>
              <a:ext cx="2523254" cy="3904732"/>
            </a:xfrm>
            <a:prstGeom prst="parallelogram">
              <a:avLst>
                <a:gd name="adj" fmla="val 6695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F00D8846-597B-4195-9B2F-1C48DB7B74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531" y="2269865"/>
            <a:ext cx="7116980" cy="2147636"/>
          </a:xfrm>
          <a:prstGeom prst="rect">
            <a:avLst/>
          </a:prstGeom>
        </p:spPr>
      </p:pic>
      <p:grpSp>
        <p:nvGrpSpPr>
          <p:cNvPr id="6" name="Group 5">
            <a:extLst>
              <a:ext uri="{FF2B5EF4-FFF2-40B4-BE49-F238E27FC236}">
                <a16:creationId xmlns:a16="http://schemas.microsoft.com/office/drawing/2014/main" id="{8F406A7A-4372-4E9E-89C1-D5203C798C8D}"/>
              </a:ext>
            </a:extLst>
          </p:cNvPr>
          <p:cNvGrpSpPr/>
          <p:nvPr/>
        </p:nvGrpSpPr>
        <p:grpSpPr>
          <a:xfrm>
            <a:off x="-127730" y="0"/>
            <a:ext cx="9399460" cy="230430"/>
            <a:chOff x="-172745" y="0"/>
            <a:chExt cx="9399460" cy="230430"/>
          </a:xfrm>
        </p:grpSpPr>
        <p:sp>
          <p:nvSpPr>
            <p:cNvPr id="20" name="Parallelogram 19">
              <a:extLst>
                <a:ext uri="{FF2B5EF4-FFF2-40B4-BE49-F238E27FC236}">
                  <a16:creationId xmlns:a16="http://schemas.microsoft.com/office/drawing/2014/main" id="{ED1D0F24-F56E-4F72-861D-C7F91EB5ABFD}"/>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arallelogram 20">
              <a:extLst>
                <a:ext uri="{FF2B5EF4-FFF2-40B4-BE49-F238E27FC236}">
                  <a16:creationId xmlns:a16="http://schemas.microsoft.com/office/drawing/2014/main" id="{6243CFFB-28EB-42A0-AF4F-2F6045FA5F1F}"/>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arallelogram 17">
              <a:extLst>
                <a:ext uri="{FF2B5EF4-FFF2-40B4-BE49-F238E27FC236}">
                  <a16:creationId xmlns:a16="http://schemas.microsoft.com/office/drawing/2014/main" id="{206BA820-028D-4AFE-A8C1-DAD65677009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Box 2">
            <a:extLst>
              <a:ext uri="{FF2B5EF4-FFF2-40B4-BE49-F238E27FC236}">
                <a16:creationId xmlns:a16="http://schemas.microsoft.com/office/drawing/2014/main" id="{8DC43ED6-02D2-BB40-74F4-0BB51B76F565}"/>
              </a:ext>
            </a:extLst>
          </p:cNvPr>
          <p:cNvSpPr txBox="1"/>
          <p:nvPr/>
        </p:nvSpPr>
        <p:spPr>
          <a:xfrm>
            <a:off x="8114511" y="6574369"/>
            <a:ext cx="996139" cy="338554"/>
          </a:xfrm>
          <a:prstGeom prst="rect">
            <a:avLst/>
          </a:prstGeom>
          <a:noFill/>
        </p:spPr>
        <p:txBody>
          <a:bodyPr wrap="square">
            <a:spAutoFit/>
          </a:bodyPr>
          <a:lstStyle/>
          <a:p>
            <a:r>
              <a:rPr lang="en-US" sz="1600" dirty="0">
                <a:solidFill>
                  <a:schemeClr val="bg1"/>
                </a:solidFill>
              </a:rPr>
              <a:t> 7/2026</a:t>
            </a:r>
          </a:p>
        </p:txBody>
      </p:sp>
    </p:spTree>
    <p:extLst>
      <p:ext uri="{BB962C8B-B14F-4D97-AF65-F5344CB8AC3E}">
        <p14:creationId xmlns:p14="http://schemas.microsoft.com/office/powerpoint/2010/main" val="2229477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3000" fill="hold"/>
                                        <p:tgtEl>
                                          <p:spTgt spid="16"/>
                                        </p:tgtEl>
                                        <p:attrNameLst>
                                          <p:attrName>ppt_x</p:attrName>
                                        </p:attrNameLst>
                                      </p:cBhvr>
                                      <p:tavLst>
                                        <p:tav tm="0">
                                          <p:val>
                                            <p:strVal val="1+#ppt_w/2"/>
                                          </p:val>
                                        </p:tav>
                                        <p:tav tm="100000">
                                          <p:val>
                                            <p:strVal val="#ppt_x"/>
                                          </p:val>
                                        </p:tav>
                                      </p:tavLst>
                                    </p:anim>
                                    <p:anim calcmode="lin" valueType="num">
                                      <p:cBhvr additive="base">
                                        <p:cTn id="8" dur="30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3000" fill="hold"/>
                                        <p:tgtEl>
                                          <p:spTgt spid="17"/>
                                        </p:tgtEl>
                                        <p:attrNameLst>
                                          <p:attrName>ppt_x</p:attrName>
                                        </p:attrNameLst>
                                      </p:cBhvr>
                                      <p:tavLst>
                                        <p:tav tm="0">
                                          <p:val>
                                            <p:strVal val="0-#ppt_w/2"/>
                                          </p:val>
                                        </p:tav>
                                        <p:tav tm="100000">
                                          <p:val>
                                            <p:strVal val="#ppt_x"/>
                                          </p:val>
                                        </p:tav>
                                      </p:tavLst>
                                    </p:anim>
                                    <p:anim calcmode="lin" valueType="num">
                                      <p:cBhvr additive="base">
                                        <p:cTn id="12" dur="3000" fill="hold"/>
                                        <p:tgtEl>
                                          <p:spTgt spid="17"/>
                                        </p:tgtEl>
                                        <p:attrNameLst>
                                          <p:attrName>ppt_y</p:attrName>
                                        </p:attrNameLst>
                                      </p:cBhvr>
                                      <p:tavLst>
                                        <p:tav tm="0">
                                          <p:val>
                                            <p:strVal val="#ppt_y"/>
                                          </p:val>
                                        </p:tav>
                                        <p:tav tm="100000">
                                          <p:val>
                                            <p:strVal val="#ppt_y"/>
                                          </p:val>
                                        </p:tav>
                                      </p:tavLst>
                                    </p:anim>
                                  </p:childTnLst>
                                </p:cTn>
                              </p:par>
                            </p:childTnLst>
                          </p:cTn>
                        </p:par>
                        <p:par>
                          <p:cTn id="13" fill="hold">
                            <p:stCondLst>
                              <p:cond delay="3000"/>
                            </p:stCondLst>
                            <p:childTnLst>
                              <p:par>
                                <p:cTn id="14" presetID="10" presetClass="exit" presetSubtype="0" fill="hold" nodeType="afterEffect">
                                  <p:stCondLst>
                                    <p:cond delay="1000"/>
                                  </p:stCondLst>
                                  <p:childTnLst>
                                    <p:animEffect transition="out" filter="fade">
                                      <p:cBhvr>
                                        <p:cTn id="15" dur="500"/>
                                        <p:tgtEl>
                                          <p:spTgt spid="16"/>
                                        </p:tgtEl>
                                      </p:cBhvr>
                                    </p:animEffect>
                                    <p:set>
                                      <p:cBhvr>
                                        <p:cTn id="16" dur="1" fill="hold">
                                          <p:stCondLst>
                                            <p:cond delay="499"/>
                                          </p:stCondLst>
                                        </p:cTn>
                                        <p:tgtEl>
                                          <p:spTgt spid="16"/>
                                        </p:tgtEl>
                                        <p:attrNameLst>
                                          <p:attrName>style.visibility</p:attrName>
                                        </p:attrNameLst>
                                      </p:cBhvr>
                                      <p:to>
                                        <p:strVal val="hidden"/>
                                      </p:to>
                                    </p:set>
                                  </p:childTnLst>
                                </p:cTn>
                              </p:par>
                              <p:par>
                                <p:cTn id="17" presetID="10" presetClass="exit" presetSubtype="0" fill="hold" nodeType="withEffect">
                                  <p:stCondLst>
                                    <p:cond delay="1000"/>
                                  </p:stCondLst>
                                  <p:childTnLst>
                                    <p:animEffect transition="out" filter="fade">
                                      <p:cBhvr>
                                        <p:cTn id="18" dur="500"/>
                                        <p:tgtEl>
                                          <p:spTgt spid="17"/>
                                        </p:tgtEl>
                                      </p:cBhvr>
                                    </p:animEffect>
                                    <p:set>
                                      <p:cBhvr>
                                        <p:cTn id="19" dur="1" fill="hold">
                                          <p:stCondLst>
                                            <p:cond delay="499"/>
                                          </p:stCondLst>
                                        </p:cTn>
                                        <p:tgtEl>
                                          <p:spTgt spid="17"/>
                                        </p:tgtEl>
                                        <p:attrNameLst>
                                          <p:attrName>style.visibility</p:attrName>
                                        </p:attrNameLst>
                                      </p:cBhvr>
                                      <p:to>
                                        <p:strVal val="hidden"/>
                                      </p:to>
                                    </p:set>
                                  </p:childTnLst>
                                </p:cTn>
                              </p:par>
                            </p:childTnLst>
                          </p:cTn>
                        </p:par>
                        <p:par>
                          <p:cTn id="20" fill="hold">
                            <p:stCondLst>
                              <p:cond delay="4500"/>
                            </p:stCondLst>
                            <p:childTnLst>
                              <p:par>
                                <p:cTn id="21" presetID="10"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F017C5ECD5AE84588140775F5D9B6FC" ma:contentTypeVersion="10" ma:contentTypeDescription="Create a new document." ma:contentTypeScope="" ma:versionID="1df1dec52c25bb0135bdda8c7b7dd7e7">
  <xsd:schema xmlns:xsd="http://www.w3.org/2001/XMLSchema" xmlns:xs="http://www.w3.org/2001/XMLSchema" xmlns:p="http://schemas.microsoft.com/office/2006/metadata/properties" xmlns:ns2="fee82e44-1fa4-4144-8309-00fed2bf4198" xmlns:ns3="1a61c928-f5f6-4989-bd5d-cb8872a1b06d" targetNamespace="http://schemas.microsoft.com/office/2006/metadata/properties" ma:root="true" ma:fieldsID="efed797755febffe8ac30e701dff32dc" ns2:_="" ns3:_="">
    <xsd:import namespace="fee82e44-1fa4-4144-8309-00fed2bf4198"/>
    <xsd:import namespace="1a61c928-f5f6-4989-bd5d-cb8872a1b06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e82e44-1fa4-4144-8309-00fed2bf41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a61c928-f5f6-4989-bd5d-cb8872a1b06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178770A-F6AC-406B-AF0D-88CBCF36B701}">
  <ds:schemaRefs>
    <ds:schemaRef ds:uri="http://schemas.microsoft.com/sharepoint/v3/contenttype/forms"/>
  </ds:schemaRefs>
</ds:datastoreItem>
</file>

<file path=customXml/itemProps2.xml><?xml version="1.0" encoding="utf-8"?>
<ds:datastoreItem xmlns:ds="http://schemas.openxmlformats.org/officeDocument/2006/customXml" ds:itemID="{72D4B0D4-4E91-4708-AA8E-94D7F19FE5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ee82e44-1fa4-4144-8309-00fed2bf4198"/>
    <ds:schemaRef ds:uri="1a61c928-f5f6-4989-bd5d-cb8872a1b0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D870300-B03F-45F7-9154-521D8C74684E}">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2266</TotalTime>
  <Words>279</Words>
  <Application>Microsoft Office PowerPoint</Application>
  <PresentationFormat>On-screen Show (4:3)</PresentationFormat>
  <Paragraphs>63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Arial Black</vt:lpstr>
      <vt:lpstr>Calibri</vt:lpstr>
      <vt:lpstr>Office Theme</vt:lpstr>
      <vt:lpstr>PowerPoint Presentation</vt:lpstr>
      <vt:lpstr>PowerPoint Presentation</vt:lpstr>
      <vt:lpstr>PowerPoint Presentation</vt:lpstr>
      <vt:lpstr>PowerPoint Presentation</vt:lpstr>
      <vt:lpstr>1 John 4:14</vt:lpstr>
      <vt:lpstr>John 5:17–18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Debbie Shaw</cp:lastModifiedBy>
  <cp:revision>180</cp:revision>
  <dcterms:created xsi:type="dcterms:W3CDTF">2019-03-18T18:21:25Z</dcterms:created>
  <dcterms:modified xsi:type="dcterms:W3CDTF">2026-07-18T10:11:18Z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0x0101002F017C5ECD5AE84588140775F5D9B6FC</vt:lpwstr>
  </property>
</Properties>
</file>