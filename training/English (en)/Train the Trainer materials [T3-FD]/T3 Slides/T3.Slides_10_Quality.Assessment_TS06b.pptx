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5" r:id="rId5"/>
  </p:sldMasterIdLst>
  <p:notesMasterIdLst>
    <p:notesMasterId r:id="rId21"/>
  </p:notesMasterIdLst>
  <p:sldIdLst>
    <p:sldId id="318" r:id="rId6"/>
    <p:sldId id="292" r:id="rId7"/>
    <p:sldId id="300" r:id="rId8"/>
    <p:sldId id="297" r:id="rId9"/>
    <p:sldId id="313" r:id="rId10"/>
    <p:sldId id="302" r:id="rId11"/>
    <p:sldId id="306" r:id="rId12"/>
    <p:sldId id="314" r:id="rId13"/>
    <p:sldId id="307" r:id="rId14"/>
    <p:sldId id="315" r:id="rId15"/>
    <p:sldId id="316" r:id="rId16"/>
    <p:sldId id="317" r:id="rId17"/>
    <p:sldId id="319" r:id="rId18"/>
    <p:sldId id="298" r:id="rId19"/>
    <p:sldId id="301"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BA93D"/>
    <a:srgbClr val="83A83F"/>
    <a:srgbClr val="B95659"/>
    <a:srgbClr val="716557"/>
    <a:srgbClr val="C3DD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64F0C3-47D0-4679-9B7E-EB4498BD2962}" v="3" dt="2025-08-12T18:47:45.2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1508"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haw" userId="S::deborah_shaw@wycliffeassociates.org::79bf7848-a030-4096-934a-3abbfde4984a" providerId="AD" clId="Web-{8551B6B7-C2B6-40E6-8F84-1DBF7CD2466E}"/>
    <pc:docChg chg="modSld sldOrd">
      <pc:chgData name="Deborah Shaw" userId="S::deborah_shaw@wycliffeassociates.org::79bf7848-a030-4096-934a-3abbfde4984a" providerId="AD" clId="Web-{8551B6B7-C2B6-40E6-8F84-1DBF7CD2466E}" dt="2023-09-09T15:11:15.155" v="116" actId="14100"/>
      <pc:docMkLst>
        <pc:docMk/>
      </pc:docMkLst>
      <pc:sldChg chg="delSp modSp">
        <pc:chgData name="Deborah Shaw" userId="S::deborah_shaw@wycliffeassociates.org::79bf7848-a030-4096-934a-3abbfde4984a" providerId="AD" clId="Web-{8551B6B7-C2B6-40E6-8F84-1DBF7CD2466E}" dt="2023-09-09T15:10:15.137" v="65" actId="14100"/>
        <pc:sldMkLst>
          <pc:docMk/>
          <pc:sldMk cId="1892282180" sldId="302"/>
        </pc:sldMkLst>
      </pc:sldChg>
      <pc:sldChg chg="delSp modSp ord">
        <pc:chgData name="Deborah Shaw" userId="S::deborah_shaw@wycliffeassociates.org::79bf7848-a030-4096-934a-3abbfde4984a" providerId="AD" clId="Web-{8551B6B7-C2B6-40E6-8F84-1DBF7CD2466E}" dt="2023-09-09T15:11:15.155" v="116" actId="14100"/>
        <pc:sldMkLst>
          <pc:docMk/>
          <pc:sldMk cId="3805135025" sldId="303"/>
        </pc:sldMkLst>
      </pc:sldChg>
    </pc:docChg>
  </pc:docChgLst>
  <pc:docChgLst>
    <pc:chgData name="Deborah Shaw" userId="79bf7848-a030-4096-934a-3abbfde4984a" providerId="ADAL" clId="{596A99DF-24F5-4CC1-B34D-0D57AD7CB74F}"/>
    <pc:docChg chg="undo custSel modSld">
      <pc:chgData name="Deborah Shaw" userId="79bf7848-a030-4096-934a-3abbfde4984a" providerId="ADAL" clId="{596A99DF-24F5-4CC1-B34D-0D57AD7CB74F}" dt="2025-06-11T21:10:08.292" v="23" actId="1076"/>
      <pc:docMkLst>
        <pc:docMk/>
      </pc:docMkLst>
      <pc:sldChg chg="modSp mod">
        <pc:chgData name="Deborah Shaw" userId="79bf7848-a030-4096-934a-3abbfde4984a" providerId="ADAL" clId="{596A99DF-24F5-4CC1-B34D-0D57AD7CB74F}" dt="2025-06-11T21:10:08.292" v="23" actId="1076"/>
        <pc:sldMkLst>
          <pc:docMk/>
          <pc:sldMk cId="2045108129" sldId="306"/>
        </pc:sldMkLst>
      </pc:sldChg>
      <pc:sldChg chg="modSp mod">
        <pc:chgData name="Deborah Shaw" userId="79bf7848-a030-4096-934a-3abbfde4984a" providerId="ADAL" clId="{596A99DF-24F5-4CC1-B34D-0D57AD7CB74F}" dt="2025-06-11T16:52:22.275" v="13" actId="403"/>
        <pc:sldMkLst>
          <pc:docMk/>
          <pc:sldMk cId="3629754069" sldId="318"/>
        </pc:sldMkLst>
      </pc:sldChg>
    </pc:docChg>
  </pc:docChgLst>
  <pc:docChgLst>
    <pc:chgData name="Deborah Shaw" userId="79bf7848-a030-4096-934a-3abbfde4984a" providerId="ADAL" clId="{62A2DA10-3DCC-4566-949E-3F5127E034B5}"/>
    <pc:docChg chg="custSel delSld modSld">
      <pc:chgData name="Deborah Shaw" userId="79bf7848-a030-4096-934a-3abbfde4984a" providerId="ADAL" clId="{62A2DA10-3DCC-4566-949E-3F5127E034B5}" dt="2023-12-22T06:18:21.263" v="71" actId="21"/>
      <pc:docMkLst>
        <pc:docMk/>
      </pc:docMkLst>
      <pc:sldChg chg="delSp modSp del mod">
        <pc:chgData name="Deborah Shaw" userId="79bf7848-a030-4096-934a-3abbfde4984a" providerId="ADAL" clId="{62A2DA10-3DCC-4566-949E-3F5127E034B5}" dt="2023-12-21T05:24:11.693" v="22" actId="2696"/>
        <pc:sldMkLst>
          <pc:docMk/>
          <pc:sldMk cId="2126766571" sldId="260"/>
        </pc:sldMkLst>
      </pc:sldChg>
      <pc:sldChg chg="del">
        <pc:chgData name="Deborah Shaw" userId="79bf7848-a030-4096-934a-3abbfde4984a" providerId="ADAL" clId="{62A2DA10-3DCC-4566-949E-3F5127E034B5}" dt="2023-12-21T05:18:43.700" v="0" actId="2696"/>
        <pc:sldMkLst>
          <pc:docMk/>
          <pc:sldMk cId="3829610916" sldId="295"/>
        </pc:sldMkLst>
      </pc:sldChg>
      <pc:sldChg chg="modSp mod">
        <pc:chgData name="Deborah Shaw" userId="79bf7848-a030-4096-934a-3abbfde4984a" providerId="ADAL" clId="{62A2DA10-3DCC-4566-949E-3F5127E034B5}" dt="2023-12-21T06:11:55.758" v="70" actId="1076"/>
        <pc:sldMkLst>
          <pc:docMk/>
          <pc:sldMk cId="2840709157" sldId="298"/>
        </pc:sldMkLst>
      </pc:sldChg>
      <pc:sldChg chg="delSp mod">
        <pc:chgData name="Deborah Shaw" userId="79bf7848-a030-4096-934a-3abbfde4984a" providerId="ADAL" clId="{62A2DA10-3DCC-4566-949E-3F5127E034B5}" dt="2023-12-22T06:18:21.263" v="71" actId="21"/>
        <pc:sldMkLst>
          <pc:docMk/>
          <pc:sldMk cId="3951749472" sldId="301"/>
        </pc:sldMkLst>
      </pc:sldChg>
      <pc:sldChg chg="delSp modSp mod">
        <pc:chgData name="Deborah Shaw" userId="79bf7848-a030-4096-934a-3abbfde4984a" providerId="ADAL" clId="{62A2DA10-3DCC-4566-949E-3F5127E034B5}" dt="2023-12-21T05:20:38.340" v="21" actId="27636"/>
        <pc:sldMkLst>
          <pc:docMk/>
          <pc:sldMk cId="3629754069" sldId="318"/>
        </pc:sldMkLst>
      </pc:sldChg>
    </pc:docChg>
  </pc:docChgLst>
  <pc:docChgLst>
    <pc:chgData name="Deborah Shaw" userId="S::deborah_shaw@wycliffeassociates.org::79bf7848-a030-4096-934a-3abbfde4984a" providerId="AD" clId="Web-{414CD0AD-D6DB-4B9C-8C62-191A7533052D}"/>
    <pc:docChg chg="sldOrd">
      <pc:chgData name="Deborah Shaw" userId="S::deborah_shaw@wycliffeassociates.org::79bf7848-a030-4096-934a-3abbfde4984a" providerId="AD" clId="Web-{414CD0AD-D6DB-4B9C-8C62-191A7533052D}" dt="2023-12-17T22:08:22.007" v="0"/>
      <pc:docMkLst>
        <pc:docMk/>
      </pc:docMkLst>
      <pc:sldChg chg="ord">
        <pc:chgData name="Deborah Shaw" userId="S::deborah_shaw@wycliffeassociates.org::79bf7848-a030-4096-934a-3abbfde4984a" providerId="AD" clId="Web-{414CD0AD-D6DB-4B9C-8C62-191A7533052D}" dt="2023-12-17T22:08:22.007" v="0"/>
        <pc:sldMkLst>
          <pc:docMk/>
          <pc:sldMk cId="3829610916" sldId="295"/>
        </pc:sldMkLst>
      </pc:sldChg>
    </pc:docChg>
  </pc:docChgLst>
  <pc:docChgLst>
    <pc:chgData clId="Web-{414CD0AD-D6DB-4B9C-8C62-191A7533052D}"/>
    <pc:docChg chg="addSld">
      <pc:chgData name="" userId="" providerId="" clId="Web-{414CD0AD-D6DB-4B9C-8C62-191A7533052D}" dt="2023-12-17T22:08:18.835" v="0"/>
      <pc:docMkLst>
        <pc:docMk/>
      </pc:docMkLst>
      <pc:sldChg chg="add">
        <pc:chgData name="" userId="" providerId="" clId="Web-{414CD0AD-D6DB-4B9C-8C62-191A7533052D}" dt="2023-12-17T22:08:18.835" v="0"/>
        <pc:sldMkLst>
          <pc:docMk/>
          <pc:sldMk cId="3829610916" sldId="295"/>
        </pc:sldMkLst>
      </pc:sldChg>
    </pc:docChg>
  </pc:docChgLst>
  <pc:docChgLst>
    <pc:chgData name="Deborah Shaw" userId="79bf7848-a030-4096-934a-3abbfde4984a" providerId="ADAL" clId="{E53BAA07-D5B5-4A51-8911-01962A2CBD85}"/>
    <pc:docChg chg="undo custSel addSld delSld modSld">
      <pc:chgData name="Deborah Shaw" userId="79bf7848-a030-4096-934a-3abbfde4984a" providerId="ADAL" clId="{E53BAA07-D5B5-4A51-8911-01962A2CBD85}" dt="2023-12-01T04:25:52.675" v="246" actId="22"/>
      <pc:docMkLst>
        <pc:docMk/>
      </pc:docMkLst>
      <pc:sldChg chg="addSp delSp modSp mod">
        <pc:chgData name="Deborah Shaw" userId="79bf7848-a030-4096-934a-3abbfde4984a" providerId="ADAL" clId="{E53BAA07-D5B5-4A51-8911-01962A2CBD85}" dt="2023-11-30T05:49:05.226" v="5" actId="1076"/>
        <pc:sldMkLst>
          <pc:docMk/>
          <pc:sldMk cId="1984317692" sldId="292"/>
        </pc:sldMkLst>
      </pc:sldChg>
      <pc:sldChg chg="addSp delSp mod">
        <pc:chgData name="Deborah Shaw" userId="79bf7848-a030-4096-934a-3abbfde4984a" providerId="ADAL" clId="{E53BAA07-D5B5-4A51-8911-01962A2CBD85}" dt="2023-12-01T04:25:52.675" v="246" actId="22"/>
        <pc:sldMkLst>
          <pc:docMk/>
          <pc:sldMk cId="2840709157" sldId="298"/>
        </pc:sldMkLst>
      </pc:sldChg>
      <pc:sldChg chg="delSp modSp del mod">
        <pc:chgData name="Deborah Shaw" userId="79bf7848-a030-4096-934a-3abbfde4984a" providerId="ADAL" clId="{E53BAA07-D5B5-4A51-8911-01962A2CBD85}" dt="2023-12-01T04:12:34.507" v="55" actId="2696"/>
        <pc:sldMkLst>
          <pc:docMk/>
          <pc:sldMk cId="3728960799" sldId="301"/>
        </pc:sldMkLst>
      </pc:sldChg>
      <pc:sldChg chg="modSp mod">
        <pc:chgData name="Deborah Shaw" userId="79bf7848-a030-4096-934a-3abbfde4984a" providerId="ADAL" clId="{E53BAA07-D5B5-4A51-8911-01962A2CBD85}" dt="2023-12-01T04:09:18.937" v="47" actId="14100"/>
        <pc:sldMkLst>
          <pc:docMk/>
          <pc:sldMk cId="1892282180" sldId="302"/>
        </pc:sldMkLst>
      </pc:sldChg>
      <pc:sldChg chg="del">
        <pc:chgData name="Deborah Shaw" userId="79bf7848-a030-4096-934a-3abbfde4984a" providerId="ADAL" clId="{E53BAA07-D5B5-4A51-8911-01962A2CBD85}" dt="2023-12-01T04:23:17.566" v="242" actId="2696"/>
        <pc:sldMkLst>
          <pc:docMk/>
          <pc:sldMk cId="3805135025" sldId="303"/>
        </pc:sldMkLst>
      </pc:sldChg>
      <pc:sldChg chg="del">
        <pc:chgData name="Deborah Shaw" userId="79bf7848-a030-4096-934a-3abbfde4984a" providerId="ADAL" clId="{E53BAA07-D5B5-4A51-8911-01962A2CBD85}" dt="2023-12-01T04:24:50.870" v="243" actId="2696"/>
        <pc:sldMkLst>
          <pc:docMk/>
          <pc:sldMk cId="1429245659" sldId="304"/>
        </pc:sldMkLst>
      </pc:sldChg>
      <pc:sldChg chg="del">
        <pc:chgData name="Deborah Shaw" userId="79bf7848-a030-4096-934a-3abbfde4984a" providerId="ADAL" clId="{E53BAA07-D5B5-4A51-8911-01962A2CBD85}" dt="2023-12-01T04:24:55.015" v="244" actId="2696"/>
        <pc:sldMkLst>
          <pc:docMk/>
          <pc:sldMk cId="2055131150" sldId="305"/>
        </pc:sldMkLst>
      </pc:sldChg>
      <pc:sldChg chg="delSp modSp add mod">
        <pc:chgData name="Deborah Shaw" userId="79bf7848-a030-4096-934a-3abbfde4984a" providerId="ADAL" clId="{E53BAA07-D5B5-4A51-8911-01962A2CBD85}" dt="2023-12-01T04:16:05.686" v="116" actId="14100"/>
        <pc:sldMkLst>
          <pc:docMk/>
          <pc:sldMk cId="2045108129" sldId="306"/>
        </pc:sldMkLst>
      </pc:sldChg>
      <pc:sldChg chg="delSp modSp add mod">
        <pc:chgData name="Deborah Shaw" userId="79bf7848-a030-4096-934a-3abbfde4984a" providerId="ADAL" clId="{E53BAA07-D5B5-4A51-8911-01962A2CBD85}" dt="2023-12-01T04:19:37.835" v="138" actId="1076"/>
        <pc:sldMkLst>
          <pc:docMk/>
          <pc:sldMk cId="1271603357" sldId="307"/>
        </pc:sldMkLst>
      </pc:sldChg>
      <pc:sldChg chg="add del">
        <pc:chgData name="Deborah Shaw" userId="79bf7848-a030-4096-934a-3abbfde4984a" providerId="ADAL" clId="{E53BAA07-D5B5-4A51-8911-01962A2CBD85}" dt="2023-12-01T04:22:56.936" v="237" actId="2696"/>
        <pc:sldMkLst>
          <pc:docMk/>
          <pc:sldMk cId="393978270" sldId="308"/>
        </pc:sldMkLst>
      </pc:sldChg>
      <pc:sldChg chg="add del">
        <pc:chgData name="Deborah Shaw" userId="79bf7848-a030-4096-934a-3abbfde4984a" providerId="ADAL" clId="{E53BAA07-D5B5-4A51-8911-01962A2CBD85}" dt="2023-12-01T04:23:12.186" v="241" actId="2696"/>
        <pc:sldMkLst>
          <pc:docMk/>
          <pc:sldMk cId="1421291273" sldId="309"/>
        </pc:sldMkLst>
      </pc:sldChg>
      <pc:sldChg chg="add del">
        <pc:chgData name="Deborah Shaw" userId="79bf7848-a030-4096-934a-3abbfde4984a" providerId="ADAL" clId="{E53BAA07-D5B5-4A51-8911-01962A2CBD85}" dt="2023-12-01T04:23:07.896" v="240" actId="2696"/>
        <pc:sldMkLst>
          <pc:docMk/>
          <pc:sldMk cId="1086245726" sldId="310"/>
        </pc:sldMkLst>
      </pc:sldChg>
      <pc:sldChg chg="add del">
        <pc:chgData name="Deborah Shaw" userId="79bf7848-a030-4096-934a-3abbfde4984a" providerId="ADAL" clId="{E53BAA07-D5B5-4A51-8911-01962A2CBD85}" dt="2023-12-01T04:23:04.062" v="239" actId="2696"/>
        <pc:sldMkLst>
          <pc:docMk/>
          <pc:sldMk cId="351001070" sldId="311"/>
        </pc:sldMkLst>
      </pc:sldChg>
      <pc:sldChg chg="add del">
        <pc:chgData name="Deborah Shaw" userId="79bf7848-a030-4096-934a-3abbfde4984a" providerId="ADAL" clId="{E53BAA07-D5B5-4A51-8911-01962A2CBD85}" dt="2023-12-01T04:23:00.459" v="238" actId="2696"/>
        <pc:sldMkLst>
          <pc:docMk/>
          <pc:sldMk cId="4119387191" sldId="312"/>
        </pc:sldMkLst>
      </pc:sldChg>
      <pc:sldChg chg="modSp add mod">
        <pc:chgData name="Deborah Shaw" userId="79bf7848-a030-4096-934a-3abbfde4984a" providerId="ADAL" clId="{E53BAA07-D5B5-4A51-8911-01962A2CBD85}" dt="2023-12-01T04:18:36.402" v="118" actId="255"/>
        <pc:sldMkLst>
          <pc:docMk/>
          <pc:sldMk cId="3555691817" sldId="314"/>
        </pc:sldMkLst>
      </pc:sldChg>
      <pc:sldChg chg="modSp add mod">
        <pc:chgData name="Deborah Shaw" userId="79bf7848-a030-4096-934a-3abbfde4984a" providerId="ADAL" clId="{E53BAA07-D5B5-4A51-8911-01962A2CBD85}" dt="2023-12-01T04:20:14.972" v="156" actId="255"/>
        <pc:sldMkLst>
          <pc:docMk/>
          <pc:sldMk cId="542063590" sldId="315"/>
        </pc:sldMkLst>
      </pc:sldChg>
      <pc:sldChg chg="modSp add mod">
        <pc:chgData name="Deborah Shaw" userId="79bf7848-a030-4096-934a-3abbfde4984a" providerId="ADAL" clId="{E53BAA07-D5B5-4A51-8911-01962A2CBD85}" dt="2023-12-01T04:21:23.254" v="187" actId="14100"/>
        <pc:sldMkLst>
          <pc:docMk/>
          <pc:sldMk cId="3206897375" sldId="316"/>
        </pc:sldMkLst>
      </pc:sldChg>
      <pc:sldChg chg="modSp add mod">
        <pc:chgData name="Deborah Shaw" userId="79bf7848-a030-4096-934a-3abbfde4984a" providerId="ADAL" clId="{E53BAA07-D5B5-4A51-8911-01962A2CBD85}" dt="2023-12-01T04:22:38.912" v="236" actId="14100"/>
        <pc:sldMkLst>
          <pc:docMk/>
          <pc:sldMk cId="3069738979" sldId="317"/>
        </pc:sldMkLst>
      </pc:sldChg>
    </pc:docChg>
  </pc:docChgLst>
  <pc:docChgLst>
    <pc:chgData name="Tina Slack" userId="S::tina_slack@wycliffeassociates.org::44bf6d8f-8440-4ec5-a765-802fe99ab0c9" providerId="AD" clId="Web-{CE495E99-3FD4-1160-75F5-11CFC7F5E17F}"/>
    <pc:docChg chg="sldOrd">
      <pc:chgData name="Tina Slack" userId="S::tina_slack@wycliffeassociates.org::44bf6d8f-8440-4ec5-a765-802fe99ab0c9" providerId="AD" clId="Web-{CE495E99-3FD4-1160-75F5-11CFC7F5E17F}" dt="2023-09-02T20:18:25.886" v="0"/>
      <pc:docMkLst>
        <pc:docMk/>
      </pc:docMkLst>
      <pc:sldChg chg="ord">
        <pc:chgData name="Tina Slack" userId="S::tina_slack@wycliffeassociates.org::44bf6d8f-8440-4ec5-a765-802fe99ab0c9" providerId="AD" clId="Web-{CE495E99-3FD4-1160-75F5-11CFC7F5E17F}" dt="2023-09-02T20:18:25.886" v="0"/>
        <pc:sldMkLst>
          <pc:docMk/>
          <pc:sldMk cId="1892282180" sldId="302"/>
        </pc:sldMkLst>
      </pc:sldChg>
    </pc:docChg>
  </pc:docChgLst>
  <pc:docChgLst>
    <pc:chgData name="Tina Slack" userId="5020e05b7d920362" providerId="LiveId" clId="{6B243F18-A0F8-49E4-A0A0-2F2A8DA00155}"/>
    <pc:docChg chg="undo custSel addSld delSld modSld sldOrd">
      <pc:chgData name="Tina Slack" userId="5020e05b7d920362" providerId="LiveId" clId="{6B243F18-A0F8-49E4-A0A0-2F2A8DA00155}" dt="2023-09-02T09:14:15.054" v="118" actId="1076"/>
      <pc:docMkLst>
        <pc:docMk/>
      </pc:docMkLst>
      <pc:sldChg chg="del">
        <pc:chgData name="Tina Slack" userId="5020e05b7d920362" providerId="LiveId" clId="{6B243F18-A0F8-49E4-A0A0-2F2A8DA00155}" dt="2023-08-24T22:07:03.581" v="25" actId="2696"/>
        <pc:sldMkLst>
          <pc:docMk/>
          <pc:sldMk cId="3709445605" sldId="264"/>
        </pc:sldMkLst>
      </pc:sldChg>
      <pc:sldChg chg="del">
        <pc:chgData name="Tina Slack" userId="5020e05b7d920362" providerId="LiveId" clId="{6B243F18-A0F8-49E4-A0A0-2F2A8DA00155}" dt="2023-08-24T20:56:11.111" v="0" actId="2696"/>
        <pc:sldMkLst>
          <pc:docMk/>
          <pc:sldMk cId="3072800876" sldId="280"/>
        </pc:sldMkLst>
      </pc:sldChg>
      <pc:sldChg chg="delSp modSp mod delAnim modAnim">
        <pc:chgData name="Tina Slack" userId="5020e05b7d920362" providerId="LiveId" clId="{6B243F18-A0F8-49E4-A0A0-2F2A8DA00155}" dt="2023-09-02T09:14:15.054" v="118" actId="1076"/>
        <pc:sldMkLst>
          <pc:docMk/>
          <pc:sldMk cId="1984317692" sldId="292"/>
        </pc:sldMkLst>
      </pc:sldChg>
      <pc:sldChg chg="del">
        <pc:chgData name="Tina Slack" userId="5020e05b7d920362" providerId="LiveId" clId="{6B243F18-A0F8-49E4-A0A0-2F2A8DA00155}" dt="2023-08-24T21:02:13.514" v="1" actId="2696"/>
        <pc:sldMkLst>
          <pc:docMk/>
          <pc:sldMk cId="1633996774" sldId="296"/>
        </pc:sldMkLst>
      </pc:sldChg>
      <pc:sldChg chg="addSp modSp mod ord modAnim">
        <pc:chgData name="Tina Slack" userId="5020e05b7d920362" providerId="LiveId" clId="{6B243F18-A0F8-49E4-A0A0-2F2A8DA00155}" dt="2023-08-24T21:44:15.731" v="24" actId="20577"/>
        <pc:sldMkLst>
          <pc:docMk/>
          <pc:sldMk cId="1051157856" sldId="297"/>
        </pc:sldMkLst>
      </pc:sldChg>
      <pc:sldChg chg="ord">
        <pc:chgData name="Tina Slack" userId="5020e05b7d920362" providerId="LiveId" clId="{6B243F18-A0F8-49E4-A0A0-2F2A8DA00155}" dt="2023-08-25T14:08:13.195" v="115"/>
        <pc:sldMkLst>
          <pc:docMk/>
          <pc:sldMk cId="2840709157" sldId="298"/>
        </pc:sldMkLst>
      </pc:sldChg>
      <pc:sldChg chg="del">
        <pc:chgData name="Tina Slack" userId="5020e05b7d920362" providerId="LiveId" clId="{6B243F18-A0F8-49E4-A0A0-2F2A8DA00155}" dt="2023-08-25T14:23:15.641" v="116" actId="2696"/>
        <pc:sldMkLst>
          <pc:docMk/>
          <pc:sldMk cId="2728910945" sldId="299"/>
        </pc:sldMkLst>
      </pc:sldChg>
      <pc:sldChg chg="add modAnim">
        <pc:chgData name="Tina Slack" userId="5020e05b7d920362" providerId="LiveId" clId="{6B243F18-A0F8-49E4-A0A0-2F2A8DA00155}" dt="2023-08-24T21:06:11.833" v="7"/>
        <pc:sldMkLst>
          <pc:docMk/>
          <pc:sldMk cId="1097191094" sldId="300"/>
        </pc:sldMkLst>
      </pc:sldChg>
      <pc:sldChg chg="new del">
        <pc:chgData name="Tina Slack" userId="5020e05b7d920362" providerId="LiveId" clId="{6B243F18-A0F8-49E4-A0A0-2F2A8DA00155}" dt="2023-08-25T13:18:25.236" v="31" actId="2696"/>
        <pc:sldMkLst>
          <pc:docMk/>
          <pc:sldMk cId="3088028639" sldId="301"/>
        </pc:sldMkLst>
      </pc:sldChg>
      <pc:sldChg chg="delSp modSp add mod">
        <pc:chgData name="Tina Slack" userId="5020e05b7d920362" providerId="LiveId" clId="{6B243F18-A0F8-49E4-A0A0-2F2A8DA00155}" dt="2023-08-25T13:19:23.289" v="52" actId="478"/>
        <pc:sldMkLst>
          <pc:docMk/>
          <pc:sldMk cId="3728960799" sldId="301"/>
        </pc:sldMkLst>
      </pc:sldChg>
      <pc:sldChg chg="delSp modSp add mod ord">
        <pc:chgData name="Tina Slack" userId="5020e05b7d920362" providerId="LiveId" clId="{6B243F18-A0F8-49E4-A0A0-2F2A8DA00155}" dt="2023-08-25T13:20:15.585" v="71" actId="478"/>
        <pc:sldMkLst>
          <pc:docMk/>
          <pc:sldMk cId="1892282180" sldId="302"/>
        </pc:sldMkLst>
      </pc:sldChg>
      <pc:sldChg chg="new del">
        <pc:chgData name="Tina Slack" userId="5020e05b7d920362" providerId="LiveId" clId="{6B243F18-A0F8-49E4-A0A0-2F2A8DA00155}" dt="2023-08-25T13:18:22.325" v="30" actId="2696"/>
        <pc:sldMkLst>
          <pc:docMk/>
          <pc:sldMk cId="3095864338" sldId="302"/>
        </pc:sldMkLst>
      </pc:sldChg>
      <pc:sldChg chg="modSp add mod">
        <pc:chgData name="Tina Slack" userId="5020e05b7d920362" providerId="LiveId" clId="{6B243F18-A0F8-49E4-A0A0-2F2A8DA00155}" dt="2023-08-25T13:20:45.932" v="88" actId="20577"/>
        <pc:sldMkLst>
          <pc:docMk/>
          <pc:sldMk cId="3805135025" sldId="303"/>
        </pc:sldMkLst>
      </pc:sldChg>
      <pc:sldChg chg="modSp add mod ord">
        <pc:chgData name="Tina Slack" userId="5020e05b7d920362" providerId="LiveId" clId="{6B243F18-A0F8-49E4-A0A0-2F2A8DA00155}" dt="2023-08-25T13:21:24.572" v="104" actId="20577"/>
        <pc:sldMkLst>
          <pc:docMk/>
          <pc:sldMk cId="1429245659" sldId="304"/>
        </pc:sldMkLst>
      </pc:sldChg>
      <pc:sldChg chg="modSp add mod">
        <pc:chgData name="Tina Slack" userId="5020e05b7d920362" providerId="LiveId" clId="{6B243F18-A0F8-49E4-A0A0-2F2A8DA00155}" dt="2023-08-25T13:21:39.481" v="111" actId="20577"/>
        <pc:sldMkLst>
          <pc:docMk/>
          <pc:sldMk cId="2055131150" sldId="305"/>
        </pc:sldMkLst>
      </pc:sldChg>
    </pc:docChg>
  </pc:docChgLst>
  <pc:docChgLst>
    <pc:chgData name="Deborah Shaw" userId="S::deborah_shaw@wycliffeassociates.org::79bf7848-a030-4096-934a-3abbfde4984a" providerId="AD" clId="Web-{C4B35F03-4423-D4CB-8B14-74B125B5720A}"/>
    <pc:docChg chg="addSld modSld addMainMaster">
      <pc:chgData name="Deborah Shaw" userId="S::deborah_shaw@wycliffeassociates.org::79bf7848-a030-4096-934a-3abbfde4984a" providerId="AD" clId="Web-{C4B35F03-4423-D4CB-8B14-74B125B5720A}" dt="2023-12-19T04:54:09.711" v="54" actId="1076"/>
      <pc:docMkLst>
        <pc:docMk/>
      </pc:docMkLst>
      <pc:sldChg chg="delAnim">
        <pc:chgData name="Deborah Shaw" userId="S::deborah_shaw@wycliffeassociates.org::79bf7848-a030-4096-934a-3abbfde4984a" providerId="AD" clId="Web-{C4B35F03-4423-D4CB-8B14-74B125B5720A}" dt="2023-12-19T04:49:32.894" v="28"/>
        <pc:sldMkLst>
          <pc:docMk/>
          <pc:sldMk cId="2840709157" sldId="298"/>
        </pc:sldMkLst>
      </pc:sldChg>
      <pc:sldChg chg="delAnim">
        <pc:chgData name="Deborah Shaw" userId="S::deborah_shaw@wycliffeassociates.org::79bf7848-a030-4096-934a-3abbfde4984a" providerId="AD" clId="Web-{C4B35F03-4423-D4CB-8B14-74B125B5720A}" dt="2023-12-19T04:49:49.957" v="32"/>
        <pc:sldMkLst>
          <pc:docMk/>
          <pc:sldMk cId="3951749472" sldId="301"/>
        </pc:sldMkLst>
      </pc:sldChg>
      <pc:sldChg chg="delAnim">
        <pc:chgData name="Deborah Shaw" userId="S::deborah_shaw@wycliffeassociates.org::79bf7848-a030-4096-934a-3abbfde4984a" providerId="AD" clId="Web-{C4B35F03-4423-D4CB-8B14-74B125B5720A}" dt="2023-12-19T04:49:19.956" v="25"/>
        <pc:sldMkLst>
          <pc:docMk/>
          <pc:sldMk cId="3195275041" sldId="313"/>
        </pc:sldMkLst>
      </pc:sldChg>
      <pc:sldChg chg="add">
        <pc:chgData name="Deborah Shaw" userId="S::deborah_shaw@wycliffeassociates.org::79bf7848-a030-4096-934a-3abbfde4984a" providerId="AD" clId="Web-{C4B35F03-4423-D4CB-8B14-74B125B5720A}" dt="2023-12-19T04:48:20.205" v="0"/>
        <pc:sldMkLst>
          <pc:docMk/>
          <pc:sldMk cId="3629754069" sldId="318"/>
        </pc:sldMkLst>
      </pc:sldChg>
      <pc:sldChg chg="addSp delSp modSp new">
        <pc:chgData name="Deborah Shaw" userId="S::deborah_shaw@wycliffeassociates.org::79bf7848-a030-4096-934a-3abbfde4984a" providerId="AD" clId="Web-{C4B35F03-4423-D4CB-8B14-74B125B5720A}" dt="2023-12-19T04:54:09.711" v="54" actId="1076"/>
        <pc:sldMkLst>
          <pc:docMk/>
          <pc:sldMk cId="4279245420" sldId="319"/>
        </pc:sldMkLst>
      </pc:sldChg>
      <pc:sldMasterChg chg="add addSldLayout">
        <pc:chgData name="Deborah Shaw" userId="S::deborah_shaw@wycliffeassociates.org::79bf7848-a030-4096-934a-3abbfde4984a" providerId="AD" clId="Web-{C4B35F03-4423-D4CB-8B14-74B125B5720A}" dt="2023-12-19T04:48:20.205" v="0"/>
        <pc:sldMasterMkLst>
          <pc:docMk/>
          <pc:sldMasterMk cId="2245449552" sldId="2147483665"/>
        </pc:sldMasterMkLst>
        <pc:sldLayoutChg chg="add">
          <pc:chgData name="Deborah Shaw" userId="S::deborah_shaw@wycliffeassociates.org::79bf7848-a030-4096-934a-3abbfde4984a" providerId="AD" clId="Web-{C4B35F03-4423-D4CB-8B14-74B125B5720A}" dt="2023-12-19T04:48:20.205" v="0"/>
          <pc:sldLayoutMkLst>
            <pc:docMk/>
            <pc:sldMasterMk cId="2245449552" sldId="2147483665"/>
            <pc:sldLayoutMk cId="982179255" sldId="2147483666"/>
          </pc:sldLayoutMkLst>
        </pc:sldLayoutChg>
      </pc:sldMasterChg>
    </pc:docChg>
  </pc:docChgLst>
  <pc:docChgLst>
    <pc:chgData name="Deborah Shaw" userId="79bf7848-a030-4096-934a-3abbfde4984a" providerId="ADAL" clId="{6764F0C3-47D0-4679-9B7E-EB4498BD2962}"/>
    <pc:docChg chg="undo custSel addSld delSld modSld">
      <pc:chgData name="Deborah Shaw" userId="79bf7848-a030-4096-934a-3abbfde4984a" providerId="ADAL" clId="{6764F0C3-47D0-4679-9B7E-EB4498BD2962}" dt="2025-08-12T18:49:10.084" v="60" actId="2890"/>
      <pc:docMkLst>
        <pc:docMk/>
      </pc:docMkLst>
      <pc:sldChg chg="addSp modSp mod">
        <pc:chgData name="Deborah Shaw" userId="79bf7848-a030-4096-934a-3abbfde4984a" providerId="ADAL" clId="{6764F0C3-47D0-4679-9B7E-EB4498BD2962}" dt="2025-08-12T18:48:58.254" v="58" actId="122"/>
        <pc:sldMkLst>
          <pc:docMk/>
          <pc:sldMk cId="1097191094" sldId="300"/>
        </pc:sldMkLst>
        <pc:spChg chg="add mod">
          <ac:chgData name="Deborah Shaw" userId="79bf7848-a030-4096-934a-3abbfde4984a" providerId="ADAL" clId="{6764F0C3-47D0-4679-9B7E-EB4498BD2962}" dt="2025-08-12T18:48:40.426" v="55" actId="1076"/>
          <ac:spMkLst>
            <pc:docMk/>
            <pc:sldMk cId="1097191094" sldId="300"/>
            <ac:spMk id="3" creationId="{7CE14384-1BF9-9449-7765-BD83581BC394}"/>
          </ac:spMkLst>
        </pc:spChg>
        <pc:spChg chg="add mod">
          <ac:chgData name="Deborah Shaw" userId="79bf7848-a030-4096-934a-3abbfde4984a" providerId="ADAL" clId="{6764F0C3-47D0-4679-9B7E-EB4498BD2962}" dt="2025-08-12T18:48:40.426" v="55" actId="1076"/>
          <ac:spMkLst>
            <pc:docMk/>
            <pc:sldMk cId="1097191094" sldId="300"/>
            <ac:spMk id="4" creationId="{B37E85B0-EDD9-8F74-8A62-38CDBF16D071}"/>
          </ac:spMkLst>
        </pc:spChg>
        <pc:spChg chg="mod">
          <ac:chgData name="Deborah Shaw" userId="79bf7848-a030-4096-934a-3abbfde4984a" providerId="ADAL" clId="{6764F0C3-47D0-4679-9B7E-EB4498BD2962}" dt="2025-08-12T18:48:40.426" v="55" actId="1076"/>
          <ac:spMkLst>
            <pc:docMk/>
            <pc:sldMk cId="1097191094" sldId="300"/>
            <ac:spMk id="37" creationId="{9CDA5F3C-8FC6-49DA-7083-BC4BF1A3293A}"/>
          </ac:spMkLst>
        </pc:spChg>
        <pc:spChg chg="mod">
          <ac:chgData name="Deborah Shaw" userId="79bf7848-a030-4096-934a-3abbfde4984a" providerId="ADAL" clId="{6764F0C3-47D0-4679-9B7E-EB4498BD2962}" dt="2025-08-12T18:48:40.426" v="55" actId="1076"/>
          <ac:spMkLst>
            <pc:docMk/>
            <pc:sldMk cId="1097191094" sldId="300"/>
            <ac:spMk id="38" creationId="{1BBA7A68-AEE4-2088-5A40-ABF18F6BAD0C}"/>
          </ac:spMkLst>
        </pc:spChg>
        <pc:spChg chg="mod">
          <ac:chgData name="Deborah Shaw" userId="79bf7848-a030-4096-934a-3abbfde4984a" providerId="ADAL" clId="{6764F0C3-47D0-4679-9B7E-EB4498BD2962}" dt="2025-08-12T18:48:58.254" v="58" actId="122"/>
          <ac:spMkLst>
            <pc:docMk/>
            <pc:sldMk cId="1097191094" sldId="300"/>
            <ac:spMk id="41" creationId="{324BEBC4-EB2D-8794-7A09-C53A1507B6B1}"/>
          </ac:spMkLst>
        </pc:spChg>
        <pc:picChg chg="add mod">
          <ac:chgData name="Deborah Shaw" userId="79bf7848-a030-4096-934a-3abbfde4984a" providerId="ADAL" clId="{6764F0C3-47D0-4679-9B7E-EB4498BD2962}" dt="2025-08-12T18:48:40.426" v="55" actId="1076"/>
          <ac:picMkLst>
            <pc:docMk/>
            <pc:sldMk cId="1097191094" sldId="300"/>
            <ac:picMk id="5" creationId="{F8221E3D-4ED8-54BE-6035-404BEC0F95EE}"/>
          </ac:picMkLst>
        </pc:picChg>
        <pc:picChg chg="mod">
          <ac:chgData name="Deborah Shaw" userId="79bf7848-a030-4096-934a-3abbfde4984a" providerId="ADAL" clId="{6764F0C3-47D0-4679-9B7E-EB4498BD2962}" dt="2025-08-12T18:48:40.426" v="55" actId="1076"/>
          <ac:picMkLst>
            <pc:docMk/>
            <pc:sldMk cId="1097191094" sldId="300"/>
            <ac:picMk id="35" creationId="{BE283DEB-0C48-0AA9-0FF8-8670EBD6B301}"/>
          </ac:picMkLst>
        </pc:picChg>
        <pc:picChg chg="mod">
          <ac:chgData name="Deborah Shaw" userId="79bf7848-a030-4096-934a-3abbfde4984a" providerId="ADAL" clId="{6764F0C3-47D0-4679-9B7E-EB4498BD2962}" dt="2025-08-12T18:48:40.426" v="55" actId="1076"/>
          <ac:picMkLst>
            <pc:docMk/>
            <pc:sldMk cId="1097191094" sldId="300"/>
            <ac:picMk id="36" creationId="{ABF33F49-1316-1E62-8516-E4411A46318D}"/>
          </ac:picMkLst>
        </pc:picChg>
        <pc:picChg chg="mod">
          <ac:chgData name="Deborah Shaw" userId="79bf7848-a030-4096-934a-3abbfde4984a" providerId="ADAL" clId="{6764F0C3-47D0-4679-9B7E-EB4498BD2962}" dt="2025-08-12T18:48:49.692" v="56" actId="1076"/>
          <ac:picMkLst>
            <pc:docMk/>
            <pc:sldMk cId="1097191094" sldId="300"/>
            <ac:picMk id="40" creationId="{00349704-1FE9-8F41-9681-DD49C4987603}"/>
          </ac:picMkLst>
        </pc:picChg>
      </pc:sldChg>
      <pc:sldChg chg="add del">
        <pc:chgData name="Deborah Shaw" userId="79bf7848-a030-4096-934a-3abbfde4984a" providerId="ADAL" clId="{6764F0C3-47D0-4679-9B7E-EB4498BD2962}" dt="2025-08-12T18:49:10.084" v="60" actId="2890"/>
        <pc:sldMkLst>
          <pc:docMk/>
          <pc:sldMk cId="260117712" sldId="32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8/12/2025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5D7C9E-35D9-4D05-A3C8-EB7FE07A4C81}" type="slidenum">
              <a:rPr lang="en-US" smtClean="0"/>
              <a:t>2</a:t>
            </a:fld>
            <a:endParaRPr lang="en-US"/>
          </a:p>
        </p:txBody>
      </p:sp>
    </p:spTree>
    <p:extLst>
      <p:ext uri="{BB962C8B-B14F-4D97-AF65-F5344CB8AC3E}">
        <p14:creationId xmlns:p14="http://schemas.microsoft.com/office/powerpoint/2010/main" val="347292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5D7C9E-35D9-4D05-A3C8-EB7FE07A4C81}" type="slidenum">
              <a:rPr lang="en-US" smtClean="0"/>
              <a:t>3</a:t>
            </a:fld>
            <a:endParaRPr lang="en-US"/>
          </a:p>
        </p:txBody>
      </p:sp>
    </p:spTree>
    <p:extLst>
      <p:ext uri="{BB962C8B-B14F-4D97-AF65-F5344CB8AC3E}">
        <p14:creationId xmlns:p14="http://schemas.microsoft.com/office/powerpoint/2010/main" val="3970577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8/12/2025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6" r:id="rId1"/>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342BB-B465-1A3D-28BC-F5045ABD0A0E}"/>
              </a:ext>
            </a:extLst>
          </p:cNvPr>
          <p:cNvPicPr>
            <a:picLocks noChangeAspect="1"/>
          </p:cNvPicPr>
          <p:nvPr/>
        </p:nvPicPr>
        <p:blipFill rotWithShape="1">
          <a:blip r:embed="rId2">
            <a:extLst>
              <a:ext uri="{28A0092B-C50C-407E-A947-70E740481C1C}">
                <a14:useLocalDpi xmlns:a14="http://schemas.microsoft.com/office/drawing/2010/main" val="0"/>
              </a:ext>
            </a:extLst>
          </a:blip>
          <a:srcRect t="5444" b="13994"/>
          <a:stretch/>
        </p:blipFill>
        <p:spPr>
          <a:xfrm>
            <a:off x="20" y="146817"/>
            <a:ext cx="9143980" cy="3511365"/>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117E80A5-0A88-072D-D373-1B79DB1B2DCA}"/>
              </a:ext>
            </a:extLst>
          </p:cNvPr>
          <p:cNvSpPr>
            <a:spLocks noGrp="1"/>
          </p:cNvSpPr>
          <p:nvPr>
            <p:ph idx="1"/>
          </p:nvPr>
        </p:nvSpPr>
        <p:spPr>
          <a:xfrm>
            <a:off x="3040035" y="3658183"/>
            <a:ext cx="5958629" cy="2851456"/>
          </a:xfrm>
        </p:spPr>
        <p:txBody>
          <a:bodyPr anchor="ctr">
            <a:normAutofit fontScale="77500" lnSpcReduction="20000"/>
          </a:bodyPr>
          <a:lstStyle/>
          <a:p>
            <a:pPr marL="0" marR="0" indent="0" fontAlgn="base">
              <a:spcBef>
                <a:spcPts val="0"/>
              </a:spcBef>
              <a:spcAft>
                <a:spcPts val="0"/>
              </a:spcAft>
              <a:buNone/>
            </a:pPr>
            <a:r>
              <a:rPr lang="en-US" sz="2600" dirty="0">
                <a:solidFill>
                  <a:schemeClr val="accent1">
                    <a:lumMod val="50000"/>
                  </a:schemeClr>
                </a:solidFill>
                <a:effectLst/>
                <a:latin typeface="Arial" panose="020B0604020202020204" pitchFamily="34" charset="0"/>
                <a:ea typeface="Arial" panose="020B0604020202020204" pitchFamily="34" charset="0"/>
              </a:rPr>
              <a:t>Now these people were more noble than those in Thessalonica, for they received the word with all readiness of mind, examining the scriptures daily to see whether these things were so (Acts 17:11). </a:t>
            </a:r>
          </a:p>
          <a:p>
            <a:pPr marL="0" marR="0" indent="0" fontAlgn="base">
              <a:spcBef>
                <a:spcPts val="0"/>
              </a:spcBef>
              <a:spcAft>
                <a:spcPts val="0"/>
              </a:spcAft>
              <a:buNone/>
            </a:pPr>
            <a:endParaRPr lang="en-US" sz="2600" dirty="0">
              <a:solidFill>
                <a:schemeClr val="accent1">
                  <a:lumMod val="50000"/>
                </a:schemeClr>
              </a:solidFill>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r>
              <a:rPr lang="en-US" sz="2600" dirty="0">
                <a:solidFill>
                  <a:schemeClr val="accent1">
                    <a:lumMod val="50000"/>
                  </a:schemeClr>
                </a:solidFill>
                <a:effectLst/>
                <a:latin typeface="Arial" panose="020B0604020202020204" pitchFamily="34" charset="0"/>
                <a:ea typeface="Arial" panose="020B0604020202020204" pitchFamily="34" charset="0"/>
              </a:rPr>
              <a:t>Beloved, do not believe every spirit. Instead, test the spirits to see whether they are from God, because many false prophets have gone out into the world (1 John 4:1). </a:t>
            </a:r>
            <a:endParaRPr lang="en-US" sz="2600" dirty="0">
              <a:solidFill>
                <a:schemeClr val="accent1">
                  <a:lumMod val="50000"/>
                </a:schemeClr>
              </a:solidFill>
              <a:effectLst/>
              <a:latin typeface="Calibri"/>
              <a:ea typeface="Times New Roman" panose="02020603050405020304" pitchFamily="18" charset="0"/>
            </a:endParaRPr>
          </a:p>
          <a:p>
            <a:pPr marL="0" marR="0" indent="0" fontAlgn="base">
              <a:spcBef>
                <a:spcPts val="0"/>
              </a:spcBef>
              <a:spcAft>
                <a:spcPts val="0"/>
              </a:spcAft>
              <a:buNone/>
            </a:pPr>
            <a:endParaRPr lang="en-US" sz="1600" dirty="0">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r>
              <a:rPr lang="en-US" sz="1600" dirty="0">
                <a:latin typeface="Calibri"/>
                <a:ea typeface="Times New Roman" panose="02020603050405020304" pitchFamily="18" charset="0"/>
                <a:cs typeface="Arial"/>
              </a:rPr>
              <a:t>All Scripture taken from the English Unlocked Literal Bible (ULB), ©2017, 2022 Wycliffe Associates, Available at https://bibleineverylanguage.org/translations, licensed under the Creative Commons Attribution-</a:t>
            </a:r>
            <a:r>
              <a:rPr lang="en-US" sz="1600" dirty="0" err="1">
                <a:latin typeface="Calibri"/>
                <a:ea typeface="Times New Roman" panose="02020603050405020304" pitchFamily="18" charset="0"/>
                <a:cs typeface="Arial"/>
              </a:rPr>
              <a:t>ShareAlike</a:t>
            </a:r>
            <a:r>
              <a:rPr lang="en-US" sz="1600" dirty="0">
                <a:latin typeface="Calibri"/>
                <a:ea typeface="Times New Roman" panose="02020603050405020304" pitchFamily="18" charset="0"/>
                <a:cs typeface="Arial"/>
              </a:rPr>
              <a:t> 4.0 International License. </a:t>
            </a:r>
          </a:p>
          <a:p>
            <a:pPr marL="0" marR="0" indent="0" fontAlgn="base">
              <a:spcBef>
                <a:spcPts val="0"/>
              </a:spcBef>
              <a:spcAft>
                <a:spcPts val="0"/>
              </a:spcAft>
              <a:buNone/>
            </a:pPr>
            <a:r>
              <a:rPr lang="en-US" sz="1600" dirty="0">
                <a:latin typeface="Calibri"/>
                <a:ea typeface="Times New Roman" panose="02020603050405020304" pitchFamily="18" charset="0"/>
                <a:cs typeface="Arial"/>
              </a:rPr>
              <a:t>The English ULB is based on the </a:t>
            </a:r>
            <a:r>
              <a:rPr lang="en-US" sz="1600" dirty="0" err="1">
                <a:latin typeface="Calibri"/>
                <a:ea typeface="Times New Roman" panose="02020603050405020304" pitchFamily="18" charset="0"/>
                <a:cs typeface="Arial"/>
              </a:rPr>
              <a:t>unfoldingWord</a:t>
            </a:r>
            <a:r>
              <a:rPr lang="en-US" sz="1600" dirty="0">
                <a:latin typeface="Calibri"/>
                <a:ea typeface="Times New Roman" panose="02020603050405020304" pitchFamily="18" charset="0"/>
                <a:cs typeface="Arial"/>
              </a:rPr>
              <a:t>® Literal Text, CC BY-SA 4.0. The original work of the </a:t>
            </a:r>
            <a:r>
              <a:rPr lang="en-US" sz="1600" dirty="0" err="1">
                <a:latin typeface="Calibri"/>
                <a:ea typeface="Times New Roman" panose="02020603050405020304" pitchFamily="18" charset="0"/>
                <a:cs typeface="Arial"/>
              </a:rPr>
              <a:t>unfoldingWord</a:t>
            </a:r>
            <a:r>
              <a:rPr lang="en-US" sz="1600" dirty="0">
                <a:latin typeface="Calibri"/>
                <a:ea typeface="Times New Roman" panose="02020603050405020304" pitchFamily="18" charset="0"/>
                <a:cs typeface="Arial"/>
              </a:rPr>
              <a:t>® Literal Text is available at https://unfoldingword.bible/ult/.</a:t>
            </a:r>
          </a:p>
        </p:txBody>
      </p:sp>
      <p:sp>
        <p:nvSpPr>
          <p:cNvPr id="7" name="Rectangle 6">
            <a:extLst>
              <a:ext uri="{FF2B5EF4-FFF2-40B4-BE49-F238E27FC236}">
                <a16:creationId xmlns:a16="http://schemas.microsoft.com/office/drawing/2014/main" id="{6D1C5468-2E27-9AF9-E8A7-9D00C2F6695F}"/>
              </a:ext>
            </a:extLst>
          </p:cNvPr>
          <p:cNvSpPr/>
          <p:nvPr/>
        </p:nvSpPr>
        <p:spPr>
          <a:xfrm>
            <a:off x="0" y="4483746"/>
            <a:ext cx="3040036" cy="1200329"/>
          </a:xfrm>
          <a:prstGeom prst="rect">
            <a:avLst/>
          </a:prstGeom>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solidFill>
                  <a:srgbClr val="B95659"/>
                </a:solidFill>
                <a:latin typeface="Arial" panose="020B0604020202020204" pitchFamily="34" charset="0"/>
                <a:ea typeface="+mj-ea"/>
                <a:cs typeface="Arial" panose="020B0604020202020204" pitchFamily="34" charset="0"/>
              </a:rPr>
              <a:t>Quality Assessment</a:t>
            </a:r>
          </a:p>
        </p:txBody>
      </p:sp>
      <p:cxnSp>
        <p:nvCxnSpPr>
          <p:cNvPr id="8" name="Straight Arrow Connector 7">
            <a:extLst>
              <a:ext uri="{FF2B5EF4-FFF2-40B4-BE49-F238E27FC236}">
                <a16:creationId xmlns:a16="http://schemas.microsoft.com/office/drawing/2014/main" id="{A525E1EC-2B3D-B92F-74BA-AE9AEC3DD826}"/>
              </a:ext>
            </a:extLst>
          </p:cNvPr>
          <p:cNvCxnSpPr/>
          <p:nvPr/>
        </p:nvCxnSpPr>
        <p:spPr>
          <a:xfrm flipH="1">
            <a:off x="2964251" y="4020230"/>
            <a:ext cx="7549" cy="2246153"/>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10" name="Parallelogram 9">
            <a:extLst>
              <a:ext uri="{FF2B5EF4-FFF2-40B4-BE49-F238E27FC236}">
                <a16:creationId xmlns:a16="http://schemas.microsoft.com/office/drawing/2014/main" id="{8935C890-2269-E49E-86DF-C211A0DE5924}"/>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a:extLst>
              <a:ext uri="{FF2B5EF4-FFF2-40B4-BE49-F238E27FC236}">
                <a16:creationId xmlns:a16="http://schemas.microsoft.com/office/drawing/2014/main" id="{DDF8B0AC-4967-3644-B916-F6C2ECC53264}"/>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5AE8FE71-03A0-CB9B-C12A-D84F3A382A80}"/>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754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CAEE3-B199-4BB7-839B-708EAD1F92A8}"/>
              </a:ext>
            </a:extLst>
          </p:cNvPr>
          <p:cNvSpPr>
            <a:spLocks noGrp="1"/>
          </p:cNvSpPr>
          <p:nvPr>
            <p:ph type="title"/>
          </p:nvPr>
        </p:nvSpPr>
        <p:spPr/>
        <p:txBody>
          <a:bodyPr/>
          <a:lstStyle/>
          <a:p>
            <a:r>
              <a:rPr lang="en-US"/>
              <a:t>Is it ready?</a:t>
            </a:r>
          </a:p>
        </p:txBody>
      </p:sp>
      <p:sp>
        <p:nvSpPr>
          <p:cNvPr id="18" name="TextBox 17">
            <a:extLst>
              <a:ext uri="{FF2B5EF4-FFF2-40B4-BE49-F238E27FC236}">
                <a16:creationId xmlns:a16="http://schemas.microsoft.com/office/drawing/2014/main" id="{9C2A3FF4-442C-40D3-BCF9-CABEA8C0AB3E}"/>
              </a:ext>
            </a:extLst>
          </p:cNvPr>
          <p:cNvSpPr txBox="1"/>
          <p:nvPr/>
        </p:nvSpPr>
        <p:spPr>
          <a:xfrm>
            <a:off x="440414" y="1978879"/>
            <a:ext cx="1638301" cy="430887"/>
          </a:xfrm>
          <a:prstGeom prst="rect">
            <a:avLst/>
          </a:prstGeom>
          <a:noFill/>
        </p:spPr>
        <p:txBody>
          <a:bodyPr wrap="square" anchor="ctr">
            <a:spAutoFit/>
          </a:bodyPr>
          <a:lstStyle/>
          <a:p>
            <a:pPr algn="ctr"/>
            <a:r>
              <a:rPr lang="en-US" sz="2200" b="1">
                <a:solidFill>
                  <a:schemeClr val="bg1"/>
                </a:solidFill>
                <a:effectLst/>
                <a:latin typeface="Arial" panose="020B0604020202020204" pitchFamily="34" charset="0"/>
                <a:ea typeface="MS Mincho" panose="02020609040205080304" pitchFamily="49" charset="-128"/>
                <a:cs typeface="Times New Roman" panose="02020603050405020304" pitchFamily="18" charset="0"/>
              </a:rPr>
              <a:t>Self-edit</a:t>
            </a:r>
            <a:endParaRPr lang="en-US" sz="2200">
              <a:solidFill>
                <a:schemeClr val="bg1"/>
              </a:solidFill>
            </a:endParaRPr>
          </a:p>
        </p:txBody>
      </p:sp>
      <p:sp>
        <p:nvSpPr>
          <p:cNvPr id="19" name="TextBox 18">
            <a:extLst>
              <a:ext uri="{FF2B5EF4-FFF2-40B4-BE49-F238E27FC236}">
                <a16:creationId xmlns:a16="http://schemas.microsoft.com/office/drawing/2014/main" id="{0B11B60E-C6EC-48DA-B54A-D979E549268C}"/>
              </a:ext>
            </a:extLst>
          </p:cNvPr>
          <p:cNvSpPr txBox="1"/>
          <p:nvPr/>
        </p:nvSpPr>
        <p:spPr>
          <a:xfrm>
            <a:off x="2678335" y="1978879"/>
            <a:ext cx="1409701" cy="430887"/>
          </a:xfrm>
          <a:prstGeom prst="rect">
            <a:avLst/>
          </a:prstGeom>
          <a:noFill/>
        </p:spPr>
        <p:txBody>
          <a:bodyPr wrap="square" anchor="ctr">
            <a:spAutoFit/>
          </a:bodyPr>
          <a:lstStyle/>
          <a:p>
            <a:pPr algn="ctr"/>
            <a:r>
              <a:rPr lang="en-US" sz="2200" b="1">
                <a:solidFill>
                  <a:schemeClr val="bg1"/>
                </a:solidFill>
                <a:effectLst/>
                <a:latin typeface="Arial" panose="020B0604020202020204" pitchFamily="34" charset="0"/>
                <a:ea typeface="MS Mincho" panose="02020609040205080304" pitchFamily="49" charset="-128"/>
                <a:cs typeface="Times New Roman" panose="02020603050405020304" pitchFamily="18" charset="0"/>
              </a:rPr>
              <a:t>Peer-edit</a:t>
            </a:r>
            <a:endParaRPr lang="en-US" sz="2200">
              <a:solidFill>
                <a:schemeClr val="bg1"/>
              </a:solidFill>
            </a:endParaRPr>
          </a:p>
        </p:txBody>
      </p:sp>
      <p:sp>
        <p:nvSpPr>
          <p:cNvPr id="20" name="TextBox 19">
            <a:extLst>
              <a:ext uri="{FF2B5EF4-FFF2-40B4-BE49-F238E27FC236}">
                <a16:creationId xmlns:a16="http://schemas.microsoft.com/office/drawing/2014/main" id="{DBC1FFB7-EC76-4A1A-A7F7-4E96655B41B8}"/>
              </a:ext>
            </a:extLst>
          </p:cNvPr>
          <p:cNvSpPr txBox="1"/>
          <p:nvPr/>
        </p:nvSpPr>
        <p:spPr>
          <a:xfrm>
            <a:off x="4210056" y="1834029"/>
            <a:ext cx="2572652" cy="714236"/>
          </a:xfrm>
          <a:prstGeom prst="rect">
            <a:avLst/>
          </a:prstGeom>
          <a:noFill/>
        </p:spPr>
        <p:txBody>
          <a:bodyPr wrap="square" anchor="ctr">
            <a:spAutoFit/>
          </a:bodyPr>
          <a:lstStyle/>
          <a:p>
            <a:pPr algn="ctr">
              <a:lnSpc>
                <a:spcPts val="2400"/>
              </a:lnSpc>
            </a:pPr>
            <a:r>
              <a:rPr lang="en-US" sz="2200" b="1">
                <a:solidFill>
                  <a:schemeClr val="bg1"/>
                </a:solidFill>
                <a:effectLst/>
                <a:latin typeface="Arial" panose="020B0604020202020204" pitchFamily="34" charset="0"/>
                <a:ea typeface="MS Mincho" panose="02020609040205080304" pitchFamily="49" charset="-128"/>
                <a:cs typeface="Times New Roman" panose="02020603050405020304" pitchFamily="18" charset="0"/>
              </a:rPr>
              <a:t>Keyword</a:t>
            </a:r>
            <a:br>
              <a:rPr lang="en-US" sz="2200" b="1">
                <a:solidFill>
                  <a:schemeClr val="bg1"/>
                </a:solidFill>
                <a:effectLst/>
                <a:latin typeface="Arial" panose="020B0604020202020204" pitchFamily="34" charset="0"/>
                <a:ea typeface="MS Mincho" panose="02020609040205080304" pitchFamily="49" charset="-128"/>
                <a:cs typeface="Times New Roman" panose="02020603050405020304" pitchFamily="18" charset="0"/>
              </a:rPr>
            </a:br>
            <a:r>
              <a:rPr lang="en-US" sz="2200" b="1">
                <a:solidFill>
                  <a:schemeClr val="bg1"/>
                </a:solidFill>
                <a:effectLst/>
                <a:latin typeface="Arial" panose="020B0604020202020204" pitchFamily="34" charset="0"/>
                <a:ea typeface="MS Mincho" panose="02020609040205080304" pitchFamily="49" charset="-128"/>
                <a:cs typeface="Times New Roman" panose="02020603050405020304" pitchFamily="18" charset="0"/>
              </a:rPr>
              <a:t>Check</a:t>
            </a:r>
            <a:endParaRPr lang="en-US" sz="2200">
              <a:solidFill>
                <a:schemeClr val="bg1"/>
              </a:solidFill>
            </a:endParaRPr>
          </a:p>
        </p:txBody>
      </p:sp>
      <p:pic>
        <p:nvPicPr>
          <p:cNvPr id="4" name="Picture 3" descr="A group of people sitting around a table&#10;&#10;Description automatically generated">
            <a:extLst>
              <a:ext uri="{FF2B5EF4-FFF2-40B4-BE49-F238E27FC236}">
                <a16:creationId xmlns:a16="http://schemas.microsoft.com/office/drawing/2014/main" id="{B4B7A661-79F0-CC28-3527-954F2E0C96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3416" y="1049293"/>
            <a:ext cx="6917167" cy="5187875"/>
          </a:xfrm>
          <a:prstGeom prst="rect">
            <a:avLst/>
          </a:prstGeom>
        </p:spPr>
      </p:pic>
    </p:spTree>
    <p:extLst>
      <p:ext uri="{BB962C8B-B14F-4D97-AF65-F5344CB8AC3E}">
        <p14:creationId xmlns:p14="http://schemas.microsoft.com/office/powerpoint/2010/main" val="1984317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CAEE3-B199-4BB7-839B-708EAD1F92A8}"/>
              </a:ext>
            </a:extLst>
          </p:cNvPr>
          <p:cNvSpPr>
            <a:spLocks noGrp="1"/>
          </p:cNvSpPr>
          <p:nvPr>
            <p:ph type="title"/>
          </p:nvPr>
        </p:nvSpPr>
        <p:spPr/>
        <p:txBody>
          <a:bodyPr/>
          <a:lstStyle/>
          <a:p>
            <a:r>
              <a:rPr lang="en-US"/>
              <a:t>Is it ready?</a:t>
            </a:r>
          </a:p>
        </p:txBody>
      </p:sp>
      <p:sp>
        <p:nvSpPr>
          <p:cNvPr id="18" name="TextBox 17">
            <a:extLst>
              <a:ext uri="{FF2B5EF4-FFF2-40B4-BE49-F238E27FC236}">
                <a16:creationId xmlns:a16="http://schemas.microsoft.com/office/drawing/2014/main" id="{9C2A3FF4-442C-40D3-BCF9-CABEA8C0AB3E}"/>
              </a:ext>
            </a:extLst>
          </p:cNvPr>
          <p:cNvSpPr txBox="1"/>
          <p:nvPr/>
        </p:nvSpPr>
        <p:spPr>
          <a:xfrm>
            <a:off x="440414" y="1978879"/>
            <a:ext cx="1638301" cy="430887"/>
          </a:xfrm>
          <a:prstGeom prst="rect">
            <a:avLst/>
          </a:prstGeom>
          <a:noFill/>
        </p:spPr>
        <p:txBody>
          <a:bodyPr wrap="square" anchor="ctr">
            <a:spAutoFit/>
          </a:bodyPr>
          <a:lstStyle/>
          <a:p>
            <a:pPr algn="ctr"/>
            <a:r>
              <a:rPr lang="en-US" sz="2200" b="1">
                <a:solidFill>
                  <a:schemeClr val="bg1"/>
                </a:solidFill>
                <a:effectLst/>
                <a:latin typeface="Arial" panose="020B0604020202020204" pitchFamily="34" charset="0"/>
                <a:ea typeface="MS Mincho" panose="02020609040205080304" pitchFamily="49" charset="-128"/>
                <a:cs typeface="Times New Roman" panose="02020603050405020304" pitchFamily="18" charset="0"/>
              </a:rPr>
              <a:t>Self-edit</a:t>
            </a:r>
            <a:endParaRPr lang="en-US" sz="2200">
              <a:solidFill>
                <a:schemeClr val="bg1"/>
              </a:solidFill>
            </a:endParaRPr>
          </a:p>
        </p:txBody>
      </p:sp>
      <p:sp>
        <p:nvSpPr>
          <p:cNvPr id="19" name="TextBox 18">
            <a:extLst>
              <a:ext uri="{FF2B5EF4-FFF2-40B4-BE49-F238E27FC236}">
                <a16:creationId xmlns:a16="http://schemas.microsoft.com/office/drawing/2014/main" id="{0B11B60E-C6EC-48DA-B54A-D979E549268C}"/>
              </a:ext>
            </a:extLst>
          </p:cNvPr>
          <p:cNvSpPr txBox="1"/>
          <p:nvPr/>
        </p:nvSpPr>
        <p:spPr>
          <a:xfrm>
            <a:off x="2678335" y="1978879"/>
            <a:ext cx="1409701" cy="430887"/>
          </a:xfrm>
          <a:prstGeom prst="rect">
            <a:avLst/>
          </a:prstGeom>
          <a:noFill/>
        </p:spPr>
        <p:txBody>
          <a:bodyPr wrap="square" anchor="ctr">
            <a:spAutoFit/>
          </a:bodyPr>
          <a:lstStyle/>
          <a:p>
            <a:pPr algn="ctr"/>
            <a:r>
              <a:rPr lang="en-US" sz="2200" b="1">
                <a:solidFill>
                  <a:schemeClr val="bg1"/>
                </a:solidFill>
                <a:effectLst/>
                <a:latin typeface="Arial" panose="020B0604020202020204" pitchFamily="34" charset="0"/>
                <a:ea typeface="MS Mincho" panose="02020609040205080304" pitchFamily="49" charset="-128"/>
                <a:cs typeface="Times New Roman" panose="02020603050405020304" pitchFamily="18" charset="0"/>
              </a:rPr>
              <a:t>Peer-edit</a:t>
            </a:r>
            <a:endParaRPr lang="en-US" sz="2200">
              <a:solidFill>
                <a:schemeClr val="bg1"/>
              </a:solidFill>
            </a:endParaRPr>
          </a:p>
        </p:txBody>
      </p:sp>
      <p:sp>
        <p:nvSpPr>
          <p:cNvPr id="20" name="TextBox 19">
            <a:extLst>
              <a:ext uri="{FF2B5EF4-FFF2-40B4-BE49-F238E27FC236}">
                <a16:creationId xmlns:a16="http://schemas.microsoft.com/office/drawing/2014/main" id="{DBC1FFB7-EC76-4A1A-A7F7-4E96655B41B8}"/>
              </a:ext>
            </a:extLst>
          </p:cNvPr>
          <p:cNvSpPr txBox="1"/>
          <p:nvPr/>
        </p:nvSpPr>
        <p:spPr>
          <a:xfrm>
            <a:off x="4210056" y="1834029"/>
            <a:ext cx="2572652" cy="714236"/>
          </a:xfrm>
          <a:prstGeom prst="rect">
            <a:avLst/>
          </a:prstGeom>
          <a:noFill/>
        </p:spPr>
        <p:txBody>
          <a:bodyPr wrap="square" anchor="ctr">
            <a:spAutoFit/>
          </a:bodyPr>
          <a:lstStyle/>
          <a:p>
            <a:pPr algn="ctr">
              <a:lnSpc>
                <a:spcPts val="2400"/>
              </a:lnSpc>
            </a:pPr>
            <a:r>
              <a:rPr lang="en-US" sz="2200" b="1">
                <a:solidFill>
                  <a:schemeClr val="bg1"/>
                </a:solidFill>
                <a:effectLst/>
                <a:latin typeface="Arial" panose="020B0604020202020204" pitchFamily="34" charset="0"/>
                <a:ea typeface="MS Mincho" panose="02020609040205080304" pitchFamily="49" charset="-128"/>
                <a:cs typeface="Times New Roman" panose="02020603050405020304" pitchFamily="18" charset="0"/>
              </a:rPr>
              <a:t>Keyword</a:t>
            </a:r>
            <a:br>
              <a:rPr lang="en-US" sz="2200" b="1">
                <a:solidFill>
                  <a:schemeClr val="bg1"/>
                </a:solidFill>
                <a:effectLst/>
                <a:latin typeface="Arial" panose="020B0604020202020204" pitchFamily="34" charset="0"/>
                <a:ea typeface="MS Mincho" panose="02020609040205080304" pitchFamily="49" charset="-128"/>
                <a:cs typeface="Times New Roman" panose="02020603050405020304" pitchFamily="18" charset="0"/>
              </a:rPr>
            </a:br>
            <a:r>
              <a:rPr lang="en-US" sz="2200" b="1">
                <a:solidFill>
                  <a:schemeClr val="bg1"/>
                </a:solidFill>
                <a:effectLst/>
                <a:latin typeface="Arial" panose="020B0604020202020204" pitchFamily="34" charset="0"/>
                <a:ea typeface="MS Mincho" panose="02020609040205080304" pitchFamily="49" charset="-128"/>
                <a:cs typeface="Times New Roman" panose="02020603050405020304" pitchFamily="18" charset="0"/>
              </a:rPr>
              <a:t>Check</a:t>
            </a:r>
            <a:endParaRPr lang="en-US" sz="2200">
              <a:solidFill>
                <a:schemeClr val="bg1"/>
              </a:solidFill>
            </a:endParaRPr>
          </a:p>
        </p:txBody>
      </p:sp>
      <p:pic>
        <p:nvPicPr>
          <p:cNvPr id="29" name="Picture 28" descr="Text, letter&#10;&#10;Description automatically generated">
            <a:extLst>
              <a:ext uri="{FF2B5EF4-FFF2-40B4-BE49-F238E27FC236}">
                <a16:creationId xmlns:a16="http://schemas.microsoft.com/office/drawing/2014/main" id="{34A9DCF4-04A6-BFB9-FBEE-EB4906B1F6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2361" y="1432068"/>
            <a:ext cx="3690589" cy="2229731"/>
          </a:xfrm>
          <a:prstGeom prst="roundRect">
            <a:avLst/>
          </a:prstGeom>
          <a:ln w="57150">
            <a:solidFill>
              <a:srgbClr val="83A83F"/>
            </a:solidFill>
          </a:ln>
        </p:spPr>
      </p:pic>
      <p:pic>
        <p:nvPicPr>
          <p:cNvPr id="30" name="Picture 29">
            <a:extLst>
              <a:ext uri="{FF2B5EF4-FFF2-40B4-BE49-F238E27FC236}">
                <a16:creationId xmlns:a16="http://schemas.microsoft.com/office/drawing/2014/main" id="{85652EDF-4411-1BB7-CF12-953857E2CA3E}"/>
              </a:ext>
            </a:extLst>
          </p:cNvPr>
          <p:cNvPicPr>
            <a:picLocks noChangeAspect="1"/>
          </p:cNvPicPr>
          <p:nvPr/>
        </p:nvPicPr>
        <p:blipFill>
          <a:blip r:embed="rId4">
            <a:duotone>
              <a:prstClr val="black"/>
              <a:schemeClr val="accent3">
                <a:tint val="45000"/>
                <a:satMod val="400000"/>
              </a:schemeClr>
            </a:duotone>
            <a:extLst>
              <a:ext uri="{28A0092B-C50C-407E-A947-70E740481C1C}">
                <a14:useLocalDpi xmlns:a14="http://schemas.microsoft.com/office/drawing/2010/main" val="0"/>
              </a:ext>
            </a:extLst>
          </a:blip>
          <a:srcRect/>
          <a:stretch/>
        </p:blipFill>
        <p:spPr>
          <a:xfrm>
            <a:off x="628650" y="4138071"/>
            <a:ext cx="2672573" cy="1716925"/>
          </a:xfrm>
          <a:prstGeom prst="rect">
            <a:avLst/>
          </a:prstGeom>
          <a:ln>
            <a:solidFill>
              <a:schemeClr val="tx2">
                <a:lumMod val="60000"/>
                <a:lumOff val="40000"/>
              </a:schemeClr>
            </a:solidFill>
          </a:ln>
        </p:spPr>
      </p:pic>
      <p:sp>
        <p:nvSpPr>
          <p:cNvPr id="33" name="TextBox 32">
            <a:extLst>
              <a:ext uri="{FF2B5EF4-FFF2-40B4-BE49-F238E27FC236}">
                <a16:creationId xmlns:a16="http://schemas.microsoft.com/office/drawing/2014/main" id="{DC17D1E7-9279-E2A5-9F40-81C965BC94A6}"/>
              </a:ext>
            </a:extLst>
          </p:cNvPr>
          <p:cNvSpPr txBox="1"/>
          <p:nvPr/>
        </p:nvSpPr>
        <p:spPr>
          <a:xfrm>
            <a:off x="896076" y="5903221"/>
            <a:ext cx="2137719" cy="461665"/>
          </a:xfrm>
          <a:prstGeom prst="rect">
            <a:avLst/>
          </a:prstGeom>
          <a:noFill/>
        </p:spPr>
        <p:txBody>
          <a:bodyPr wrap="square" rtlCol="0">
            <a:spAutoFit/>
          </a:bodyPr>
          <a:lstStyle/>
          <a:p>
            <a:r>
              <a:rPr lang="en-US" sz="2400" b="1"/>
              <a:t>Local Church</a:t>
            </a:r>
          </a:p>
        </p:txBody>
      </p:sp>
      <p:pic>
        <p:nvPicPr>
          <p:cNvPr id="34" name="Picture 33">
            <a:extLst>
              <a:ext uri="{FF2B5EF4-FFF2-40B4-BE49-F238E27FC236}">
                <a16:creationId xmlns:a16="http://schemas.microsoft.com/office/drawing/2014/main" id="{3DDC4ECF-F35D-C3F9-A186-A9EB2EF1598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2137" y="1676629"/>
            <a:ext cx="1855810" cy="1752371"/>
          </a:xfrm>
          <a:prstGeom prst="rect">
            <a:avLst/>
          </a:prstGeom>
          <a:effectLst>
            <a:glow rad="101600">
              <a:schemeClr val="bg1"/>
            </a:glow>
          </a:effectLst>
        </p:spPr>
      </p:pic>
      <p:pic>
        <p:nvPicPr>
          <p:cNvPr id="35" name="Picture 34">
            <a:extLst>
              <a:ext uri="{FF2B5EF4-FFF2-40B4-BE49-F238E27FC236}">
                <a16:creationId xmlns:a16="http://schemas.microsoft.com/office/drawing/2014/main" id="{BE283DEB-0C48-0AA9-0FF8-8670EBD6B3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59091" y="4452693"/>
            <a:ext cx="563907" cy="532476"/>
          </a:xfrm>
          <a:prstGeom prst="rect">
            <a:avLst/>
          </a:prstGeom>
          <a:effectLst>
            <a:glow rad="101600">
              <a:schemeClr val="bg1"/>
            </a:glow>
          </a:effectLst>
        </p:spPr>
      </p:pic>
      <p:pic>
        <p:nvPicPr>
          <p:cNvPr id="36" name="Picture 35">
            <a:extLst>
              <a:ext uri="{FF2B5EF4-FFF2-40B4-BE49-F238E27FC236}">
                <a16:creationId xmlns:a16="http://schemas.microsoft.com/office/drawing/2014/main" id="{ABF33F49-1316-1E62-8516-E4411A4631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5207" y="5016711"/>
            <a:ext cx="563907" cy="532476"/>
          </a:xfrm>
          <a:prstGeom prst="rect">
            <a:avLst/>
          </a:prstGeom>
          <a:effectLst>
            <a:glow rad="101600">
              <a:schemeClr val="bg1"/>
            </a:glow>
          </a:effectLst>
        </p:spPr>
      </p:pic>
      <p:sp>
        <p:nvSpPr>
          <p:cNvPr id="37" name="TextBox 36">
            <a:extLst>
              <a:ext uri="{FF2B5EF4-FFF2-40B4-BE49-F238E27FC236}">
                <a16:creationId xmlns:a16="http://schemas.microsoft.com/office/drawing/2014/main" id="{9CDA5F3C-8FC6-49DA-7083-BC4BF1A3293A}"/>
              </a:ext>
            </a:extLst>
          </p:cNvPr>
          <p:cNvSpPr txBox="1"/>
          <p:nvPr/>
        </p:nvSpPr>
        <p:spPr>
          <a:xfrm>
            <a:off x="4336952" y="4577543"/>
            <a:ext cx="1466680" cy="369332"/>
          </a:xfrm>
          <a:prstGeom prst="rect">
            <a:avLst/>
          </a:prstGeom>
          <a:noFill/>
        </p:spPr>
        <p:txBody>
          <a:bodyPr wrap="square" rtlCol="0">
            <a:spAutoFit/>
          </a:bodyPr>
          <a:lstStyle/>
          <a:p>
            <a:r>
              <a:rPr lang="en-US" b="1" dirty="0"/>
              <a:t>Accuracy</a:t>
            </a:r>
          </a:p>
        </p:txBody>
      </p:sp>
      <p:sp>
        <p:nvSpPr>
          <p:cNvPr id="38" name="TextBox 37">
            <a:extLst>
              <a:ext uri="{FF2B5EF4-FFF2-40B4-BE49-F238E27FC236}">
                <a16:creationId xmlns:a16="http://schemas.microsoft.com/office/drawing/2014/main" id="{1BBA7A68-AEE4-2088-5A40-ABF18F6BAD0C}"/>
              </a:ext>
            </a:extLst>
          </p:cNvPr>
          <p:cNvSpPr txBox="1"/>
          <p:nvPr/>
        </p:nvSpPr>
        <p:spPr>
          <a:xfrm>
            <a:off x="4336952" y="5211397"/>
            <a:ext cx="1631092" cy="369332"/>
          </a:xfrm>
          <a:prstGeom prst="rect">
            <a:avLst/>
          </a:prstGeom>
          <a:noFill/>
        </p:spPr>
        <p:txBody>
          <a:bodyPr wrap="square" rtlCol="0">
            <a:spAutoFit/>
          </a:bodyPr>
          <a:lstStyle/>
          <a:p>
            <a:r>
              <a:rPr lang="en-US" b="1" dirty="0"/>
              <a:t>Clarity</a:t>
            </a:r>
          </a:p>
        </p:txBody>
      </p:sp>
      <p:pic>
        <p:nvPicPr>
          <p:cNvPr id="40" name="Graphic 39" descr="Checklist outline">
            <a:extLst>
              <a:ext uri="{FF2B5EF4-FFF2-40B4-BE49-F238E27FC236}">
                <a16:creationId xmlns:a16="http://schemas.microsoft.com/office/drawing/2014/main" id="{00349704-1FE9-8F41-9681-DD49C498760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198873" y="3909877"/>
            <a:ext cx="1975384" cy="1975384"/>
          </a:xfrm>
          <a:prstGeom prst="rect">
            <a:avLst/>
          </a:prstGeom>
        </p:spPr>
      </p:pic>
      <p:sp>
        <p:nvSpPr>
          <p:cNvPr id="41" name="TextBox 40">
            <a:extLst>
              <a:ext uri="{FF2B5EF4-FFF2-40B4-BE49-F238E27FC236}">
                <a16:creationId xmlns:a16="http://schemas.microsoft.com/office/drawing/2014/main" id="{324BEBC4-EB2D-8794-7A09-C53A1507B6B1}"/>
              </a:ext>
            </a:extLst>
          </p:cNvPr>
          <p:cNvSpPr txBox="1"/>
          <p:nvPr/>
        </p:nvSpPr>
        <p:spPr>
          <a:xfrm>
            <a:off x="6532950" y="5885429"/>
            <a:ext cx="1338384" cy="400110"/>
          </a:xfrm>
          <a:prstGeom prst="rect">
            <a:avLst/>
          </a:prstGeom>
          <a:noFill/>
        </p:spPr>
        <p:txBody>
          <a:bodyPr wrap="square" rtlCol="0">
            <a:spAutoFit/>
          </a:bodyPr>
          <a:lstStyle/>
          <a:p>
            <a:pPr algn="ctr"/>
            <a:r>
              <a:rPr lang="en-US" sz="2000" b="1"/>
              <a:t>Standard</a:t>
            </a:r>
          </a:p>
        </p:txBody>
      </p:sp>
      <p:sp>
        <p:nvSpPr>
          <p:cNvPr id="3" name="TextBox 2">
            <a:extLst>
              <a:ext uri="{FF2B5EF4-FFF2-40B4-BE49-F238E27FC236}">
                <a16:creationId xmlns:a16="http://schemas.microsoft.com/office/drawing/2014/main" id="{7CE14384-1BF9-9449-7765-BD83581BC394}"/>
              </a:ext>
            </a:extLst>
          </p:cNvPr>
          <p:cNvSpPr txBox="1"/>
          <p:nvPr/>
        </p:nvSpPr>
        <p:spPr>
          <a:xfrm>
            <a:off x="4241044" y="3928603"/>
            <a:ext cx="1466680" cy="461665"/>
          </a:xfrm>
          <a:prstGeom prst="rect">
            <a:avLst/>
          </a:prstGeom>
          <a:noFill/>
        </p:spPr>
        <p:txBody>
          <a:bodyPr wrap="square" rtlCol="0">
            <a:spAutoFit/>
          </a:bodyPr>
          <a:lstStyle/>
          <a:p>
            <a:r>
              <a:rPr lang="en-US" sz="2400" b="1" u="sng" dirty="0"/>
              <a:t>Quality</a:t>
            </a:r>
          </a:p>
        </p:txBody>
      </p:sp>
      <p:sp>
        <p:nvSpPr>
          <p:cNvPr id="4" name="TextBox 3">
            <a:extLst>
              <a:ext uri="{FF2B5EF4-FFF2-40B4-BE49-F238E27FC236}">
                <a16:creationId xmlns:a16="http://schemas.microsoft.com/office/drawing/2014/main" id="{B37E85B0-EDD9-8F74-8A62-38CDBF16D071}"/>
              </a:ext>
            </a:extLst>
          </p:cNvPr>
          <p:cNvSpPr txBox="1"/>
          <p:nvPr/>
        </p:nvSpPr>
        <p:spPr>
          <a:xfrm>
            <a:off x="4336952" y="5775415"/>
            <a:ext cx="1631092" cy="369332"/>
          </a:xfrm>
          <a:prstGeom prst="rect">
            <a:avLst/>
          </a:prstGeom>
          <a:noFill/>
        </p:spPr>
        <p:txBody>
          <a:bodyPr wrap="square" rtlCol="0">
            <a:spAutoFit/>
          </a:bodyPr>
          <a:lstStyle/>
          <a:p>
            <a:r>
              <a:rPr lang="en-US" b="1"/>
              <a:t>Naturalness</a:t>
            </a:r>
          </a:p>
        </p:txBody>
      </p:sp>
      <p:pic>
        <p:nvPicPr>
          <p:cNvPr id="5" name="Picture 4">
            <a:extLst>
              <a:ext uri="{FF2B5EF4-FFF2-40B4-BE49-F238E27FC236}">
                <a16:creationId xmlns:a16="http://schemas.microsoft.com/office/drawing/2014/main" id="{F8221E3D-4ED8-54BE-6035-404BEC0F95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75008" y="5619023"/>
            <a:ext cx="563907" cy="532476"/>
          </a:xfrm>
          <a:prstGeom prst="rect">
            <a:avLst/>
          </a:prstGeom>
          <a:effectLst>
            <a:glow rad="101600">
              <a:schemeClr val="bg1"/>
            </a:glow>
          </a:effectLst>
        </p:spPr>
      </p:pic>
    </p:spTree>
    <p:extLst>
      <p:ext uri="{BB962C8B-B14F-4D97-AF65-F5344CB8AC3E}">
        <p14:creationId xmlns:p14="http://schemas.microsoft.com/office/powerpoint/2010/main" val="1097191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Text, letter&#10;&#10;Description automatically generated">
            <a:extLst>
              <a:ext uri="{FF2B5EF4-FFF2-40B4-BE49-F238E27FC236}">
                <a16:creationId xmlns:a16="http://schemas.microsoft.com/office/drawing/2014/main" id="{55DA3522-7C2A-5DA4-1A8B-0C0E9EBBE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1780" y="2214018"/>
            <a:ext cx="3536419" cy="2136587"/>
          </a:xfrm>
          <a:prstGeom prst="roundRect">
            <a:avLst/>
          </a:prstGeom>
          <a:ln w="57150">
            <a:solidFill>
              <a:srgbClr val="83A83F"/>
            </a:solidFill>
          </a:ln>
        </p:spPr>
      </p:pic>
      <p:pic>
        <p:nvPicPr>
          <p:cNvPr id="10" name="Picture 9">
            <a:extLst>
              <a:ext uri="{FF2B5EF4-FFF2-40B4-BE49-F238E27FC236}">
                <a16:creationId xmlns:a16="http://schemas.microsoft.com/office/drawing/2014/main" id="{8D762E9C-F08C-2F8A-E2FE-493D7EADF2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6253" y="2567705"/>
            <a:ext cx="1365421" cy="1289315"/>
          </a:xfrm>
          <a:prstGeom prst="rect">
            <a:avLst/>
          </a:prstGeom>
          <a:effectLst>
            <a:glow rad="101600">
              <a:schemeClr val="bg1"/>
            </a:glow>
          </a:effectLst>
        </p:spPr>
      </p:pic>
      <p:sp>
        <p:nvSpPr>
          <p:cNvPr id="16" name="Rectangle 15">
            <a:extLst>
              <a:ext uri="{FF2B5EF4-FFF2-40B4-BE49-F238E27FC236}">
                <a16:creationId xmlns:a16="http://schemas.microsoft.com/office/drawing/2014/main" id="{800CA832-4F4D-9888-3452-64DFDE867C2E}"/>
              </a:ext>
            </a:extLst>
          </p:cNvPr>
          <p:cNvSpPr/>
          <p:nvPr/>
        </p:nvSpPr>
        <p:spPr>
          <a:xfrm>
            <a:off x="1224861" y="1655244"/>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D9690595-F18E-01D4-9882-07B63913779E}"/>
              </a:ext>
            </a:extLst>
          </p:cNvPr>
          <p:cNvSpPr/>
          <p:nvPr/>
        </p:nvSpPr>
        <p:spPr>
          <a:xfrm>
            <a:off x="1239795" y="3227598"/>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C1500362-2F24-1AF0-F568-91312B0D0635}"/>
              </a:ext>
            </a:extLst>
          </p:cNvPr>
          <p:cNvSpPr/>
          <p:nvPr/>
        </p:nvSpPr>
        <p:spPr>
          <a:xfrm>
            <a:off x="1224861" y="4812867"/>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01E09CEA-BCB0-7D54-0EF6-07A60DADA1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7833" y="3297546"/>
            <a:ext cx="342908" cy="323795"/>
          </a:xfrm>
          <a:prstGeom prst="rect">
            <a:avLst/>
          </a:prstGeom>
          <a:effectLst>
            <a:glow rad="101600">
              <a:schemeClr val="bg1"/>
            </a:glow>
          </a:effectLst>
        </p:spPr>
      </p:pic>
      <p:pic>
        <p:nvPicPr>
          <p:cNvPr id="24" name="Picture 23">
            <a:extLst>
              <a:ext uri="{FF2B5EF4-FFF2-40B4-BE49-F238E27FC236}">
                <a16:creationId xmlns:a16="http://schemas.microsoft.com/office/drawing/2014/main" id="{5E5ABED2-5BA4-C54A-012B-9DAFA2C644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2899" y="1713375"/>
            <a:ext cx="342908" cy="323795"/>
          </a:xfrm>
          <a:prstGeom prst="rect">
            <a:avLst/>
          </a:prstGeom>
          <a:effectLst>
            <a:glow rad="101600">
              <a:schemeClr val="bg1"/>
            </a:glow>
          </a:effectLst>
        </p:spPr>
      </p:pic>
      <p:pic>
        <p:nvPicPr>
          <p:cNvPr id="25" name="Picture 24">
            <a:extLst>
              <a:ext uri="{FF2B5EF4-FFF2-40B4-BE49-F238E27FC236}">
                <a16:creationId xmlns:a16="http://schemas.microsoft.com/office/drawing/2014/main" id="{65572946-4A32-B99A-A8DF-D53B9391E9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2" y="4882815"/>
            <a:ext cx="342908" cy="323795"/>
          </a:xfrm>
          <a:prstGeom prst="rect">
            <a:avLst/>
          </a:prstGeom>
          <a:effectLst>
            <a:glow rad="101600">
              <a:schemeClr val="bg1"/>
            </a:glow>
          </a:effectLst>
        </p:spPr>
      </p:pic>
      <p:sp>
        <p:nvSpPr>
          <p:cNvPr id="26" name="TextBox 25">
            <a:extLst>
              <a:ext uri="{FF2B5EF4-FFF2-40B4-BE49-F238E27FC236}">
                <a16:creationId xmlns:a16="http://schemas.microsoft.com/office/drawing/2014/main" id="{072FC29B-0403-095E-67D8-B9D834DF622D}"/>
              </a:ext>
            </a:extLst>
          </p:cNvPr>
          <p:cNvSpPr txBox="1"/>
          <p:nvPr/>
        </p:nvSpPr>
        <p:spPr>
          <a:xfrm>
            <a:off x="1956486" y="1664245"/>
            <a:ext cx="2105736" cy="461665"/>
          </a:xfrm>
          <a:prstGeom prst="rect">
            <a:avLst/>
          </a:prstGeom>
          <a:noFill/>
        </p:spPr>
        <p:txBody>
          <a:bodyPr wrap="square" rtlCol="0">
            <a:spAutoFit/>
          </a:bodyPr>
          <a:lstStyle/>
          <a:p>
            <a:r>
              <a:rPr lang="en-US" sz="2400"/>
              <a:t>Qualities</a:t>
            </a:r>
          </a:p>
        </p:txBody>
      </p:sp>
      <p:sp>
        <p:nvSpPr>
          <p:cNvPr id="27" name="TextBox 26">
            <a:extLst>
              <a:ext uri="{FF2B5EF4-FFF2-40B4-BE49-F238E27FC236}">
                <a16:creationId xmlns:a16="http://schemas.microsoft.com/office/drawing/2014/main" id="{C757D08A-490F-208E-9956-8EA3619BFF75}"/>
              </a:ext>
            </a:extLst>
          </p:cNvPr>
          <p:cNvSpPr txBox="1"/>
          <p:nvPr/>
        </p:nvSpPr>
        <p:spPr>
          <a:xfrm>
            <a:off x="1956486" y="3265966"/>
            <a:ext cx="2105736" cy="461665"/>
          </a:xfrm>
          <a:prstGeom prst="rect">
            <a:avLst/>
          </a:prstGeom>
          <a:noFill/>
        </p:spPr>
        <p:txBody>
          <a:bodyPr wrap="square" rtlCol="0">
            <a:spAutoFit/>
          </a:bodyPr>
          <a:lstStyle/>
          <a:p>
            <a:r>
              <a:rPr lang="en-US" sz="2400"/>
              <a:t>Definitions</a:t>
            </a:r>
          </a:p>
        </p:txBody>
      </p:sp>
      <p:sp>
        <p:nvSpPr>
          <p:cNvPr id="28" name="TextBox 27">
            <a:extLst>
              <a:ext uri="{FF2B5EF4-FFF2-40B4-BE49-F238E27FC236}">
                <a16:creationId xmlns:a16="http://schemas.microsoft.com/office/drawing/2014/main" id="{2AEE9634-47C0-F6C7-882C-49D64823656F}"/>
              </a:ext>
            </a:extLst>
          </p:cNvPr>
          <p:cNvSpPr txBox="1"/>
          <p:nvPr/>
        </p:nvSpPr>
        <p:spPr>
          <a:xfrm>
            <a:off x="1956486" y="4813881"/>
            <a:ext cx="2105736" cy="461665"/>
          </a:xfrm>
          <a:prstGeom prst="rect">
            <a:avLst/>
          </a:prstGeom>
          <a:noFill/>
        </p:spPr>
        <p:txBody>
          <a:bodyPr wrap="square" rtlCol="0">
            <a:spAutoFit/>
          </a:bodyPr>
          <a:lstStyle/>
          <a:p>
            <a:r>
              <a:rPr lang="en-US" sz="2400"/>
              <a:t>Questions</a:t>
            </a:r>
          </a:p>
        </p:txBody>
      </p:sp>
      <p:sp>
        <p:nvSpPr>
          <p:cNvPr id="29" name="TextBox 28">
            <a:extLst>
              <a:ext uri="{FF2B5EF4-FFF2-40B4-BE49-F238E27FC236}">
                <a16:creationId xmlns:a16="http://schemas.microsoft.com/office/drawing/2014/main" id="{F432EF3C-1B69-D261-D5FB-5721691CAFC7}"/>
              </a:ext>
            </a:extLst>
          </p:cNvPr>
          <p:cNvSpPr txBox="1"/>
          <p:nvPr/>
        </p:nvSpPr>
        <p:spPr>
          <a:xfrm>
            <a:off x="1956486" y="2043263"/>
            <a:ext cx="2273644" cy="369332"/>
          </a:xfrm>
          <a:prstGeom prst="rect">
            <a:avLst/>
          </a:prstGeom>
          <a:noFill/>
        </p:spPr>
        <p:txBody>
          <a:bodyPr wrap="square" rtlCol="0">
            <a:spAutoFit/>
          </a:bodyPr>
          <a:lstStyle/>
          <a:p>
            <a:r>
              <a:rPr lang="en-US"/>
              <a:t>________________</a:t>
            </a:r>
          </a:p>
        </p:txBody>
      </p:sp>
      <p:sp>
        <p:nvSpPr>
          <p:cNvPr id="30" name="TextBox 29">
            <a:extLst>
              <a:ext uri="{FF2B5EF4-FFF2-40B4-BE49-F238E27FC236}">
                <a16:creationId xmlns:a16="http://schemas.microsoft.com/office/drawing/2014/main" id="{099841F3-9007-3351-BF35-09E09215E7A4}"/>
              </a:ext>
            </a:extLst>
          </p:cNvPr>
          <p:cNvSpPr txBox="1"/>
          <p:nvPr/>
        </p:nvSpPr>
        <p:spPr>
          <a:xfrm>
            <a:off x="1956486" y="5206813"/>
            <a:ext cx="2273644" cy="369332"/>
          </a:xfrm>
          <a:prstGeom prst="rect">
            <a:avLst/>
          </a:prstGeom>
          <a:noFill/>
        </p:spPr>
        <p:txBody>
          <a:bodyPr wrap="square" rtlCol="0">
            <a:spAutoFit/>
          </a:bodyPr>
          <a:lstStyle/>
          <a:p>
            <a:r>
              <a:rPr lang="en-US"/>
              <a:t>________________</a:t>
            </a:r>
          </a:p>
        </p:txBody>
      </p:sp>
      <p:sp>
        <p:nvSpPr>
          <p:cNvPr id="31" name="TextBox 30">
            <a:extLst>
              <a:ext uri="{FF2B5EF4-FFF2-40B4-BE49-F238E27FC236}">
                <a16:creationId xmlns:a16="http://schemas.microsoft.com/office/drawing/2014/main" id="{00B40B78-1C98-CB37-6B8B-69C6274C4433}"/>
              </a:ext>
            </a:extLst>
          </p:cNvPr>
          <p:cNvSpPr txBox="1"/>
          <p:nvPr/>
        </p:nvSpPr>
        <p:spPr>
          <a:xfrm>
            <a:off x="1956486" y="3635298"/>
            <a:ext cx="2273644" cy="369332"/>
          </a:xfrm>
          <a:prstGeom prst="rect">
            <a:avLst/>
          </a:prstGeom>
          <a:noFill/>
        </p:spPr>
        <p:txBody>
          <a:bodyPr wrap="square" rtlCol="0">
            <a:spAutoFit/>
          </a:bodyPr>
          <a:lstStyle/>
          <a:p>
            <a:r>
              <a:rPr lang="en-US"/>
              <a:t>________________</a:t>
            </a:r>
          </a:p>
        </p:txBody>
      </p:sp>
      <p:sp>
        <p:nvSpPr>
          <p:cNvPr id="32" name="TextBox 31">
            <a:extLst>
              <a:ext uri="{FF2B5EF4-FFF2-40B4-BE49-F238E27FC236}">
                <a16:creationId xmlns:a16="http://schemas.microsoft.com/office/drawing/2014/main" id="{457A6183-CDE6-39E8-F71D-7307AFD45A17}"/>
              </a:ext>
            </a:extLst>
          </p:cNvPr>
          <p:cNvSpPr txBox="1"/>
          <p:nvPr/>
        </p:nvSpPr>
        <p:spPr>
          <a:xfrm>
            <a:off x="1956486" y="2360490"/>
            <a:ext cx="2273644" cy="369332"/>
          </a:xfrm>
          <a:prstGeom prst="rect">
            <a:avLst/>
          </a:prstGeom>
          <a:noFill/>
        </p:spPr>
        <p:txBody>
          <a:bodyPr wrap="square" rtlCol="0">
            <a:spAutoFit/>
          </a:bodyPr>
          <a:lstStyle/>
          <a:p>
            <a:r>
              <a:rPr lang="en-US"/>
              <a:t>________________</a:t>
            </a:r>
          </a:p>
        </p:txBody>
      </p:sp>
      <p:sp>
        <p:nvSpPr>
          <p:cNvPr id="33" name="TextBox 32">
            <a:extLst>
              <a:ext uri="{FF2B5EF4-FFF2-40B4-BE49-F238E27FC236}">
                <a16:creationId xmlns:a16="http://schemas.microsoft.com/office/drawing/2014/main" id="{F05309B9-813B-D869-20A7-7AB4200F265A}"/>
              </a:ext>
            </a:extLst>
          </p:cNvPr>
          <p:cNvSpPr txBox="1"/>
          <p:nvPr/>
        </p:nvSpPr>
        <p:spPr>
          <a:xfrm>
            <a:off x="1956486" y="3966556"/>
            <a:ext cx="2273644" cy="369332"/>
          </a:xfrm>
          <a:prstGeom prst="rect">
            <a:avLst/>
          </a:prstGeom>
          <a:noFill/>
        </p:spPr>
        <p:txBody>
          <a:bodyPr wrap="square" rtlCol="0">
            <a:spAutoFit/>
          </a:bodyPr>
          <a:lstStyle/>
          <a:p>
            <a:r>
              <a:rPr lang="en-US"/>
              <a:t>________________</a:t>
            </a:r>
          </a:p>
        </p:txBody>
      </p:sp>
      <p:sp>
        <p:nvSpPr>
          <p:cNvPr id="34" name="TextBox 33">
            <a:extLst>
              <a:ext uri="{FF2B5EF4-FFF2-40B4-BE49-F238E27FC236}">
                <a16:creationId xmlns:a16="http://schemas.microsoft.com/office/drawing/2014/main" id="{FA1F52FD-8F05-DA23-1877-CC6A1DC499DD}"/>
              </a:ext>
            </a:extLst>
          </p:cNvPr>
          <p:cNvSpPr txBox="1"/>
          <p:nvPr/>
        </p:nvSpPr>
        <p:spPr>
          <a:xfrm>
            <a:off x="1956486" y="5534507"/>
            <a:ext cx="2273644" cy="369332"/>
          </a:xfrm>
          <a:prstGeom prst="rect">
            <a:avLst/>
          </a:prstGeom>
          <a:noFill/>
        </p:spPr>
        <p:txBody>
          <a:bodyPr wrap="square" rtlCol="0">
            <a:spAutoFit/>
          </a:bodyPr>
          <a:lstStyle/>
          <a:p>
            <a:r>
              <a:rPr lang="en-US"/>
              <a:t>________________</a:t>
            </a:r>
          </a:p>
        </p:txBody>
      </p:sp>
      <p:sp>
        <p:nvSpPr>
          <p:cNvPr id="35" name="TextBox 34">
            <a:extLst>
              <a:ext uri="{FF2B5EF4-FFF2-40B4-BE49-F238E27FC236}">
                <a16:creationId xmlns:a16="http://schemas.microsoft.com/office/drawing/2014/main" id="{4CB0BE9E-D74A-3DD2-97A0-47FAFB87E843}"/>
              </a:ext>
            </a:extLst>
          </p:cNvPr>
          <p:cNvSpPr txBox="1"/>
          <p:nvPr/>
        </p:nvSpPr>
        <p:spPr>
          <a:xfrm>
            <a:off x="1956486" y="2686060"/>
            <a:ext cx="2273644" cy="369332"/>
          </a:xfrm>
          <a:prstGeom prst="rect">
            <a:avLst/>
          </a:prstGeom>
          <a:noFill/>
        </p:spPr>
        <p:txBody>
          <a:bodyPr wrap="square" rtlCol="0">
            <a:spAutoFit/>
          </a:bodyPr>
          <a:lstStyle/>
          <a:p>
            <a:r>
              <a:rPr lang="en-US"/>
              <a:t>________________</a:t>
            </a:r>
          </a:p>
        </p:txBody>
      </p:sp>
      <p:sp>
        <p:nvSpPr>
          <p:cNvPr id="36" name="TextBox 35">
            <a:extLst>
              <a:ext uri="{FF2B5EF4-FFF2-40B4-BE49-F238E27FC236}">
                <a16:creationId xmlns:a16="http://schemas.microsoft.com/office/drawing/2014/main" id="{AB9C8293-EED3-D361-25FC-886D0677EF26}"/>
              </a:ext>
            </a:extLst>
          </p:cNvPr>
          <p:cNvSpPr txBox="1"/>
          <p:nvPr/>
        </p:nvSpPr>
        <p:spPr>
          <a:xfrm>
            <a:off x="1956486" y="5903839"/>
            <a:ext cx="2273644" cy="369332"/>
          </a:xfrm>
          <a:prstGeom prst="rect">
            <a:avLst/>
          </a:prstGeom>
          <a:noFill/>
        </p:spPr>
        <p:txBody>
          <a:bodyPr wrap="square" rtlCol="0">
            <a:spAutoFit/>
          </a:bodyPr>
          <a:lstStyle/>
          <a:p>
            <a:r>
              <a:rPr lang="en-US"/>
              <a:t>________________</a:t>
            </a:r>
          </a:p>
        </p:txBody>
      </p:sp>
      <p:sp>
        <p:nvSpPr>
          <p:cNvPr id="37" name="TextBox 36">
            <a:extLst>
              <a:ext uri="{FF2B5EF4-FFF2-40B4-BE49-F238E27FC236}">
                <a16:creationId xmlns:a16="http://schemas.microsoft.com/office/drawing/2014/main" id="{AAD41FFA-E9B0-F442-1A55-5C831263DE0B}"/>
              </a:ext>
            </a:extLst>
          </p:cNvPr>
          <p:cNvSpPr txBox="1"/>
          <p:nvPr/>
        </p:nvSpPr>
        <p:spPr>
          <a:xfrm>
            <a:off x="1956486" y="4315069"/>
            <a:ext cx="2273644" cy="369332"/>
          </a:xfrm>
          <a:prstGeom prst="rect">
            <a:avLst/>
          </a:prstGeom>
          <a:noFill/>
        </p:spPr>
        <p:txBody>
          <a:bodyPr wrap="square" rtlCol="0">
            <a:spAutoFit/>
          </a:bodyPr>
          <a:lstStyle/>
          <a:p>
            <a:r>
              <a:rPr lang="en-US"/>
              <a:t>________________</a:t>
            </a:r>
          </a:p>
        </p:txBody>
      </p:sp>
      <p:sp>
        <p:nvSpPr>
          <p:cNvPr id="38" name="Title 1">
            <a:extLst>
              <a:ext uri="{FF2B5EF4-FFF2-40B4-BE49-F238E27FC236}">
                <a16:creationId xmlns:a16="http://schemas.microsoft.com/office/drawing/2014/main" id="{2784E481-1DB4-2B06-DBA5-C52E9117930A}"/>
              </a:ext>
            </a:extLst>
          </p:cNvPr>
          <p:cNvSpPr>
            <a:spLocks noGrp="1"/>
          </p:cNvSpPr>
          <p:nvPr>
            <p:ph type="title"/>
          </p:nvPr>
        </p:nvSpPr>
        <p:spPr>
          <a:xfrm>
            <a:off x="628650" y="386512"/>
            <a:ext cx="7886700" cy="1325563"/>
          </a:xfrm>
        </p:spPr>
        <p:txBody>
          <a:bodyPr/>
          <a:lstStyle/>
          <a:p>
            <a:r>
              <a:rPr lang="en-US"/>
              <a:t>Quality Assessment Guide</a:t>
            </a:r>
          </a:p>
        </p:txBody>
      </p:sp>
      <p:sp>
        <p:nvSpPr>
          <p:cNvPr id="2" name="TextBox 1">
            <a:extLst>
              <a:ext uri="{FF2B5EF4-FFF2-40B4-BE49-F238E27FC236}">
                <a16:creationId xmlns:a16="http://schemas.microsoft.com/office/drawing/2014/main" id="{3A933760-CA5F-62C5-E3D5-562DB2C74049}"/>
              </a:ext>
            </a:extLst>
          </p:cNvPr>
          <p:cNvSpPr txBox="1"/>
          <p:nvPr/>
        </p:nvSpPr>
        <p:spPr>
          <a:xfrm>
            <a:off x="5608948" y="5576145"/>
            <a:ext cx="1189428" cy="369332"/>
          </a:xfrm>
          <a:prstGeom prst="rect">
            <a:avLst/>
          </a:prstGeom>
          <a:noFill/>
        </p:spPr>
        <p:txBody>
          <a:bodyPr wrap="none" rtlCol="0">
            <a:spAutoFit/>
          </a:bodyPr>
          <a:lstStyle/>
          <a:p>
            <a:r>
              <a:rPr lang="en-US"/>
              <a:t>Yes or No</a:t>
            </a:r>
          </a:p>
        </p:txBody>
      </p:sp>
    </p:spTree>
    <p:extLst>
      <p:ext uri="{BB962C8B-B14F-4D97-AF65-F5344CB8AC3E}">
        <p14:creationId xmlns:p14="http://schemas.microsoft.com/office/powerpoint/2010/main" val="1051157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Text, letter&#10;&#10;Description automatically generated">
            <a:extLst>
              <a:ext uri="{FF2B5EF4-FFF2-40B4-BE49-F238E27FC236}">
                <a16:creationId xmlns:a16="http://schemas.microsoft.com/office/drawing/2014/main" id="{55DA3522-7C2A-5DA4-1A8B-0C0E9EBBE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1258" y="1197147"/>
            <a:ext cx="2760463" cy="1667780"/>
          </a:xfrm>
          <a:prstGeom prst="roundRect">
            <a:avLst/>
          </a:prstGeom>
          <a:ln w="57150">
            <a:solidFill>
              <a:srgbClr val="83A83F"/>
            </a:solidFill>
          </a:ln>
        </p:spPr>
      </p:pic>
      <p:pic>
        <p:nvPicPr>
          <p:cNvPr id="10" name="Picture 9">
            <a:extLst>
              <a:ext uri="{FF2B5EF4-FFF2-40B4-BE49-F238E27FC236}">
                <a16:creationId xmlns:a16="http://schemas.microsoft.com/office/drawing/2014/main" id="{8D762E9C-F08C-2F8A-E2FE-493D7EADF2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5157" y="1350882"/>
            <a:ext cx="1365421" cy="1289315"/>
          </a:xfrm>
          <a:prstGeom prst="rect">
            <a:avLst/>
          </a:prstGeom>
          <a:effectLst>
            <a:glow rad="101600">
              <a:schemeClr val="bg1"/>
            </a:glow>
          </a:effectLst>
        </p:spPr>
      </p:pic>
      <p:sp>
        <p:nvSpPr>
          <p:cNvPr id="17" name="Rectangle 16">
            <a:extLst>
              <a:ext uri="{FF2B5EF4-FFF2-40B4-BE49-F238E27FC236}">
                <a16:creationId xmlns:a16="http://schemas.microsoft.com/office/drawing/2014/main" id="{D9690595-F18E-01D4-9882-07B63913779E}"/>
              </a:ext>
            </a:extLst>
          </p:cNvPr>
          <p:cNvSpPr/>
          <p:nvPr/>
        </p:nvSpPr>
        <p:spPr>
          <a:xfrm>
            <a:off x="3300850" y="2993612"/>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716557"/>
              </a:solidFill>
              <a:effectLst/>
              <a:uLnTx/>
              <a:uFillTx/>
              <a:latin typeface="Arial" panose="020B0604020202020204" pitchFamily="34" charset="0"/>
              <a:ea typeface="+mn-ea"/>
              <a:cs typeface="Arial" panose="020B0604020202020204" pitchFamily="34" charset="0"/>
            </a:endParaRPr>
          </a:p>
        </p:txBody>
      </p:sp>
      <p:sp>
        <p:nvSpPr>
          <p:cNvPr id="18" name="Rectangle 17">
            <a:extLst>
              <a:ext uri="{FF2B5EF4-FFF2-40B4-BE49-F238E27FC236}">
                <a16:creationId xmlns:a16="http://schemas.microsoft.com/office/drawing/2014/main" id="{C1500362-2F24-1AF0-F568-91312B0D0635}"/>
              </a:ext>
            </a:extLst>
          </p:cNvPr>
          <p:cNvSpPr/>
          <p:nvPr/>
        </p:nvSpPr>
        <p:spPr>
          <a:xfrm>
            <a:off x="6241325" y="3009529"/>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716557"/>
              </a:solidFill>
              <a:effectLst/>
              <a:uLnTx/>
              <a:uFillTx/>
              <a:latin typeface="Arial" panose="020B0604020202020204" pitchFamily="34" charset="0"/>
              <a:ea typeface="+mn-ea"/>
              <a:cs typeface="Arial" panose="020B0604020202020204" pitchFamily="34" charset="0"/>
            </a:endParaRPr>
          </a:p>
        </p:txBody>
      </p:sp>
      <p:pic>
        <p:nvPicPr>
          <p:cNvPr id="23" name="Picture 22">
            <a:extLst>
              <a:ext uri="{FF2B5EF4-FFF2-40B4-BE49-F238E27FC236}">
                <a16:creationId xmlns:a16="http://schemas.microsoft.com/office/drawing/2014/main" id="{01E09CEA-BCB0-7D54-0EF6-07A60DADA1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8888" y="3075154"/>
            <a:ext cx="342908" cy="323795"/>
          </a:xfrm>
          <a:prstGeom prst="rect">
            <a:avLst/>
          </a:prstGeom>
          <a:effectLst>
            <a:glow rad="101600">
              <a:schemeClr val="bg1"/>
            </a:glow>
          </a:effectLst>
        </p:spPr>
      </p:pic>
      <p:pic>
        <p:nvPicPr>
          <p:cNvPr id="25" name="Picture 24">
            <a:extLst>
              <a:ext uri="{FF2B5EF4-FFF2-40B4-BE49-F238E27FC236}">
                <a16:creationId xmlns:a16="http://schemas.microsoft.com/office/drawing/2014/main" id="{65572946-4A32-B99A-A8DF-D53B9391E9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1470" y="3103232"/>
            <a:ext cx="342908" cy="323795"/>
          </a:xfrm>
          <a:prstGeom prst="rect">
            <a:avLst/>
          </a:prstGeom>
          <a:effectLst>
            <a:glow rad="101600">
              <a:schemeClr val="bg1"/>
            </a:glow>
          </a:effectLst>
        </p:spPr>
      </p:pic>
      <p:sp>
        <p:nvSpPr>
          <p:cNvPr id="27" name="TextBox 26">
            <a:extLst>
              <a:ext uri="{FF2B5EF4-FFF2-40B4-BE49-F238E27FC236}">
                <a16:creationId xmlns:a16="http://schemas.microsoft.com/office/drawing/2014/main" id="{C757D08A-490F-208E-9956-8EA3619BFF75}"/>
              </a:ext>
            </a:extLst>
          </p:cNvPr>
          <p:cNvSpPr txBox="1"/>
          <p:nvPr/>
        </p:nvSpPr>
        <p:spPr>
          <a:xfrm>
            <a:off x="3889289" y="3024640"/>
            <a:ext cx="210573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Definitions</a:t>
            </a:r>
          </a:p>
        </p:txBody>
      </p:sp>
      <p:sp>
        <p:nvSpPr>
          <p:cNvPr id="28" name="TextBox 27">
            <a:extLst>
              <a:ext uri="{FF2B5EF4-FFF2-40B4-BE49-F238E27FC236}">
                <a16:creationId xmlns:a16="http://schemas.microsoft.com/office/drawing/2014/main" id="{2AEE9634-47C0-F6C7-882C-49D64823656F}"/>
              </a:ext>
            </a:extLst>
          </p:cNvPr>
          <p:cNvSpPr txBox="1"/>
          <p:nvPr/>
        </p:nvSpPr>
        <p:spPr>
          <a:xfrm>
            <a:off x="6814884" y="2993612"/>
            <a:ext cx="210573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Questions</a:t>
            </a:r>
          </a:p>
        </p:txBody>
      </p:sp>
      <p:sp>
        <p:nvSpPr>
          <p:cNvPr id="30" name="TextBox 29">
            <a:extLst>
              <a:ext uri="{FF2B5EF4-FFF2-40B4-BE49-F238E27FC236}">
                <a16:creationId xmlns:a16="http://schemas.microsoft.com/office/drawing/2014/main" id="{099841F3-9007-3351-BF35-09E09215E7A4}"/>
              </a:ext>
            </a:extLst>
          </p:cNvPr>
          <p:cNvSpPr txBox="1"/>
          <p:nvPr/>
        </p:nvSpPr>
        <p:spPr>
          <a:xfrm>
            <a:off x="6241325" y="3486850"/>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31" name="TextBox 30">
            <a:extLst>
              <a:ext uri="{FF2B5EF4-FFF2-40B4-BE49-F238E27FC236}">
                <a16:creationId xmlns:a16="http://schemas.microsoft.com/office/drawing/2014/main" id="{00B40B78-1C98-CB37-6B8B-69C6274C4433}"/>
              </a:ext>
            </a:extLst>
          </p:cNvPr>
          <p:cNvSpPr txBox="1"/>
          <p:nvPr/>
        </p:nvSpPr>
        <p:spPr>
          <a:xfrm>
            <a:off x="3487136" y="3855637"/>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33" name="TextBox 32">
            <a:extLst>
              <a:ext uri="{FF2B5EF4-FFF2-40B4-BE49-F238E27FC236}">
                <a16:creationId xmlns:a16="http://schemas.microsoft.com/office/drawing/2014/main" id="{F05309B9-813B-D869-20A7-7AB4200F265A}"/>
              </a:ext>
            </a:extLst>
          </p:cNvPr>
          <p:cNvSpPr txBox="1"/>
          <p:nvPr/>
        </p:nvSpPr>
        <p:spPr>
          <a:xfrm>
            <a:off x="3487136" y="3486305"/>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34" name="TextBox 33">
            <a:extLst>
              <a:ext uri="{FF2B5EF4-FFF2-40B4-BE49-F238E27FC236}">
                <a16:creationId xmlns:a16="http://schemas.microsoft.com/office/drawing/2014/main" id="{FA1F52FD-8F05-DA23-1877-CC6A1DC499DD}"/>
              </a:ext>
            </a:extLst>
          </p:cNvPr>
          <p:cNvSpPr txBox="1"/>
          <p:nvPr/>
        </p:nvSpPr>
        <p:spPr>
          <a:xfrm>
            <a:off x="6241325" y="4234892"/>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36" name="TextBox 35">
            <a:extLst>
              <a:ext uri="{FF2B5EF4-FFF2-40B4-BE49-F238E27FC236}">
                <a16:creationId xmlns:a16="http://schemas.microsoft.com/office/drawing/2014/main" id="{AB9C8293-EED3-D361-25FC-886D0677EF26}"/>
              </a:ext>
            </a:extLst>
          </p:cNvPr>
          <p:cNvSpPr txBox="1"/>
          <p:nvPr/>
        </p:nvSpPr>
        <p:spPr>
          <a:xfrm>
            <a:off x="6241325" y="3854600"/>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37" name="TextBox 36">
            <a:extLst>
              <a:ext uri="{FF2B5EF4-FFF2-40B4-BE49-F238E27FC236}">
                <a16:creationId xmlns:a16="http://schemas.microsoft.com/office/drawing/2014/main" id="{AAD41FFA-E9B0-F442-1A55-5C831263DE0B}"/>
              </a:ext>
            </a:extLst>
          </p:cNvPr>
          <p:cNvSpPr txBox="1"/>
          <p:nvPr/>
        </p:nvSpPr>
        <p:spPr>
          <a:xfrm>
            <a:off x="3503845" y="4230152"/>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38" name="Title 1">
            <a:extLst>
              <a:ext uri="{FF2B5EF4-FFF2-40B4-BE49-F238E27FC236}">
                <a16:creationId xmlns:a16="http://schemas.microsoft.com/office/drawing/2014/main" id="{2784E481-1DB4-2B06-DBA5-C52E9117930A}"/>
              </a:ext>
            </a:extLst>
          </p:cNvPr>
          <p:cNvSpPr>
            <a:spLocks noGrp="1"/>
          </p:cNvSpPr>
          <p:nvPr>
            <p:ph type="title"/>
          </p:nvPr>
        </p:nvSpPr>
        <p:spPr>
          <a:xfrm>
            <a:off x="628650" y="386512"/>
            <a:ext cx="7886700" cy="1325563"/>
          </a:xfrm>
        </p:spPr>
        <p:txBody>
          <a:bodyPr/>
          <a:lstStyle/>
          <a:p>
            <a:r>
              <a:rPr lang="en-US" dirty="0"/>
              <a:t>Quality Assessment Guide</a:t>
            </a:r>
          </a:p>
        </p:txBody>
      </p:sp>
      <p:sp>
        <p:nvSpPr>
          <p:cNvPr id="3" name="TextBox 2">
            <a:extLst>
              <a:ext uri="{FF2B5EF4-FFF2-40B4-BE49-F238E27FC236}">
                <a16:creationId xmlns:a16="http://schemas.microsoft.com/office/drawing/2014/main" id="{9100241A-4186-A412-E97D-B7B90D93B878}"/>
              </a:ext>
            </a:extLst>
          </p:cNvPr>
          <p:cNvSpPr txBox="1"/>
          <p:nvPr/>
        </p:nvSpPr>
        <p:spPr>
          <a:xfrm>
            <a:off x="3489667" y="4620230"/>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4" name="TextBox 3">
            <a:extLst>
              <a:ext uri="{FF2B5EF4-FFF2-40B4-BE49-F238E27FC236}">
                <a16:creationId xmlns:a16="http://schemas.microsoft.com/office/drawing/2014/main" id="{42050EF4-793A-FD06-E842-5601D067506F}"/>
              </a:ext>
            </a:extLst>
          </p:cNvPr>
          <p:cNvSpPr txBox="1"/>
          <p:nvPr/>
        </p:nvSpPr>
        <p:spPr>
          <a:xfrm>
            <a:off x="3503845" y="5027777"/>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5" name="TextBox 4">
            <a:extLst>
              <a:ext uri="{FF2B5EF4-FFF2-40B4-BE49-F238E27FC236}">
                <a16:creationId xmlns:a16="http://schemas.microsoft.com/office/drawing/2014/main" id="{7E9ACA0D-8A95-C053-8D71-297A93A20E21}"/>
              </a:ext>
            </a:extLst>
          </p:cNvPr>
          <p:cNvSpPr txBox="1"/>
          <p:nvPr/>
        </p:nvSpPr>
        <p:spPr>
          <a:xfrm>
            <a:off x="3487136" y="5452024"/>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6" name="TextBox 5">
            <a:extLst>
              <a:ext uri="{FF2B5EF4-FFF2-40B4-BE49-F238E27FC236}">
                <a16:creationId xmlns:a16="http://schemas.microsoft.com/office/drawing/2014/main" id="{47CFB414-3BCF-B2ED-3678-5250D6B992A4}"/>
              </a:ext>
            </a:extLst>
          </p:cNvPr>
          <p:cNvSpPr txBox="1"/>
          <p:nvPr/>
        </p:nvSpPr>
        <p:spPr>
          <a:xfrm>
            <a:off x="3487136" y="5840653"/>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7" name="TextBox 6">
            <a:extLst>
              <a:ext uri="{FF2B5EF4-FFF2-40B4-BE49-F238E27FC236}">
                <a16:creationId xmlns:a16="http://schemas.microsoft.com/office/drawing/2014/main" id="{B4D86480-ED2B-BA46-AD6B-176982988375}"/>
              </a:ext>
            </a:extLst>
          </p:cNvPr>
          <p:cNvSpPr txBox="1"/>
          <p:nvPr/>
        </p:nvSpPr>
        <p:spPr>
          <a:xfrm>
            <a:off x="207432" y="3362720"/>
            <a:ext cx="2732977" cy="3365024"/>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Accurate</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Correct style</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Clear</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Natural</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Faithful</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Historical</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Grammatically correct</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Other qualities</a:t>
            </a:r>
          </a:p>
        </p:txBody>
      </p:sp>
      <p:sp>
        <p:nvSpPr>
          <p:cNvPr id="8" name="TextBox 7">
            <a:extLst>
              <a:ext uri="{FF2B5EF4-FFF2-40B4-BE49-F238E27FC236}">
                <a16:creationId xmlns:a16="http://schemas.microsoft.com/office/drawing/2014/main" id="{A0681211-420F-7A68-41D6-FB2CF9FAC1E7}"/>
              </a:ext>
            </a:extLst>
          </p:cNvPr>
          <p:cNvSpPr txBox="1"/>
          <p:nvPr/>
        </p:nvSpPr>
        <p:spPr>
          <a:xfrm>
            <a:off x="6241325" y="4635302"/>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9" name="TextBox 8">
            <a:extLst>
              <a:ext uri="{FF2B5EF4-FFF2-40B4-BE49-F238E27FC236}">
                <a16:creationId xmlns:a16="http://schemas.microsoft.com/office/drawing/2014/main" id="{85370FD5-8B1C-8A5E-7016-5CA9FE07D954}"/>
              </a:ext>
            </a:extLst>
          </p:cNvPr>
          <p:cNvSpPr txBox="1"/>
          <p:nvPr/>
        </p:nvSpPr>
        <p:spPr>
          <a:xfrm>
            <a:off x="6241325" y="5022479"/>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11" name="TextBox 10">
            <a:extLst>
              <a:ext uri="{FF2B5EF4-FFF2-40B4-BE49-F238E27FC236}">
                <a16:creationId xmlns:a16="http://schemas.microsoft.com/office/drawing/2014/main" id="{01C2F19D-244C-4FC6-76BE-3C1F724F5B10}"/>
              </a:ext>
            </a:extLst>
          </p:cNvPr>
          <p:cNvSpPr txBox="1"/>
          <p:nvPr/>
        </p:nvSpPr>
        <p:spPr>
          <a:xfrm>
            <a:off x="6241325" y="5411727"/>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13" name="TextBox 12">
            <a:extLst>
              <a:ext uri="{FF2B5EF4-FFF2-40B4-BE49-F238E27FC236}">
                <a16:creationId xmlns:a16="http://schemas.microsoft.com/office/drawing/2014/main" id="{42A36902-4F3B-0472-8404-AEDB31592EFB}"/>
              </a:ext>
            </a:extLst>
          </p:cNvPr>
          <p:cNvSpPr txBox="1"/>
          <p:nvPr/>
        </p:nvSpPr>
        <p:spPr>
          <a:xfrm>
            <a:off x="6241325" y="5847285"/>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pic>
        <p:nvPicPr>
          <p:cNvPr id="14" name="Picture 13" descr="Rotating Earth globe on wood stand">
            <a:extLst>
              <a:ext uri="{FF2B5EF4-FFF2-40B4-BE49-F238E27FC236}">
                <a16:creationId xmlns:a16="http://schemas.microsoft.com/office/drawing/2014/main" id="{6DCCC723-08B6-D981-4AEC-D53A909A0D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31" y="1211192"/>
            <a:ext cx="2989962" cy="2128211"/>
          </a:xfrm>
          <a:prstGeom prst="rect">
            <a:avLst/>
          </a:prstGeom>
        </p:spPr>
      </p:pic>
      <p:sp>
        <p:nvSpPr>
          <p:cNvPr id="15" name="TextBox 14">
            <a:extLst>
              <a:ext uri="{FF2B5EF4-FFF2-40B4-BE49-F238E27FC236}">
                <a16:creationId xmlns:a16="http://schemas.microsoft.com/office/drawing/2014/main" id="{1BB6FA07-06FB-6A9D-9629-17F9D8BFD9AF}"/>
              </a:ext>
            </a:extLst>
          </p:cNvPr>
          <p:cNvSpPr txBox="1"/>
          <p:nvPr/>
        </p:nvSpPr>
        <p:spPr>
          <a:xfrm>
            <a:off x="899526" y="2011144"/>
            <a:ext cx="1359242"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a:ea typeface="+mn-ea"/>
                <a:cs typeface="+mn-cs"/>
              </a:rPr>
              <a:t>Qualities</a:t>
            </a:r>
          </a:p>
        </p:txBody>
      </p:sp>
      <p:sp>
        <p:nvSpPr>
          <p:cNvPr id="19" name="TextBox 18">
            <a:extLst>
              <a:ext uri="{FF2B5EF4-FFF2-40B4-BE49-F238E27FC236}">
                <a16:creationId xmlns:a16="http://schemas.microsoft.com/office/drawing/2014/main" id="{15A7A06A-DB9B-1D3D-8285-77B255DA8EB3}"/>
              </a:ext>
            </a:extLst>
          </p:cNvPr>
          <p:cNvSpPr txBox="1"/>
          <p:nvPr/>
        </p:nvSpPr>
        <p:spPr>
          <a:xfrm>
            <a:off x="3487136" y="6216617"/>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
        <p:nvSpPr>
          <p:cNvPr id="20" name="TextBox 19">
            <a:extLst>
              <a:ext uri="{FF2B5EF4-FFF2-40B4-BE49-F238E27FC236}">
                <a16:creationId xmlns:a16="http://schemas.microsoft.com/office/drawing/2014/main" id="{CDE4C164-CDCB-B5AE-0375-8DE66421FACD}"/>
              </a:ext>
            </a:extLst>
          </p:cNvPr>
          <p:cNvSpPr txBox="1"/>
          <p:nvPr/>
        </p:nvSpPr>
        <p:spPr>
          <a:xfrm>
            <a:off x="6250578" y="6216617"/>
            <a:ext cx="227364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________________</a:t>
            </a:r>
          </a:p>
        </p:txBody>
      </p:sp>
    </p:spTree>
    <p:extLst>
      <p:ext uri="{BB962C8B-B14F-4D97-AF65-F5344CB8AC3E}">
        <p14:creationId xmlns:p14="http://schemas.microsoft.com/office/powerpoint/2010/main" val="3195275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00CA832-4F4D-9888-3452-64DFDE867C2E}"/>
              </a:ext>
            </a:extLst>
          </p:cNvPr>
          <p:cNvSpPr/>
          <p:nvPr/>
        </p:nvSpPr>
        <p:spPr>
          <a:xfrm>
            <a:off x="1224861" y="1655244"/>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D9690595-F18E-01D4-9882-07B63913779E}"/>
              </a:ext>
            </a:extLst>
          </p:cNvPr>
          <p:cNvSpPr/>
          <p:nvPr/>
        </p:nvSpPr>
        <p:spPr>
          <a:xfrm>
            <a:off x="1239795" y="3227598"/>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01E09CEA-BCB0-7D54-0EF6-07A60DADA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7833" y="3297546"/>
            <a:ext cx="342908" cy="323795"/>
          </a:xfrm>
          <a:prstGeom prst="rect">
            <a:avLst/>
          </a:prstGeom>
          <a:effectLst>
            <a:glow rad="101600">
              <a:schemeClr val="bg1"/>
            </a:glow>
          </a:effectLst>
        </p:spPr>
      </p:pic>
      <p:pic>
        <p:nvPicPr>
          <p:cNvPr id="24" name="Picture 23">
            <a:extLst>
              <a:ext uri="{FF2B5EF4-FFF2-40B4-BE49-F238E27FC236}">
                <a16:creationId xmlns:a16="http://schemas.microsoft.com/office/drawing/2014/main" id="{5E5ABED2-5BA4-C54A-012B-9DAFA2C64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899" y="1713375"/>
            <a:ext cx="342908" cy="323795"/>
          </a:xfrm>
          <a:prstGeom prst="rect">
            <a:avLst/>
          </a:prstGeom>
          <a:effectLst>
            <a:glow rad="101600">
              <a:schemeClr val="bg1"/>
            </a:glow>
          </a:effectLst>
        </p:spPr>
      </p:pic>
      <p:sp>
        <p:nvSpPr>
          <p:cNvPr id="26" name="TextBox 25">
            <a:extLst>
              <a:ext uri="{FF2B5EF4-FFF2-40B4-BE49-F238E27FC236}">
                <a16:creationId xmlns:a16="http://schemas.microsoft.com/office/drawing/2014/main" id="{072FC29B-0403-095E-67D8-B9D834DF622D}"/>
              </a:ext>
            </a:extLst>
          </p:cNvPr>
          <p:cNvSpPr txBox="1"/>
          <p:nvPr/>
        </p:nvSpPr>
        <p:spPr>
          <a:xfrm>
            <a:off x="1956486" y="1664245"/>
            <a:ext cx="2105736" cy="830997"/>
          </a:xfrm>
          <a:prstGeom prst="rect">
            <a:avLst/>
          </a:prstGeom>
          <a:noFill/>
        </p:spPr>
        <p:txBody>
          <a:bodyPr wrap="square" rtlCol="0">
            <a:spAutoFit/>
          </a:bodyPr>
          <a:lstStyle/>
          <a:p>
            <a:r>
              <a:rPr lang="en-US" sz="2400"/>
              <a:t>Quality</a:t>
            </a:r>
          </a:p>
          <a:p>
            <a:r>
              <a:rPr lang="en-US" sz="2400"/>
              <a:t>Accurate</a:t>
            </a:r>
          </a:p>
        </p:txBody>
      </p:sp>
      <p:sp>
        <p:nvSpPr>
          <p:cNvPr id="27" name="TextBox 26">
            <a:extLst>
              <a:ext uri="{FF2B5EF4-FFF2-40B4-BE49-F238E27FC236}">
                <a16:creationId xmlns:a16="http://schemas.microsoft.com/office/drawing/2014/main" id="{C757D08A-490F-208E-9956-8EA3619BFF75}"/>
              </a:ext>
            </a:extLst>
          </p:cNvPr>
          <p:cNvSpPr txBox="1"/>
          <p:nvPr/>
        </p:nvSpPr>
        <p:spPr>
          <a:xfrm>
            <a:off x="1956486" y="3265966"/>
            <a:ext cx="2105736" cy="461665"/>
          </a:xfrm>
          <a:prstGeom prst="rect">
            <a:avLst/>
          </a:prstGeom>
          <a:noFill/>
        </p:spPr>
        <p:txBody>
          <a:bodyPr wrap="square" rtlCol="0">
            <a:spAutoFit/>
          </a:bodyPr>
          <a:lstStyle/>
          <a:p>
            <a:r>
              <a:rPr lang="en-US" sz="2400"/>
              <a:t>Definition</a:t>
            </a:r>
          </a:p>
        </p:txBody>
      </p:sp>
      <p:sp>
        <p:nvSpPr>
          <p:cNvPr id="29" name="TextBox 28">
            <a:extLst>
              <a:ext uri="{FF2B5EF4-FFF2-40B4-BE49-F238E27FC236}">
                <a16:creationId xmlns:a16="http://schemas.microsoft.com/office/drawing/2014/main" id="{F432EF3C-1B69-D261-D5FB-5721691CAFC7}"/>
              </a:ext>
            </a:extLst>
          </p:cNvPr>
          <p:cNvSpPr txBox="1"/>
          <p:nvPr/>
        </p:nvSpPr>
        <p:spPr>
          <a:xfrm>
            <a:off x="1956486" y="2043263"/>
            <a:ext cx="2273644" cy="369332"/>
          </a:xfrm>
          <a:prstGeom prst="rect">
            <a:avLst/>
          </a:prstGeom>
          <a:noFill/>
        </p:spPr>
        <p:txBody>
          <a:bodyPr wrap="square" rtlCol="0">
            <a:spAutoFit/>
          </a:bodyPr>
          <a:lstStyle/>
          <a:p>
            <a:r>
              <a:rPr lang="en-US"/>
              <a:t>________________</a:t>
            </a:r>
          </a:p>
        </p:txBody>
      </p:sp>
      <p:sp>
        <p:nvSpPr>
          <p:cNvPr id="31" name="TextBox 30">
            <a:extLst>
              <a:ext uri="{FF2B5EF4-FFF2-40B4-BE49-F238E27FC236}">
                <a16:creationId xmlns:a16="http://schemas.microsoft.com/office/drawing/2014/main" id="{00B40B78-1C98-CB37-6B8B-69C6274C4433}"/>
              </a:ext>
            </a:extLst>
          </p:cNvPr>
          <p:cNvSpPr txBox="1"/>
          <p:nvPr/>
        </p:nvSpPr>
        <p:spPr>
          <a:xfrm>
            <a:off x="1956486" y="3625001"/>
            <a:ext cx="5556834" cy="1969385"/>
          </a:xfrm>
          <a:prstGeom prst="rect">
            <a:avLst/>
          </a:prstGeom>
          <a:noFill/>
        </p:spPr>
        <p:txBody>
          <a:bodyPr wrap="square" lIns="91440" tIns="45720" rIns="91440" bIns="45720" rtlCol="0" anchor="t">
            <a:spAutoFit/>
          </a:bodyPr>
          <a:lstStyle/>
          <a:p>
            <a:pPr marL="0" marR="0" indent="0">
              <a:lnSpc>
                <a:spcPct val="103000"/>
              </a:lnSpc>
              <a:spcBef>
                <a:spcPts val="0"/>
              </a:spcBef>
              <a:spcAft>
                <a:spcPts val="0"/>
              </a:spcAft>
            </a:pPr>
            <a:r>
              <a:rPr lang="en-US" sz="2400" b="1" kern="100" dirty="0">
                <a:solidFill>
                  <a:srgbClr val="000000"/>
                </a:solidFill>
                <a:effectLst/>
                <a:latin typeface="Arial" panose="020B0604020202020204" pitchFamily="34" charset="0"/>
                <a:ea typeface="Arial" panose="020B0604020202020204" pitchFamily="34" charset="0"/>
              </a:rPr>
              <a:t>The meaning of the translation is the same as the meaning of the source text.</a:t>
            </a:r>
            <a:endParaRPr lang="en-US" sz="2400" kern="100" dirty="0">
              <a:solidFill>
                <a:srgbClr val="000000"/>
              </a:solidFill>
              <a:effectLst/>
              <a:latin typeface="Arial" panose="020B0604020202020204" pitchFamily="34" charset="0"/>
              <a:ea typeface="Arial" panose="020B0604020202020204" pitchFamily="34" charset="0"/>
            </a:endParaRPr>
          </a:p>
          <a:p>
            <a:pPr marL="342900" marR="0" lvl="0" indent="-342900">
              <a:lnSpc>
                <a:spcPct val="103000"/>
              </a:lnSpc>
              <a:spcBef>
                <a:spcPts val="0"/>
              </a:spcBef>
              <a:spcAft>
                <a:spcPts val="0"/>
              </a:spcAft>
              <a:buFont typeface="Symbol" panose="05050102010706020507" pitchFamily="18" charset="2"/>
              <a:buChar char=""/>
            </a:pPr>
            <a:r>
              <a:rPr lang="en-US" sz="2400" b="1" kern="100" dirty="0">
                <a:solidFill>
                  <a:srgbClr val="000000"/>
                </a:solidFill>
                <a:effectLst/>
                <a:latin typeface="Arial" panose="020B0604020202020204" pitchFamily="34" charset="0"/>
                <a:ea typeface="Arial" panose="020B0604020202020204" pitchFamily="34" charset="0"/>
              </a:rPr>
              <a:t>Nothing is added.</a:t>
            </a:r>
            <a:endParaRPr lang="en-US" sz="2400" kern="100" dirty="0">
              <a:solidFill>
                <a:srgbClr val="000000"/>
              </a:solidFill>
              <a:effectLst/>
              <a:latin typeface="Arial" panose="020B0604020202020204" pitchFamily="34" charset="0"/>
              <a:ea typeface="Arial" panose="020B0604020202020204" pitchFamily="34" charset="0"/>
            </a:endParaRPr>
          </a:p>
          <a:p>
            <a:pPr marL="342900" marR="0" lvl="0" indent="-342900">
              <a:lnSpc>
                <a:spcPct val="103000"/>
              </a:lnSpc>
              <a:spcBef>
                <a:spcPts val="0"/>
              </a:spcBef>
              <a:spcAft>
                <a:spcPts val="15"/>
              </a:spcAft>
              <a:buFont typeface="Symbol" panose="05050102010706020507" pitchFamily="18" charset="2"/>
              <a:buChar char=""/>
            </a:pPr>
            <a:r>
              <a:rPr lang="en-US" sz="2400" b="1" kern="100" dirty="0">
                <a:solidFill>
                  <a:srgbClr val="000000"/>
                </a:solidFill>
                <a:effectLst/>
                <a:latin typeface="Arial" panose="020B0604020202020204" pitchFamily="34" charset="0"/>
                <a:ea typeface="Arial" panose="020B0604020202020204" pitchFamily="34" charset="0"/>
              </a:rPr>
              <a:t>Nothing is missing. </a:t>
            </a:r>
            <a:endParaRPr lang="en-US" sz="2400" kern="100" dirty="0">
              <a:solidFill>
                <a:srgbClr val="000000"/>
              </a:solidFill>
              <a:effectLst/>
              <a:latin typeface="Arial" panose="020B0604020202020204" pitchFamily="34" charset="0"/>
              <a:ea typeface="Arial" panose="020B0604020202020204" pitchFamily="34" charset="0"/>
            </a:endParaRPr>
          </a:p>
        </p:txBody>
      </p:sp>
      <p:sp>
        <p:nvSpPr>
          <p:cNvPr id="32" name="TextBox 31">
            <a:extLst>
              <a:ext uri="{FF2B5EF4-FFF2-40B4-BE49-F238E27FC236}">
                <a16:creationId xmlns:a16="http://schemas.microsoft.com/office/drawing/2014/main" id="{457A6183-CDE6-39E8-F71D-7307AFD45A17}"/>
              </a:ext>
            </a:extLst>
          </p:cNvPr>
          <p:cNvSpPr txBox="1"/>
          <p:nvPr/>
        </p:nvSpPr>
        <p:spPr>
          <a:xfrm>
            <a:off x="1956486" y="2360490"/>
            <a:ext cx="2273644" cy="369332"/>
          </a:xfrm>
          <a:prstGeom prst="rect">
            <a:avLst/>
          </a:prstGeom>
          <a:noFill/>
        </p:spPr>
        <p:txBody>
          <a:bodyPr wrap="square" rtlCol="0">
            <a:spAutoFit/>
          </a:bodyPr>
          <a:lstStyle/>
          <a:p>
            <a:r>
              <a:rPr lang="en-US"/>
              <a:t>________________</a:t>
            </a:r>
          </a:p>
        </p:txBody>
      </p:sp>
      <p:sp>
        <p:nvSpPr>
          <p:cNvPr id="35" name="TextBox 34">
            <a:extLst>
              <a:ext uri="{FF2B5EF4-FFF2-40B4-BE49-F238E27FC236}">
                <a16:creationId xmlns:a16="http://schemas.microsoft.com/office/drawing/2014/main" id="{4CB0BE9E-D74A-3DD2-97A0-47FAFB87E843}"/>
              </a:ext>
            </a:extLst>
          </p:cNvPr>
          <p:cNvSpPr txBox="1"/>
          <p:nvPr/>
        </p:nvSpPr>
        <p:spPr>
          <a:xfrm>
            <a:off x="1956486" y="2686060"/>
            <a:ext cx="2273644" cy="369332"/>
          </a:xfrm>
          <a:prstGeom prst="rect">
            <a:avLst/>
          </a:prstGeom>
          <a:noFill/>
        </p:spPr>
        <p:txBody>
          <a:bodyPr wrap="square" rtlCol="0">
            <a:spAutoFit/>
          </a:bodyPr>
          <a:lstStyle/>
          <a:p>
            <a:r>
              <a:rPr lang="en-US"/>
              <a:t>________________</a:t>
            </a:r>
          </a:p>
        </p:txBody>
      </p:sp>
      <p:sp>
        <p:nvSpPr>
          <p:cNvPr id="38" name="Title 1">
            <a:extLst>
              <a:ext uri="{FF2B5EF4-FFF2-40B4-BE49-F238E27FC236}">
                <a16:creationId xmlns:a16="http://schemas.microsoft.com/office/drawing/2014/main" id="{2784E481-1DB4-2B06-DBA5-C52E9117930A}"/>
              </a:ext>
            </a:extLst>
          </p:cNvPr>
          <p:cNvSpPr>
            <a:spLocks noGrp="1"/>
          </p:cNvSpPr>
          <p:nvPr>
            <p:ph type="title"/>
          </p:nvPr>
        </p:nvSpPr>
        <p:spPr>
          <a:xfrm>
            <a:off x="628650" y="386512"/>
            <a:ext cx="7886700" cy="1325563"/>
          </a:xfrm>
        </p:spPr>
        <p:txBody>
          <a:bodyPr/>
          <a:lstStyle/>
          <a:p>
            <a:r>
              <a:rPr lang="en-US"/>
              <a:t>Quality Assessment Guide</a:t>
            </a:r>
          </a:p>
        </p:txBody>
      </p:sp>
    </p:spTree>
    <p:extLst>
      <p:ext uri="{BB962C8B-B14F-4D97-AF65-F5344CB8AC3E}">
        <p14:creationId xmlns:p14="http://schemas.microsoft.com/office/powerpoint/2010/main" val="1892282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00CA832-4F4D-9888-3452-64DFDE867C2E}"/>
              </a:ext>
            </a:extLst>
          </p:cNvPr>
          <p:cNvSpPr/>
          <p:nvPr/>
        </p:nvSpPr>
        <p:spPr>
          <a:xfrm>
            <a:off x="1224861" y="1655244"/>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D9690595-F18E-01D4-9882-07B63913779E}"/>
              </a:ext>
            </a:extLst>
          </p:cNvPr>
          <p:cNvSpPr/>
          <p:nvPr/>
        </p:nvSpPr>
        <p:spPr>
          <a:xfrm>
            <a:off x="1239795" y="2769307"/>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01E09CEA-BCB0-7D54-0EF6-07A60DADA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3271" y="2839255"/>
            <a:ext cx="342908" cy="323795"/>
          </a:xfrm>
          <a:prstGeom prst="rect">
            <a:avLst/>
          </a:prstGeom>
          <a:effectLst>
            <a:glow rad="101600">
              <a:schemeClr val="bg1"/>
            </a:glow>
          </a:effectLst>
        </p:spPr>
      </p:pic>
      <p:pic>
        <p:nvPicPr>
          <p:cNvPr id="24" name="Picture 23">
            <a:extLst>
              <a:ext uri="{FF2B5EF4-FFF2-40B4-BE49-F238E27FC236}">
                <a16:creationId xmlns:a16="http://schemas.microsoft.com/office/drawing/2014/main" id="{5E5ABED2-5BA4-C54A-012B-9DAFA2C64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899" y="1713375"/>
            <a:ext cx="342908" cy="323795"/>
          </a:xfrm>
          <a:prstGeom prst="rect">
            <a:avLst/>
          </a:prstGeom>
          <a:effectLst>
            <a:glow rad="101600">
              <a:schemeClr val="bg1"/>
            </a:glow>
          </a:effectLst>
        </p:spPr>
      </p:pic>
      <p:sp>
        <p:nvSpPr>
          <p:cNvPr id="26" name="TextBox 25">
            <a:extLst>
              <a:ext uri="{FF2B5EF4-FFF2-40B4-BE49-F238E27FC236}">
                <a16:creationId xmlns:a16="http://schemas.microsoft.com/office/drawing/2014/main" id="{072FC29B-0403-095E-67D8-B9D834DF622D}"/>
              </a:ext>
            </a:extLst>
          </p:cNvPr>
          <p:cNvSpPr txBox="1"/>
          <p:nvPr/>
        </p:nvSpPr>
        <p:spPr>
          <a:xfrm>
            <a:off x="1956486" y="1664245"/>
            <a:ext cx="2105736" cy="830997"/>
          </a:xfrm>
          <a:prstGeom prst="rect">
            <a:avLst/>
          </a:prstGeom>
          <a:noFill/>
        </p:spPr>
        <p:txBody>
          <a:bodyPr wrap="square" rtlCol="0">
            <a:spAutoFit/>
          </a:bodyPr>
          <a:lstStyle/>
          <a:p>
            <a:r>
              <a:rPr lang="en-US" sz="2400" dirty="0"/>
              <a:t>Quality</a:t>
            </a:r>
          </a:p>
          <a:p>
            <a:r>
              <a:rPr lang="en-US" sz="2400" dirty="0"/>
              <a:t>Correct Style</a:t>
            </a:r>
          </a:p>
        </p:txBody>
      </p:sp>
      <p:sp>
        <p:nvSpPr>
          <p:cNvPr id="27" name="TextBox 26">
            <a:extLst>
              <a:ext uri="{FF2B5EF4-FFF2-40B4-BE49-F238E27FC236}">
                <a16:creationId xmlns:a16="http://schemas.microsoft.com/office/drawing/2014/main" id="{C757D08A-490F-208E-9956-8EA3619BFF75}"/>
              </a:ext>
            </a:extLst>
          </p:cNvPr>
          <p:cNvSpPr txBox="1"/>
          <p:nvPr/>
        </p:nvSpPr>
        <p:spPr>
          <a:xfrm>
            <a:off x="1956486" y="2758975"/>
            <a:ext cx="2105736" cy="461665"/>
          </a:xfrm>
          <a:prstGeom prst="rect">
            <a:avLst/>
          </a:prstGeom>
          <a:noFill/>
        </p:spPr>
        <p:txBody>
          <a:bodyPr wrap="square" rtlCol="0">
            <a:spAutoFit/>
          </a:bodyPr>
          <a:lstStyle/>
          <a:p>
            <a:r>
              <a:rPr lang="en-US" sz="2400" dirty="0"/>
              <a:t>Definition</a:t>
            </a:r>
          </a:p>
        </p:txBody>
      </p:sp>
      <p:sp>
        <p:nvSpPr>
          <p:cNvPr id="29" name="TextBox 28">
            <a:extLst>
              <a:ext uri="{FF2B5EF4-FFF2-40B4-BE49-F238E27FC236}">
                <a16:creationId xmlns:a16="http://schemas.microsoft.com/office/drawing/2014/main" id="{F432EF3C-1B69-D261-D5FB-5721691CAFC7}"/>
              </a:ext>
            </a:extLst>
          </p:cNvPr>
          <p:cNvSpPr txBox="1"/>
          <p:nvPr/>
        </p:nvSpPr>
        <p:spPr>
          <a:xfrm>
            <a:off x="1956486" y="2125910"/>
            <a:ext cx="2273644" cy="369332"/>
          </a:xfrm>
          <a:prstGeom prst="rect">
            <a:avLst/>
          </a:prstGeom>
          <a:noFill/>
        </p:spPr>
        <p:txBody>
          <a:bodyPr wrap="square" rtlCol="0">
            <a:spAutoFit/>
          </a:bodyPr>
          <a:lstStyle/>
          <a:p>
            <a:r>
              <a:rPr lang="en-US" dirty="0"/>
              <a:t>________________</a:t>
            </a:r>
          </a:p>
        </p:txBody>
      </p:sp>
      <p:sp>
        <p:nvSpPr>
          <p:cNvPr id="31" name="TextBox 30">
            <a:extLst>
              <a:ext uri="{FF2B5EF4-FFF2-40B4-BE49-F238E27FC236}">
                <a16:creationId xmlns:a16="http://schemas.microsoft.com/office/drawing/2014/main" id="{00B40B78-1C98-CB37-6B8B-69C6274C4433}"/>
              </a:ext>
            </a:extLst>
          </p:cNvPr>
          <p:cNvSpPr txBox="1"/>
          <p:nvPr/>
        </p:nvSpPr>
        <p:spPr>
          <a:xfrm>
            <a:off x="1686179" y="3220640"/>
            <a:ext cx="7015753" cy="3110660"/>
          </a:xfrm>
          <a:prstGeom prst="rect">
            <a:avLst/>
          </a:prstGeom>
          <a:noFill/>
        </p:spPr>
        <p:txBody>
          <a:bodyPr wrap="square" lIns="91440" tIns="45720" rIns="91440" bIns="45720" rtlCol="0" anchor="t">
            <a:spAutoFit/>
          </a:bodyPr>
          <a:lstStyle/>
          <a:p>
            <a:pPr marL="234950" marR="0" indent="-635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translation uses the same style as the source text.</a:t>
            </a:r>
            <a:endParaRPr lang="en-US" sz="2400" kern="100" dirty="0">
              <a:solidFill>
                <a:srgbClr val="000000"/>
              </a:solidFill>
              <a:effectLst/>
              <a:latin typeface="Arial" panose="020B0604020202020204" pitchFamily="34" charset="0"/>
              <a:ea typeface="Arial" panose="020B0604020202020204" pitchFamily="34" charset="0"/>
            </a:endParaRPr>
          </a:p>
          <a:p>
            <a:pPr marL="45720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Poetry is expressed as poetry, narrative (story) as narrative, etc.</a:t>
            </a:r>
            <a:endParaRPr lang="en-US" sz="2400" kern="100" dirty="0">
              <a:solidFill>
                <a:srgbClr val="000000"/>
              </a:solidFill>
              <a:effectLst/>
              <a:latin typeface="Arial" panose="020B0604020202020204" pitchFamily="34" charset="0"/>
              <a:ea typeface="Arial" panose="020B0604020202020204" pitchFamily="34" charset="0"/>
            </a:endParaRPr>
          </a:p>
          <a:p>
            <a:pPr marL="45720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Prophecy is not explained.</a:t>
            </a:r>
            <a:endParaRPr lang="en-US" sz="2400" kern="100" dirty="0">
              <a:solidFill>
                <a:srgbClr val="000000"/>
              </a:solidFill>
              <a:effectLst/>
              <a:latin typeface="Arial" panose="020B0604020202020204" pitchFamily="34" charset="0"/>
              <a:ea typeface="Arial" panose="020B0604020202020204" pitchFamily="34" charset="0"/>
            </a:endParaRPr>
          </a:p>
          <a:p>
            <a:pPr marL="45720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Teaching sounds like teaching.</a:t>
            </a:r>
          </a:p>
          <a:p>
            <a:pPr marL="630238" lvl="1" indent="-173038" fontAlgn="base">
              <a:lnSpc>
                <a:spcPct val="103000"/>
              </a:lnSpc>
              <a:spcAft>
                <a:spcPts val="15"/>
              </a:spcAft>
              <a:buClr>
                <a:srgbClr val="000000"/>
              </a:buClr>
              <a:buSzPct val="106000"/>
              <a:buFont typeface="Arial" panose="020B0604020202020204" pitchFamily="34" charset="0"/>
              <a:buChar char="•"/>
            </a:pPr>
            <a:r>
              <a:rPr lang="en-US" sz="2400" b="1" u="none" strike="noStrike" kern="0" dirty="0">
                <a:solidFill>
                  <a:srgbClr val="000000"/>
                </a:solidFill>
                <a:effectLst/>
                <a:uFill>
                  <a:solidFill>
                    <a:srgbClr val="000000"/>
                  </a:solidFill>
                </a:uFill>
                <a:latin typeface="Arial" panose="020B0604020202020204" pitchFamily="34" charset="0"/>
                <a:ea typeface="Times New Roman" panose="02020603050405020304" pitchFamily="18" charset="0"/>
                <a:cs typeface="Arial" panose="020B0604020202020204" pitchFamily="34" charset="0"/>
              </a:rPr>
              <a:t>The tone (or emotion) is consistent with the source text.</a:t>
            </a:r>
            <a:endParaRPr lang="en-US" sz="24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endParaRPr>
          </a:p>
        </p:txBody>
      </p:sp>
      <p:sp>
        <p:nvSpPr>
          <p:cNvPr id="38" name="Title 1">
            <a:extLst>
              <a:ext uri="{FF2B5EF4-FFF2-40B4-BE49-F238E27FC236}">
                <a16:creationId xmlns:a16="http://schemas.microsoft.com/office/drawing/2014/main" id="{2784E481-1DB4-2B06-DBA5-C52E9117930A}"/>
              </a:ext>
            </a:extLst>
          </p:cNvPr>
          <p:cNvSpPr>
            <a:spLocks noGrp="1"/>
          </p:cNvSpPr>
          <p:nvPr>
            <p:ph type="title"/>
          </p:nvPr>
        </p:nvSpPr>
        <p:spPr>
          <a:xfrm>
            <a:off x="628650" y="386512"/>
            <a:ext cx="7886700" cy="1325563"/>
          </a:xfrm>
        </p:spPr>
        <p:txBody>
          <a:bodyPr/>
          <a:lstStyle/>
          <a:p>
            <a:r>
              <a:rPr lang="en-US"/>
              <a:t>Quality Assessment Guide</a:t>
            </a:r>
          </a:p>
        </p:txBody>
      </p:sp>
    </p:spTree>
    <p:extLst>
      <p:ext uri="{BB962C8B-B14F-4D97-AF65-F5344CB8AC3E}">
        <p14:creationId xmlns:p14="http://schemas.microsoft.com/office/powerpoint/2010/main" val="2045108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00CA832-4F4D-9888-3452-64DFDE867C2E}"/>
              </a:ext>
            </a:extLst>
          </p:cNvPr>
          <p:cNvSpPr/>
          <p:nvPr/>
        </p:nvSpPr>
        <p:spPr>
          <a:xfrm>
            <a:off x="1224861" y="1655244"/>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D9690595-F18E-01D4-9882-07B63913779E}"/>
              </a:ext>
            </a:extLst>
          </p:cNvPr>
          <p:cNvSpPr/>
          <p:nvPr/>
        </p:nvSpPr>
        <p:spPr>
          <a:xfrm>
            <a:off x="1239795" y="3227598"/>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01E09CEA-BCB0-7D54-0EF6-07A60DADA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7833" y="3297546"/>
            <a:ext cx="342908" cy="323795"/>
          </a:xfrm>
          <a:prstGeom prst="rect">
            <a:avLst/>
          </a:prstGeom>
          <a:effectLst>
            <a:glow rad="101600">
              <a:schemeClr val="bg1"/>
            </a:glow>
          </a:effectLst>
        </p:spPr>
      </p:pic>
      <p:pic>
        <p:nvPicPr>
          <p:cNvPr id="24" name="Picture 23">
            <a:extLst>
              <a:ext uri="{FF2B5EF4-FFF2-40B4-BE49-F238E27FC236}">
                <a16:creationId xmlns:a16="http://schemas.microsoft.com/office/drawing/2014/main" id="{5E5ABED2-5BA4-C54A-012B-9DAFA2C64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899" y="1713375"/>
            <a:ext cx="342908" cy="323795"/>
          </a:xfrm>
          <a:prstGeom prst="rect">
            <a:avLst/>
          </a:prstGeom>
          <a:effectLst>
            <a:glow rad="101600">
              <a:schemeClr val="bg1"/>
            </a:glow>
          </a:effectLst>
        </p:spPr>
      </p:pic>
      <p:sp>
        <p:nvSpPr>
          <p:cNvPr id="26" name="TextBox 25">
            <a:extLst>
              <a:ext uri="{FF2B5EF4-FFF2-40B4-BE49-F238E27FC236}">
                <a16:creationId xmlns:a16="http://schemas.microsoft.com/office/drawing/2014/main" id="{072FC29B-0403-095E-67D8-B9D834DF622D}"/>
              </a:ext>
            </a:extLst>
          </p:cNvPr>
          <p:cNvSpPr txBox="1"/>
          <p:nvPr/>
        </p:nvSpPr>
        <p:spPr>
          <a:xfrm>
            <a:off x="1956486" y="1664245"/>
            <a:ext cx="2105736" cy="830997"/>
          </a:xfrm>
          <a:prstGeom prst="rect">
            <a:avLst/>
          </a:prstGeom>
          <a:noFill/>
        </p:spPr>
        <p:txBody>
          <a:bodyPr wrap="square" rtlCol="0">
            <a:spAutoFit/>
          </a:bodyPr>
          <a:lstStyle/>
          <a:p>
            <a:r>
              <a:rPr lang="en-US" sz="2400" dirty="0"/>
              <a:t>Quality</a:t>
            </a:r>
          </a:p>
          <a:p>
            <a:r>
              <a:rPr lang="en-US" sz="2400" dirty="0"/>
              <a:t>Clear</a:t>
            </a:r>
          </a:p>
        </p:txBody>
      </p:sp>
      <p:sp>
        <p:nvSpPr>
          <p:cNvPr id="27" name="TextBox 26">
            <a:extLst>
              <a:ext uri="{FF2B5EF4-FFF2-40B4-BE49-F238E27FC236}">
                <a16:creationId xmlns:a16="http://schemas.microsoft.com/office/drawing/2014/main" id="{C757D08A-490F-208E-9956-8EA3619BFF75}"/>
              </a:ext>
            </a:extLst>
          </p:cNvPr>
          <p:cNvSpPr txBox="1"/>
          <p:nvPr/>
        </p:nvSpPr>
        <p:spPr>
          <a:xfrm>
            <a:off x="1956486" y="3265966"/>
            <a:ext cx="2105736" cy="461665"/>
          </a:xfrm>
          <a:prstGeom prst="rect">
            <a:avLst/>
          </a:prstGeom>
          <a:noFill/>
        </p:spPr>
        <p:txBody>
          <a:bodyPr wrap="square" rtlCol="0">
            <a:spAutoFit/>
          </a:bodyPr>
          <a:lstStyle/>
          <a:p>
            <a:r>
              <a:rPr lang="en-US" sz="2400" dirty="0"/>
              <a:t>Definition</a:t>
            </a:r>
          </a:p>
        </p:txBody>
      </p:sp>
      <p:sp>
        <p:nvSpPr>
          <p:cNvPr id="29" name="TextBox 28">
            <a:extLst>
              <a:ext uri="{FF2B5EF4-FFF2-40B4-BE49-F238E27FC236}">
                <a16:creationId xmlns:a16="http://schemas.microsoft.com/office/drawing/2014/main" id="{F432EF3C-1B69-D261-D5FB-5721691CAFC7}"/>
              </a:ext>
            </a:extLst>
          </p:cNvPr>
          <p:cNvSpPr txBox="1"/>
          <p:nvPr/>
        </p:nvSpPr>
        <p:spPr>
          <a:xfrm>
            <a:off x="1956486" y="2125910"/>
            <a:ext cx="2273644" cy="369332"/>
          </a:xfrm>
          <a:prstGeom prst="rect">
            <a:avLst/>
          </a:prstGeom>
          <a:noFill/>
        </p:spPr>
        <p:txBody>
          <a:bodyPr wrap="square" rtlCol="0">
            <a:spAutoFit/>
          </a:bodyPr>
          <a:lstStyle/>
          <a:p>
            <a:r>
              <a:rPr lang="en-US" dirty="0"/>
              <a:t>________________</a:t>
            </a:r>
          </a:p>
        </p:txBody>
      </p:sp>
      <p:sp>
        <p:nvSpPr>
          <p:cNvPr id="31" name="TextBox 30">
            <a:extLst>
              <a:ext uri="{FF2B5EF4-FFF2-40B4-BE49-F238E27FC236}">
                <a16:creationId xmlns:a16="http://schemas.microsoft.com/office/drawing/2014/main" id="{00B40B78-1C98-CB37-6B8B-69C6274C4433}"/>
              </a:ext>
            </a:extLst>
          </p:cNvPr>
          <p:cNvSpPr txBox="1"/>
          <p:nvPr/>
        </p:nvSpPr>
        <p:spPr>
          <a:xfrm>
            <a:off x="1956486" y="3625001"/>
            <a:ext cx="6715074" cy="1588961"/>
          </a:xfrm>
          <a:prstGeom prst="rect">
            <a:avLst/>
          </a:prstGeom>
          <a:noFill/>
        </p:spPr>
        <p:txBody>
          <a:bodyPr wrap="square" lIns="91440" tIns="45720" rIns="91440" bIns="45720" rtlCol="0" anchor="t">
            <a:spAutoFit/>
          </a:bodyPr>
          <a:lstStyle/>
          <a:p>
            <a:pPr marL="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language and wording are simple and direct.</a:t>
            </a:r>
            <a:endParaRPr lang="en-US" sz="2400" kern="100" dirty="0">
              <a:solidFill>
                <a:srgbClr val="000000"/>
              </a:solidFill>
              <a:effectLst/>
              <a:latin typeface="Arial" panose="020B0604020202020204" pitchFamily="34" charset="0"/>
              <a:ea typeface="Arial" panose="020B0604020202020204" pitchFamily="34" charset="0"/>
            </a:endParaRPr>
          </a:p>
          <a:p>
            <a:pPr marL="45720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When read, its meaning is easy to understand.</a:t>
            </a:r>
            <a:endParaRPr lang="en-US" sz="2400" kern="100" dirty="0">
              <a:solidFill>
                <a:srgbClr val="000000"/>
              </a:solidFill>
              <a:effectLst/>
              <a:latin typeface="Arial" panose="020B0604020202020204" pitchFamily="34" charset="0"/>
              <a:ea typeface="Arial" panose="020B0604020202020204" pitchFamily="34" charset="0"/>
            </a:endParaRPr>
          </a:p>
        </p:txBody>
      </p:sp>
      <p:sp>
        <p:nvSpPr>
          <p:cNvPr id="38" name="Title 1">
            <a:extLst>
              <a:ext uri="{FF2B5EF4-FFF2-40B4-BE49-F238E27FC236}">
                <a16:creationId xmlns:a16="http://schemas.microsoft.com/office/drawing/2014/main" id="{2784E481-1DB4-2B06-DBA5-C52E9117930A}"/>
              </a:ext>
            </a:extLst>
          </p:cNvPr>
          <p:cNvSpPr>
            <a:spLocks noGrp="1"/>
          </p:cNvSpPr>
          <p:nvPr>
            <p:ph type="title"/>
          </p:nvPr>
        </p:nvSpPr>
        <p:spPr>
          <a:xfrm>
            <a:off x="628650" y="386512"/>
            <a:ext cx="7886700" cy="1325563"/>
          </a:xfrm>
        </p:spPr>
        <p:txBody>
          <a:bodyPr/>
          <a:lstStyle/>
          <a:p>
            <a:r>
              <a:rPr lang="en-US"/>
              <a:t>Quality Assessment Guide</a:t>
            </a:r>
          </a:p>
        </p:txBody>
      </p:sp>
    </p:spTree>
    <p:extLst>
      <p:ext uri="{BB962C8B-B14F-4D97-AF65-F5344CB8AC3E}">
        <p14:creationId xmlns:p14="http://schemas.microsoft.com/office/powerpoint/2010/main" val="3555691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00CA832-4F4D-9888-3452-64DFDE867C2E}"/>
              </a:ext>
            </a:extLst>
          </p:cNvPr>
          <p:cNvSpPr/>
          <p:nvPr/>
        </p:nvSpPr>
        <p:spPr>
          <a:xfrm>
            <a:off x="1224861" y="1655244"/>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D9690595-F18E-01D4-9882-07B63913779E}"/>
              </a:ext>
            </a:extLst>
          </p:cNvPr>
          <p:cNvSpPr/>
          <p:nvPr/>
        </p:nvSpPr>
        <p:spPr>
          <a:xfrm>
            <a:off x="1239795" y="3227598"/>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01E09CEA-BCB0-7D54-0EF6-07A60DADA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7833" y="3297546"/>
            <a:ext cx="342908" cy="323795"/>
          </a:xfrm>
          <a:prstGeom prst="rect">
            <a:avLst/>
          </a:prstGeom>
          <a:effectLst>
            <a:glow rad="101600">
              <a:schemeClr val="bg1"/>
            </a:glow>
          </a:effectLst>
        </p:spPr>
      </p:pic>
      <p:pic>
        <p:nvPicPr>
          <p:cNvPr id="24" name="Picture 23">
            <a:extLst>
              <a:ext uri="{FF2B5EF4-FFF2-40B4-BE49-F238E27FC236}">
                <a16:creationId xmlns:a16="http://schemas.microsoft.com/office/drawing/2014/main" id="{5E5ABED2-5BA4-C54A-012B-9DAFA2C64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899" y="1713375"/>
            <a:ext cx="342908" cy="323795"/>
          </a:xfrm>
          <a:prstGeom prst="rect">
            <a:avLst/>
          </a:prstGeom>
          <a:effectLst>
            <a:glow rad="101600">
              <a:schemeClr val="bg1"/>
            </a:glow>
          </a:effectLst>
        </p:spPr>
      </p:pic>
      <p:sp>
        <p:nvSpPr>
          <p:cNvPr id="26" name="TextBox 25">
            <a:extLst>
              <a:ext uri="{FF2B5EF4-FFF2-40B4-BE49-F238E27FC236}">
                <a16:creationId xmlns:a16="http://schemas.microsoft.com/office/drawing/2014/main" id="{072FC29B-0403-095E-67D8-B9D834DF622D}"/>
              </a:ext>
            </a:extLst>
          </p:cNvPr>
          <p:cNvSpPr txBox="1"/>
          <p:nvPr/>
        </p:nvSpPr>
        <p:spPr>
          <a:xfrm>
            <a:off x="1956486" y="1664245"/>
            <a:ext cx="2105736" cy="830997"/>
          </a:xfrm>
          <a:prstGeom prst="rect">
            <a:avLst/>
          </a:prstGeom>
          <a:noFill/>
        </p:spPr>
        <p:txBody>
          <a:bodyPr wrap="square" rtlCol="0">
            <a:spAutoFit/>
          </a:bodyPr>
          <a:lstStyle/>
          <a:p>
            <a:r>
              <a:rPr lang="en-US" sz="2400" dirty="0"/>
              <a:t>Quality</a:t>
            </a:r>
          </a:p>
          <a:p>
            <a:r>
              <a:rPr lang="en-US" sz="2400" dirty="0"/>
              <a:t>Natural</a:t>
            </a:r>
          </a:p>
        </p:txBody>
      </p:sp>
      <p:sp>
        <p:nvSpPr>
          <p:cNvPr id="27" name="TextBox 26">
            <a:extLst>
              <a:ext uri="{FF2B5EF4-FFF2-40B4-BE49-F238E27FC236}">
                <a16:creationId xmlns:a16="http://schemas.microsoft.com/office/drawing/2014/main" id="{C757D08A-490F-208E-9956-8EA3619BFF75}"/>
              </a:ext>
            </a:extLst>
          </p:cNvPr>
          <p:cNvSpPr txBox="1"/>
          <p:nvPr/>
        </p:nvSpPr>
        <p:spPr>
          <a:xfrm>
            <a:off x="1956486" y="3265966"/>
            <a:ext cx="2105736" cy="461665"/>
          </a:xfrm>
          <a:prstGeom prst="rect">
            <a:avLst/>
          </a:prstGeom>
          <a:noFill/>
        </p:spPr>
        <p:txBody>
          <a:bodyPr wrap="square" rtlCol="0">
            <a:spAutoFit/>
          </a:bodyPr>
          <a:lstStyle/>
          <a:p>
            <a:r>
              <a:rPr lang="en-US" sz="2400"/>
              <a:t>Definition</a:t>
            </a:r>
          </a:p>
        </p:txBody>
      </p:sp>
      <p:sp>
        <p:nvSpPr>
          <p:cNvPr id="29" name="TextBox 28">
            <a:extLst>
              <a:ext uri="{FF2B5EF4-FFF2-40B4-BE49-F238E27FC236}">
                <a16:creationId xmlns:a16="http://schemas.microsoft.com/office/drawing/2014/main" id="{F432EF3C-1B69-D261-D5FB-5721691CAFC7}"/>
              </a:ext>
            </a:extLst>
          </p:cNvPr>
          <p:cNvSpPr txBox="1"/>
          <p:nvPr/>
        </p:nvSpPr>
        <p:spPr>
          <a:xfrm>
            <a:off x="1956486" y="2119688"/>
            <a:ext cx="2273644" cy="369332"/>
          </a:xfrm>
          <a:prstGeom prst="rect">
            <a:avLst/>
          </a:prstGeom>
          <a:noFill/>
        </p:spPr>
        <p:txBody>
          <a:bodyPr wrap="square" rtlCol="0">
            <a:spAutoFit/>
          </a:bodyPr>
          <a:lstStyle/>
          <a:p>
            <a:r>
              <a:rPr lang="en-US" dirty="0"/>
              <a:t>________________</a:t>
            </a:r>
          </a:p>
        </p:txBody>
      </p:sp>
      <p:sp>
        <p:nvSpPr>
          <p:cNvPr id="31" name="TextBox 30">
            <a:extLst>
              <a:ext uri="{FF2B5EF4-FFF2-40B4-BE49-F238E27FC236}">
                <a16:creationId xmlns:a16="http://schemas.microsoft.com/office/drawing/2014/main" id="{00B40B78-1C98-CB37-6B8B-69C6274C4433}"/>
              </a:ext>
            </a:extLst>
          </p:cNvPr>
          <p:cNvSpPr txBox="1"/>
          <p:nvPr/>
        </p:nvSpPr>
        <p:spPr>
          <a:xfrm>
            <a:off x="1956486" y="3625001"/>
            <a:ext cx="5556834" cy="1588961"/>
          </a:xfrm>
          <a:prstGeom prst="rect">
            <a:avLst/>
          </a:prstGeom>
          <a:noFill/>
        </p:spPr>
        <p:txBody>
          <a:bodyPr wrap="square" lIns="91440" tIns="45720" rIns="91440" bIns="45720" rtlCol="0" anchor="t">
            <a:spAutoFit/>
          </a:bodyPr>
          <a:lstStyle/>
          <a:p>
            <a:pPr marL="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translation uses language and style that is common.</a:t>
            </a:r>
            <a:endParaRPr lang="en-US" sz="2400" kern="100" dirty="0">
              <a:solidFill>
                <a:srgbClr val="000000"/>
              </a:solidFill>
              <a:effectLst/>
              <a:latin typeface="Arial" panose="020B0604020202020204" pitchFamily="34" charset="0"/>
              <a:ea typeface="Arial" panose="020B0604020202020204" pitchFamily="34" charset="0"/>
            </a:endParaRPr>
          </a:p>
          <a:p>
            <a:pPr marL="45720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 translation sounds the way people talk or write.</a:t>
            </a:r>
            <a:endParaRPr lang="en-US" sz="2400" kern="100" dirty="0">
              <a:solidFill>
                <a:srgbClr val="000000"/>
              </a:solidFill>
              <a:effectLst/>
              <a:latin typeface="Arial" panose="020B0604020202020204" pitchFamily="34" charset="0"/>
              <a:ea typeface="Arial" panose="020B0604020202020204" pitchFamily="34" charset="0"/>
            </a:endParaRPr>
          </a:p>
        </p:txBody>
      </p:sp>
      <p:sp>
        <p:nvSpPr>
          <p:cNvPr id="38" name="Title 1">
            <a:extLst>
              <a:ext uri="{FF2B5EF4-FFF2-40B4-BE49-F238E27FC236}">
                <a16:creationId xmlns:a16="http://schemas.microsoft.com/office/drawing/2014/main" id="{2784E481-1DB4-2B06-DBA5-C52E9117930A}"/>
              </a:ext>
            </a:extLst>
          </p:cNvPr>
          <p:cNvSpPr>
            <a:spLocks noGrp="1"/>
          </p:cNvSpPr>
          <p:nvPr>
            <p:ph type="title"/>
          </p:nvPr>
        </p:nvSpPr>
        <p:spPr>
          <a:xfrm>
            <a:off x="628650" y="386512"/>
            <a:ext cx="7886700" cy="1325563"/>
          </a:xfrm>
        </p:spPr>
        <p:txBody>
          <a:bodyPr/>
          <a:lstStyle/>
          <a:p>
            <a:r>
              <a:rPr lang="en-US" dirty="0"/>
              <a:t>Quality Assessment Guide</a:t>
            </a:r>
          </a:p>
        </p:txBody>
      </p:sp>
    </p:spTree>
    <p:extLst>
      <p:ext uri="{BB962C8B-B14F-4D97-AF65-F5344CB8AC3E}">
        <p14:creationId xmlns:p14="http://schemas.microsoft.com/office/powerpoint/2010/main" val="1271603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00CA832-4F4D-9888-3452-64DFDE867C2E}"/>
              </a:ext>
            </a:extLst>
          </p:cNvPr>
          <p:cNvSpPr/>
          <p:nvPr/>
        </p:nvSpPr>
        <p:spPr>
          <a:xfrm>
            <a:off x="1224861" y="1655244"/>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D9690595-F18E-01D4-9882-07B63913779E}"/>
              </a:ext>
            </a:extLst>
          </p:cNvPr>
          <p:cNvSpPr/>
          <p:nvPr/>
        </p:nvSpPr>
        <p:spPr>
          <a:xfrm>
            <a:off x="1239795" y="3227598"/>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01E09CEA-BCB0-7D54-0EF6-07A60DADA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7833" y="3297546"/>
            <a:ext cx="342908" cy="323795"/>
          </a:xfrm>
          <a:prstGeom prst="rect">
            <a:avLst/>
          </a:prstGeom>
          <a:effectLst>
            <a:glow rad="101600">
              <a:schemeClr val="bg1"/>
            </a:glow>
          </a:effectLst>
        </p:spPr>
      </p:pic>
      <p:pic>
        <p:nvPicPr>
          <p:cNvPr id="24" name="Picture 23">
            <a:extLst>
              <a:ext uri="{FF2B5EF4-FFF2-40B4-BE49-F238E27FC236}">
                <a16:creationId xmlns:a16="http://schemas.microsoft.com/office/drawing/2014/main" id="{5E5ABED2-5BA4-C54A-012B-9DAFA2C64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899" y="1713375"/>
            <a:ext cx="342908" cy="323795"/>
          </a:xfrm>
          <a:prstGeom prst="rect">
            <a:avLst/>
          </a:prstGeom>
          <a:effectLst>
            <a:glow rad="101600">
              <a:schemeClr val="bg1"/>
            </a:glow>
          </a:effectLst>
        </p:spPr>
      </p:pic>
      <p:sp>
        <p:nvSpPr>
          <p:cNvPr id="26" name="TextBox 25">
            <a:extLst>
              <a:ext uri="{FF2B5EF4-FFF2-40B4-BE49-F238E27FC236}">
                <a16:creationId xmlns:a16="http://schemas.microsoft.com/office/drawing/2014/main" id="{072FC29B-0403-095E-67D8-B9D834DF622D}"/>
              </a:ext>
            </a:extLst>
          </p:cNvPr>
          <p:cNvSpPr txBox="1"/>
          <p:nvPr/>
        </p:nvSpPr>
        <p:spPr>
          <a:xfrm>
            <a:off x="1956486" y="1664245"/>
            <a:ext cx="2105736" cy="830997"/>
          </a:xfrm>
          <a:prstGeom prst="rect">
            <a:avLst/>
          </a:prstGeom>
          <a:noFill/>
        </p:spPr>
        <p:txBody>
          <a:bodyPr wrap="square" rtlCol="0">
            <a:spAutoFit/>
          </a:bodyPr>
          <a:lstStyle/>
          <a:p>
            <a:r>
              <a:rPr lang="en-US" sz="2400" dirty="0"/>
              <a:t>Quality</a:t>
            </a:r>
          </a:p>
          <a:p>
            <a:r>
              <a:rPr lang="en-US" sz="2400" dirty="0"/>
              <a:t>Faithful</a:t>
            </a:r>
          </a:p>
        </p:txBody>
      </p:sp>
      <p:sp>
        <p:nvSpPr>
          <p:cNvPr id="27" name="TextBox 26">
            <a:extLst>
              <a:ext uri="{FF2B5EF4-FFF2-40B4-BE49-F238E27FC236}">
                <a16:creationId xmlns:a16="http://schemas.microsoft.com/office/drawing/2014/main" id="{C757D08A-490F-208E-9956-8EA3619BFF75}"/>
              </a:ext>
            </a:extLst>
          </p:cNvPr>
          <p:cNvSpPr txBox="1"/>
          <p:nvPr/>
        </p:nvSpPr>
        <p:spPr>
          <a:xfrm>
            <a:off x="1956486" y="3265966"/>
            <a:ext cx="2105736" cy="461665"/>
          </a:xfrm>
          <a:prstGeom prst="rect">
            <a:avLst/>
          </a:prstGeom>
          <a:noFill/>
        </p:spPr>
        <p:txBody>
          <a:bodyPr wrap="square" rtlCol="0">
            <a:spAutoFit/>
          </a:bodyPr>
          <a:lstStyle/>
          <a:p>
            <a:r>
              <a:rPr lang="en-US" sz="2400"/>
              <a:t>Definition</a:t>
            </a:r>
          </a:p>
        </p:txBody>
      </p:sp>
      <p:sp>
        <p:nvSpPr>
          <p:cNvPr id="29" name="TextBox 28">
            <a:extLst>
              <a:ext uri="{FF2B5EF4-FFF2-40B4-BE49-F238E27FC236}">
                <a16:creationId xmlns:a16="http://schemas.microsoft.com/office/drawing/2014/main" id="{F432EF3C-1B69-D261-D5FB-5721691CAFC7}"/>
              </a:ext>
            </a:extLst>
          </p:cNvPr>
          <p:cNvSpPr txBox="1"/>
          <p:nvPr/>
        </p:nvSpPr>
        <p:spPr>
          <a:xfrm>
            <a:off x="1956486" y="2119688"/>
            <a:ext cx="2273644" cy="369332"/>
          </a:xfrm>
          <a:prstGeom prst="rect">
            <a:avLst/>
          </a:prstGeom>
          <a:noFill/>
        </p:spPr>
        <p:txBody>
          <a:bodyPr wrap="square" rtlCol="0">
            <a:spAutoFit/>
          </a:bodyPr>
          <a:lstStyle/>
          <a:p>
            <a:r>
              <a:rPr lang="en-US" dirty="0"/>
              <a:t>________________</a:t>
            </a:r>
          </a:p>
        </p:txBody>
      </p:sp>
      <p:sp>
        <p:nvSpPr>
          <p:cNvPr id="31" name="TextBox 30">
            <a:extLst>
              <a:ext uri="{FF2B5EF4-FFF2-40B4-BE49-F238E27FC236}">
                <a16:creationId xmlns:a16="http://schemas.microsoft.com/office/drawing/2014/main" id="{00B40B78-1C98-CB37-6B8B-69C6274C4433}"/>
              </a:ext>
            </a:extLst>
          </p:cNvPr>
          <p:cNvSpPr txBox="1"/>
          <p:nvPr/>
        </p:nvSpPr>
        <p:spPr>
          <a:xfrm>
            <a:off x="1956486" y="3625001"/>
            <a:ext cx="5556834" cy="2349810"/>
          </a:xfrm>
          <a:prstGeom prst="rect">
            <a:avLst/>
          </a:prstGeom>
          <a:noFill/>
        </p:spPr>
        <p:txBody>
          <a:bodyPr wrap="square" lIns="91440" tIns="45720" rIns="91440" bIns="45720" rtlCol="0" anchor="t">
            <a:spAutoFit/>
          </a:bodyPr>
          <a:lstStyle/>
          <a:p>
            <a:pPr marL="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translation does not favor one opinion over another in theology.</a:t>
            </a:r>
            <a:endParaRPr lang="en-US" sz="2400" kern="100" dirty="0">
              <a:solidFill>
                <a:srgbClr val="000000"/>
              </a:solidFill>
              <a:effectLst/>
              <a:latin typeface="Arial" panose="020B0604020202020204" pitchFamily="34" charset="0"/>
              <a:ea typeface="Arial" panose="020B0604020202020204" pitchFamily="34" charset="0"/>
            </a:endParaRPr>
          </a:p>
          <a:p>
            <a:pPr marL="45720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There is no denominational bias, such as adjusted wording to support a particular baptism practice.</a:t>
            </a:r>
            <a:endParaRPr lang="en-US" sz="2400" kern="100" dirty="0">
              <a:solidFill>
                <a:srgbClr val="000000"/>
              </a:solidFill>
              <a:effectLst/>
              <a:latin typeface="Arial" panose="020B0604020202020204" pitchFamily="34" charset="0"/>
              <a:ea typeface="Arial" panose="020B0604020202020204" pitchFamily="34" charset="0"/>
            </a:endParaRPr>
          </a:p>
        </p:txBody>
      </p:sp>
      <p:sp>
        <p:nvSpPr>
          <p:cNvPr id="38" name="Title 1">
            <a:extLst>
              <a:ext uri="{FF2B5EF4-FFF2-40B4-BE49-F238E27FC236}">
                <a16:creationId xmlns:a16="http://schemas.microsoft.com/office/drawing/2014/main" id="{2784E481-1DB4-2B06-DBA5-C52E9117930A}"/>
              </a:ext>
            </a:extLst>
          </p:cNvPr>
          <p:cNvSpPr>
            <a:spLocks noGrp="1"/>
          </p:cNvSpPr>
          <p:nvPr>
            <p:ph type="title"/>
          </p:nvPr>
        </p:nvSpPr>
        <p:spPr>
          <a:xfrm>
            <a:off x="628650" y="386512"/>
            <a:ext cx="7886700" cy="1325563"/>
          </a:xfrm>
        </p:spPr>
        <p:txBody>
          <a:bodyPr/>
          <a:lstStyle/>
          <a:p>
            <a:r>
              <a:rPr lang="en-US" dirty="0"/>
              <a:t>Quality Assessment Guide</a:t>
            </a:r>
          </a:p>
        </p:txBody>
      </p:sp>
    </p:spTree>
    <p:extLst>
      <p:ext uri="{BB962C8B-B14F-4D97-AF65-F5344CB8AC3E}">
        <p14:creationId xmlns:p14="http://schemas.microsoft.com/office/powerpoint/2010/main" val="542063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00CA832-4F4D-9888-3452-64DFDE867C2E}"/>
              </a:ext>
            </a:extLst>
          </p:cNvPr>
          <p:cNvSpPr/>
          <p:nvPr/>
        </p:nvSpPr>
        <p:spPr>
          <a:xfrm>
            <a:off x="1224861" y="1655244"/>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D9690595-F18E-01D4-9882-07B63913779E}"/>
              </a:ext>
            </a:extLst>
          </p:cNvPr>
          <p:cNvSpPr/>
          <p:nvPr/>
        </p:nvSpPr>
        <p:spPr>
          <a:xfrm>
            <a:off x="1224861" y="2896633"/>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01E09CEA-BCB0-7D54-0EF6-07A60DADA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899" y="2966581"/>
            <a:ext cx="342908" cy="323795"/>
          </a:xfrm>
          <a:prstGeom prst="rect">
            <a:avLst/>
          </a:prstGeom>
          <a:effectLst>
            <a:glow rad="101600">
              <a:schemeClr val="bg1"/>
            </a:glow>
          </a:effectLst>
        </p:spPr>
      </p:pic>
      <p:pic>
        <p:nvPicPr>
          <p:cNvPr id="24" name="Picture 23">
            <a:extLst>
              <a:ext uri="{FF2B5EF4-FFF2-40B4-BE49-F238E27FC236}">
                <a16:creationId xmlns:a16="http://schemas.microsoft.com/office/drawing/2014/main" id="{5E5ABED2-5BA4-C54A-012B-9DAFA2C64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899" y="1713375"/>
            <a:ext cx="342908" cy="323795"/>
          </a:xfrm>
          <a:prstGeom prst="rect">
            <a:avLst/>
          </a:prstGeom>
          <a:effectLst>
            <a:glow rad="101600">
              <a:schemeClr val="bg1"/>
            </a:glow>
          </a:effectLst>
        </p:spPr>
      </p:pic>
      <p:sp>
        <p:nvSpPr>
          <p:cNvPr id="26" name="TextBox 25">
            <a:extLst>
              <a:ext uri="{FF2B5EF4-FFF2-40B4-BE49-F238E27FC236}">
                <a16:creationId xmlns:a16="http://schemas.microsoft.com/office/drawing/2014/main" id="{072FC29B-0403-095E-67D8-B9D834DF622D}"/>
              </a:ext>
            </a:extLst>
          </p:cNvPr>
          <p:cNvSpPr txBox="1"/>
          <p:nvPr/>
        </p:nvSpPr>
        <p:spPr>
          <a:xfrm>
            <a:off x="1956486" y="1664245"/>
            <a:ext cx="2105736" cy="830997"/>
          </a:xfrm>
          <a:prstGeom prst="rect">
            <a:avLst/>
          </a:prstGeom>
          <a:noFill/>
        </p:spPr>
        <p:txBody>
          <a:bodyPr wrap="square" rtlCol="0">
            <a:spAutoFit/>
          </a:bodyPr>
          <a:lstStyle/>
          <a:p>
            <a:r>
              <a:rPr lang="en-US" sz="2400" dirty="0"/>
              <a:t>Quality</a:t>
            </a:r>
          </a:p>
          <a:p>
            <a:r>
              <a:rPr lang="en-US" sz="2400" dirty="0"/>
              <a:t>Historical</a:t>
            </a:r>
          </a:p>
        </p:txBody>
      </p:sp>
      <p:sp>
        <p:nvSpPr>
          <p:cNvPr id="27" name="TextBox 26">
            <a:extLst>
              <a:ext uri="{FF2B5EF4-FFF2-40B4-BE49-F238E27FC236}">
                <a16:creationId xmlns:a16="http://schemas.microsoft.com/office/drawing/2014/main" id="{C757D08A-490F-208E-9956-8EA3619BFF75}"/>
              </a:ext>
            </a:extLst>
          </p:cNvPr>
          <p:cNvSpPr txBox="1"/>
          <p:nvPr/>
        </p:nvSpPr>
        <p:spPr>
          <a:xfrm>
            <a:off x="1941552" y="2935001"/>
            <a:ext cx="2105736" cy="461665"/>
          </a:xfrm>
          <a:prstGeom prst="rect">
            <a:avLst/>
          </a:prstGeom>
          <a:noFill/>
        </p:spPr>
        <p:txBody>
          <a:bodyPr wrap="square" rtlCol="0">
            <a:spAutoFit/>
          </a:bodyPr>
          <a:lstStyle/>
          <a:p>
            <a:r>
              <a:rPr lang="en-US" sz="2400"/>
              <a:t>Definition</a:t>
            </a:r>
          </a:p>
        </p:txBody>
      </p:sp>
      <p:sp>
        <p:nvSpPr>
          <p:cNvPr id="29" name="TextBox 28">
            <a:extLst>
              <a:ext uri="{FF2B5EF4-FFF2-40B4-BE49-F238E27FC236}">
                <a16:creationId xmlns:a16="http://schemas.microsoft.com/office/drawing/2014/main" id="{F432EF3C-1B69-D261-D5FB-5721691CAFC7}"/>
              </a:ext>
            </a:extLst>
          </p:cNvPr>
          <p:cNvSpPr txBox="1"/>
          <p:nvPr/>
        </p:nvSpPr>
        <p:spPr>
          <a:xfrm>
            <a:off x="1956486" y="2119688"/>
            <a:ext cx="2273644" cy="369332"/>
          </a:xfrm>
          <a:prstGeom prst="rect">
            <a:avLst/>
          </a:prstGeom>
          <a:noFill/>
        </p:spPr>
        <p:txBody>
          <a:bodyPr wrap="square" rtlCol="0">
            <a:spAutoFit/>
          </a:bodyPr>
          <a:lstStyle/>
          <a:p>
            <a:r>
              <a:rPr lang="en-US" dirty="0"/>
              <a:t>________________</a:t>
            </a:r>
          </a:p>
        </p:txBody>
      </p:sp>
      <p:sp>
        <p:nvSpPr>
          <p:cNvPr id="31" name="TextBox 30">
            <a:extLst>
              <a:ext uri="{FF2B5EF4-FFF2-40B4-BE49-F238E27FC236}">
                <a16:creationId xmlns:a16="http://schemas.microsoft.com/office/drawing/2014/main" id="{00B40B78-1C98-CB37-6B8B-69C6274C4433}"/>
              </a:ext>
            </a:extLst>
          </p:cNvPr>
          <p:cNvSpPr txBox="1"/>
          <p:nvPr/>
        </p:nvSpPr>
        <p:spPr>
          <a:xfrm>
            <a:off x="1941552" y="3294036"/>
            <a:ext cx="6379488" cy="2730235"/>
          </a:xfrm>
          <a:prstGeom prst="rect">
            <a:avLst/>
          </a:prstGeom>
          <a:noFill/>
        </p:spPr>
        <p:txBody>
          <a:bodyPr wrap="square" lIns="91440" tIns="45720" rIns="91440" bIns="45720" rtlCol="0" anchor="t">
            <a:spAutoFit/>
          </a:bodyPr>
          <a:lstStyle/>
          <a:p>
            <a:pPr marL="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translation maintains the geography, environment, and time of the source text.</a:t>
            </a:r>
            <a:endParaRPr lang="en-US" sz="2400" kern="100" dirty="0">
              <a:solidFill>
                <a:srgbClr val="000000"/>
              </a:solidFill>
              <a:effectLst/>
              <a:latin typeface="Arial" panose="020B0604020202020204" pitchFamily="34" charset="0"/>
              <a:ea typeface="Arial" panose="020B0604020202020204" pitchFamily="34" charset="0"/>
            </a:endParaRPr>
          </a:p>
          <a:p>
            <a:pPr marL="45720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Names of people and places are consistent and correct.</a:t>
            </a:r>
            <a:endParaRPr lang="en-US" sz="2400" kern="100" dirty="0">
              <a:solidFill>
                <a:srgbClr val="000000"/>
              </a:solidFill>
              <a:effectLst/>
              <a:latin typeface="Arial" panose="020B0604020202020204" pitchFamily="34" charset="0"/>
              <a:ea typeface="Arial" panose="020B0604020202020204" pitchFamily="34" charset="0"/>
            </a:endParaRPr>
          </a:p>
          <a:p>
            <a:pPr marL="45720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Plants and animals are accurate to the historical environment of the Scripture.</a:t>
            </a:r>
            <a:endParaRPr lang="en-US" sz="2400" kern="100" dirty="0">
              <a:solidFill>
                <a:srgbClr val="000000"/>
              </a:solidFill>
              <a:effectLst/>
              <a:latin typeface="Arial" panose="020B0604020202020204" pitchFamily="34" charset="0"/>
              <a:ea typeface="Arial" panose="020B0604020202020204" pitchFamily="34" charset="0"/>
            </a:endParaRPr>
          </a:p>
        </p:txBody>
      </p:sp>
      <p:sp>
        <p:nvSpPr>
          <p:cNvPr id="38" name="Title 1">
            <a:extLst>
              <a:ext uri="{FF2B5EF4-FFF2-40B4-BE49-F238E27FC236}">
                <a16:creationId xmlns:a16="http://schemas.microsoft.com/office/drawing/2014/main" id="{2784E481-1DB4-2B06-DBA5-C52E9117930A}"/>
              </a:ext>
            </a:extLst>
          </p:cNvPr>
          <p:cNvSpPr>
            <a:spLocks noGrp="1"/>
          </p:cNvSpPr>
          <p:nvPr>
            <p:ph type="title"/>
          </p:nvPr>
        </p:nvSpPr>
        <p:spPr>
          <a:xfrm>
            <a:off x="628650" y="386512"/>
            <a:ext cx="7886700" cy="1325563"/>
          </a:xfrm>
        </p:spPr>
        <p:txBody>
          <a:bodyPr/>
          <a:lstStyle/>
          <a:p>
            <a:r>
              <a:rPr lang="en-US" dirty="0"/>
              <a:t>Quality Assessment Guide</a:t>
            </a:r>
          </a:p>
        </p:txBody>
      </p:sp>
    </p:spTree>
    <p:extLst>
      <p:ext uri="{BB962C8B-B14F-4D97-AF65-F5344CB8AC3E}">
        <p14:creationId xmlns:p14="http://schemas.microsoft.com/office/powerpoint/2010/main" val="3206897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00CA832-4F4D-9888-3452-64DFDE867C2E}"/>
              </a:ext>
            </a:extLst>
          </p:cNvPr>
          <p:cNvSpPr/>
          <p:nvPr/>
        </p:nvSpPr>
        <p:spPr>
          <a:xfrm>
            <a:off x="1224861" y="1655244"/>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D9690595-F18E-01D4-9882-07B63913779E}"/>
              </a:ext>
            </a:extLst>
          </p:cNvPr>
          <p:cNvSpPr/>
          <p:nvPr/>
        </p:nvSpPr>
        <p:spPr>
          <a:xfrm>
            <a:off x="1224861" y="2896633"/>
            <a:ext cx="518984" cy="463692"/>
          </a:xfrm>
          <a:prstGeom prst="rect">
            <a:avLst/>
          </a:prstGeom>
          <a:ln/>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01E09CEA-BCB0-7D54-0EF6-07A60DADA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899" y="2966581"/>
            <a:ext cx="342908" cy="323795"/>
          </a:xfrm>
          <a:prstGeom prst="rect">
            <a:avLst/>
          </a:prstGeom>
          <a:effectLst>
            <a:glow rad="101600">
              <a:schemeClr val="bg1"/>
            </a:glow>
          </a:effectLst>
        </p:spPr>
      </p:pic>
      <p:pic>
        <p:nvPicPr>
          <p:cNvPr id="24" name="Picture 23">
            <a:extLst>
              <a:ext uri="{FF2B5EF4-FFF2-40B4-BE49-F238E27FC236}">
                <a16:creationId xmlns:a16="http://schemas.microsoft.com/office/drawing/2014/main" id="{5E5ABED2-5BA4-C54A-012B-9DAFA2C64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899" y="1713375"/>
            <a:ext cx="342908" cy="323795"/>
          </a:xfrm>
          <a:prstGeom prst="rect">
            <a:avLst/>
          </a:prstGeom>
          <a:effectLst>
            <a:glow rad="101600">
              <a:schemeClr val="bg1"/>
            </a:glow>
          </a:effectLst>
        </p:spPr>
      </p:pic>
      <p:sp>
        <p:nvSpPr>
          <p:cNvPr id="26" name="TextBox 25">
            <a:extLst>
              <a:ext uri="{FF2B5EF4-FFF2-40B4-BE49-F238E27FC236}">
                <a16:creationId xmlns:a16="http://schemas.microsoft.com/office/drawing/2014/main" id="{072FC29B-0403-095E-67D8-B9D834DF622D}"/>
              </a:ext>
            </a:extLst>
          </p:cNvPr>
          <p:cNvSpPr txBox="1"/>
          <p:nvPr/>
        </p:nvSpPr>
        <p:spPr>
          <a:xfrm>
            <a:off x="1956486" y="1664245"/>
            <a:ext cx="3423234" cy="830997"/>
          </a:xfrm>
          <a:prstGeom prst="rect">
            <a:avLst/>
          </a:prstGeom>
          <a:noFill/>
        </p:spPr>
        <p:txBody>
          <a:bodyPr wrap="square" rtlCol="0">
            <a:spAutoFit/>
          </a:bodyPr>
          <a:lstStyle/>
          <a:p>
            <a:r>
              <a:rPr lang="en-US" sz="2400" dirty="0"/>
              <a:t>Quality</a:t>
            </a:r>
          </a:p>
          <a:p>
            <a:r>
              <a:rPr lang="en-US" sz="2400" dirty="0"/>
              <a:t>Grammatically Correct</a:t>
            </a:r>
          </a:p>
        </p:txBody>
      </p:sp>
      <p:sp>
        <p:nvSpPr>
          <p:cNvPr id="27" name="TextBox 26">
            <a:extLst>
              <a:ext uri="{FF2B5EF4-FFF2-40B4-BE49-F238E27FC236}">
                <a16:creationId xmlns:a16="http://schemas.microsoft.com/office/drawing/2014/main" id="{C757D08A-490F-208E-9956-8EA3619BFF75}"/>
              </a:ext>
            </a:extLst>
          </p:cNvPr>
          <p:cNvSpPr txBox="1"/>
          <p:nvPr/>
        </p:nvSpPr>
        <p:spPr>
          <a:xfrm>
            <a:off x="1941552" y="2935001"/>
            <a:ext cx="2105736" cy="461665"/>
          </a:xfrm>
          <a:prstGeom prst="rect">
            <a:avLst/>
          </a:prstGeom>
          <a:noFill/>
        </p:spPr>
        <p:txBody>
          <a:bodyPr wrap="square" rtlCol="0">
            <a:spAutoFit/>
          </a:bodyPr>
          <a:lstStyle/>
          <a:p>
            <a:r>
              <a:rPr lang="en-US" sz="2400"/>
              <a:t>Definition</a:t>
            </a:r>
          </a:p>
        </p:txBody>
      </p:sp>
      <p:sp>
        <p:nvSpPr>
          <p:cNvPr id="29" name="TextBox 28">
            <a:extLst>
              <a:ext uri="{FF2B5EF4-FFF2-40B4-BE49-F238E27FC236}">
                <a16:creationId xmlns:a16="http://schemas.microsoft.com/office/drawing/2014/main" id="{F432EF3C-1B69-D261-D5FB-5721691CAFC7}"/>
              </a:ext>
            </a:extLst>
          </p:cNvPr>
          <p:cNvSpPr txBox="1"/>
          <p:nvPr/>
        </p:nvSpPr>
        <p:spPr>
          <a:xfrm>
            <a:off x="1956486" y="2119688"/>
            <a:ext cx="4246194" cy="369332"/>
          </a:xfrm>
          <a:prstGeom prst="rect">
            <a:avLst/>
          </a:prstGeom>
          <a:noFill/>
        </p:spPr>
        <p:txBody>
          <a:bodyPr wrap="square" rtlCol="0">
            <a:spAutoFit/>
          </a:bodyPr>
          <a:lstStyle/>
          <a:p>
            <a:r>
              <a:rPr lang="en-US" dirty="0"/>
              <a:t>_____________________________</a:t>
            </a:r>
          </a:p>
        </p:txBody>
      </p:sp>
      <p:sp>
        <p:nvSpPr>
          <p:cNvPr id="31" name="TextBox 30">
            <a:extLst>
              <a:ext uri="{FF2B5EF4-FFF2-40B4-BE49-F238E27FC236}">
                <a16:creationId xmlns:a16="http://schemas.microsoft.com/office/drawing/2014/main" id="{00B40B78-1C98-CB37-6B8B-69C6274C4433}"/>
              </a:ext>
            </a:extLst>
          </p:cNvPr>
          <p:cNvSpPr txBox="1"/>
          <p:nvPr/>
        </p:nvSpPr>
        <p:spPr>
          <a:xfrm>
            <a:off x="1941552" y="3294036"/>
            <a:ext cx="6379488" cy="2349810"/>
          </a:xfrm>
          <a:prstGeom prst="rect">
            <a:avLst/>
          </a:prstGeom>
          <a:noFill/>
        </p:spPr>
        <p:txBody>
          <a:bodyPr wrap="square" lIns="91440" tIns="45720" rIns="91440" bIns="45720" rtlCol="0" anchor="t">
            <a:spAutoFit/>
          </a:bodyPr>
          <a:lstStyle/>
          <a:p>
            <a:pPr marL="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grammar and punctuation of the target language is consistent and</a:t>
            </a:r>
            <a:endParaRPr lang="en-US" sz="2400" kern="100" dirty="0">
              <a:solidFill>
                <a:srgbClr val="000000"/>
              </a:solidFill>
              <a:effectLst/>
              <a:latin typeface="Arial" panose="020B0604020202020204" pitchFamily="34" charset="0"/>
              <a:ea typeface="Arial" panose="020B0604020202020204" pitchFamily="34" charset="0"/>
            </a:endParaRPr>
          </a:p>
          <a:p>
            <a:pPr marL="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correct.</a:t>
            </a:r>
            <a:endParaRPr lang="en-US" sz="2400" kern="100" dirty="0">
              <a:solidFill>
                <a:srgbClr val="000000"/>
              </a:solidFill>
              <a:effectLst/>
              <a:latin typeface="Arial" panose="020B0604020202020204" pitchFamily="34" charset="0"/>
              <a:ea typeface="Arial" panose="020B0604020202020204" pitchFamily="34" charset="0"/>
            </a:endParaRPr>
          </a:p>
          <a:p>
            <a:pPr marL="45720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Capitalization and punctuation rules are followed.</a:t>
            </a:r>
            <a:endParaRPr lang="en-US" sz="2400" kern="100" dirty="0">
              <a:solidFill>
                <a:srgbClr val="000000"/>
              </a:solidFill>
              <a:effectLst/>
              <a:latin typeface="Arial" panose="020B0604020202020204" pitchFamily="34" charset="0"/>
              <a:ea typeface="Arial" panose="020B0604020202020204" pitchFamily="34" charset="0"/>
            </a:endParaRPr>
          </a:p>
          <a:p>
            <a:pPr marL="457200" marR="0" indent="0">
              <a:lnSpc>
                <a:spcPct val="103000"/>
              </a:lnSpc>
              <a:spcBef>
                <a:spcPts val="0"/>
              </a:spcBef>
              <a:spcAft>
                <a:spcPts val="0"/>
              </a:spcAft>
            </a:pPr>
            <a:r>
              <a:rPr lang="en-US" sz="24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Spelling and grammar are correct.</a:t>
            </a:r>
            <a:endParaRPr lang="en-US" sz="2400" kern="100" dirty="0">
              <a:solidFill>
                <a:srgbClr val="000000"/>
              </a:solidFill>
              <a:effectLst/>
              <a:latin typeface="Arial" panose="020B0604020202020204" pitchFamily="34" charset="0"/>
              <a:ea typeface="Arial" panose="020B0604020202020204" pitchFamily="34" charset="0"/>
            </a:endParaRPr>
          </a:p>
        </p:txBody>
      </p:sp>
      <p:sp>
        <p:nvSpPr>
          <p:cNvPr id="38" name="Title 1">
            <a:extLst>
              <a:ext uri="{FF2B5EF4-FFF2-40B4-BE49-F238E27FC236}">
                <a16:creationId xmlns:a16="http://schemas.microsoft.com/office/drawing/2014/main" id="{2784E481-1DB4-2B06-DBA5-C52E9117930A}"/>
              </a:ext>
            </a:extLst>
          </p:cNvPr>
          <p:cNvSpPr>
            <a:spLocks noGrp="1"/>
          </p:cNvSpPr>
          <p:nvPr>
            <p:ph type="title"/>
          </p:nvPr>
        </p:nvSpPr>
        <p:spPr>
          <a:xfrm>
            <a:off x="628650" y="386512"/>
            <a:ext cx="7886700" cy="1325563"/>
          </a:xfrm>
        </p:spPr>
        <p:txBody>
          <a:bodyPr/>
          <a:lstStyle/>
          <a:p>
            <a:r>
              <a:rPr lang="en-US" dirty="0"/>
              <a:t>Quality Assessment Guide</a:t>
            </a:r>
          </a:p>
        </p:txBody>
      </p:sp>
    </p:spTree>
    <p:extLst>
      <p:ext uri="{BB962C8B-B14F-4D97-AF65-F5344CB8AC3E}">
        <p14:creationId xmlns:p14="http://schemas.microsoft.com/office/powerpoint/2010/main" val="3069738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white question mark on a black background&#10;&#10;Description automatically generated">
            <a:extLst>
              <a:ext uri="{FF2B5EF4-FFF2-40B4-BE49-F238E27FC236}">
                <a16:creationId xmlns:a16="http://schemas.microsoft.com/office/drawing/2014/main" id="{ABDC51C8-8B2C-D41D-7DD0-99951B75542D}"/>
              </a:ext>
            </a:extLst>
          </p:cNvPr>
          <p:cNvPicPr>
            <a:picLocks noGrp="1" noChangeAspect="1"/>
          </p:cNvPicPr>
          <p:nvPr>
            <p:ph idx="1"/>
          </p:nvPr>
        </p:nvPicPr>
        <p:blipFill>
          <a:blip r:embed="rId2"/>
          <a:stretch>
            <a:fillRect/>
          </a:stretch>
        </p:blipFill>
        <p:spPr>
          <a:xfrm>
            <a:off x="-467586" y="-1609358"/>
            <a:ext cx="10222794" cy="11895037"/>
          </a:xfrm>
        </p:spPr>
      </p:pic>
      <p:sp>
        <p:nvSpPr>
          <p:cNvPr id="2" name="Title 1">
            <a:extLst>
              <a:ext uri="{FF2B5EF4-FFF2-40B4-BE49-F238E27FC236}">
                <a16:creationId xmlns:a16="http://schemas.microsoft.com/office/drawing/2014/main" id="{DF5D9CF3-2546-652A-E758-B4EE1EBA4191}"/>
              </a:ext>
            </a:extLst>
          </p:cNvPr>
          <p:cNvSpPr>
            <a:spLocks noGrp="1"/>
          </p:cNvSpPr>
          <p:nvPr>
            <p:ph type="title"/>
          </p:nvPr>
        </p:nvSpPr>
        <p:spPr>
          <a:xfrm>
            <a:off x="760304" y="2768261"/>
            <a:ext cx="7886700" cy="1325563"/>
          </a:xfrm>
        </p:spPr>
        <p:txBody>
          <a:bodyPr/>
          <a:lstStyle/>
          <a:p>
            <a:r>
              <a:rPr lang="en-US" dirty="0">
                <a:latin typeface="Arial"/>
                <a:cs typeface="Arial"/>
              </a:rPr>
              <a:t>What other qualities are needed in a translation?</a:t>
            </a:r>
            <a:endParaRPr lang="en-US" dirty="0"/>
          </a:p>
        </p:txBody>
      </p:sp>
    </p:spTree>
    <p:extLst>
      <p:ext uri="{BB962C8B-B14F-4D97-AF65-F5344CB8AC3E}">
        <p14:creationId xmlns:p14="http://schemas.microsoft.com/office/powerpoint/2010/main" val="4279245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AB5671C2-3743-F940-D05E-8C9F47076FC4}"/>
              </a:ext>
            </a:extLst>
          </p:cNvPr>
          <p:cNvSpPr/>
          <p:nvPr/>
        </p:nvSpPr>
        <p:spPr>
          <a:xfrm>
            <a:off x="5378280" y="2794874"/>
            <a:ext cx="2526957" cy="2380357"/>
          </a:xfrm>
          <a:prstGeom prst="ellipse">
            <a:avLst/>
          </a:prstGeom>
          <a:solidFill>
            <a:srgbClr val="B95659"/>
          </a:solidFill>
          <a:ln>
            <a:noFill/>
          </a:ln>
        </p:spPr>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a:p>
            <a:pPr algn="ctr"/>
            <a:endParaRPr lang="en-US" sz="2000">
              <a:solidFill>
                <a:srgbClr val="716557"/>
              </a:solidFill>
              <a:latin typeface="Arial" panose="020B0604020202020204" pitchFamily="34" charset="0"/>
              <a:cs typeface="Arial" panose="020B0604020202020204" pitchFamily="34" charset="0"/>
            </a:endParaRPr>
          </a:p>
          <a:p>
            <a:pPr algn="ctr"/>
            <a:r>
              <a:rPr lang="en-US" sz="2400" b="1">
                <a:solidFill>
                  <a:schemeClr val="bg1"/>
                </a:solidFill>
                <a:latin typeface="Arial" panose="020B0604020202020204" pitchFamily="34" charset="0"/>
                <a:cs typeface="Arial" panose="020B0604020202020204" pitchFamily="34" charset="0"/>
              </a:rPr>
              <a:t>No</a:t>
            </a:r>
          </a:p>
          <a:p>
            <a:pPr algn="ctr"/>
            <a:endParaRPr lang="en-US" sz="2000">
              <a:solidFill>
                <a:srgbClr val="716557"/>
              </a:solidFill>
              <a:latin typeface="Arial" panose="020B0604020202020204" pitchFamily="34" charset="0"/>
              <a:cs typeface="Arial" panose="020B0604020202020204" pitchFamily="34" charset="0"/>
            </a:endParaRPr>
          </a:p>
          <a:p>
            <a:pPr algn="ctr"/>
            <a:endParaRPr lang="en-US" sz="2000">
              <a:solidFill>
                <a:srgbClr val="716557"/>
              </a:solidFill>
              <a:latin typeface="Arial" panose="020B0604020202020204" pitchFamily="34" charset="0"/>
              <a:cs typeface="Arial" panose="020B0604020202020204" pitchFamily="34" charset="0"/>
            </a:endParaRPr>
          </a:p>
        </p:txBody>
      </p:sp>
      <p:sp>
        <p:nvSpPr>
          <p:cNvPr id="7" name="Oval 6">
            <a:extLst>
              <a:ext uri="{FF2B5EF4-FFF2-40B4-BE49-F238E27FC236}">
                <a16:creationId xmlns:a16="http://schemas.microsoft.com/office/drawing/2014/main" id="{F906E830-0451-DFF8-1BAF-C8CF01C64059}"/>
              </a:ext>
            </a:extLst>
          </p:cNvPr>
          <p:cNvSpPr/>
          <p:nvPr/>
        </p:nvSpPr>
        <p:spPr>
          <a:xfrm>
            <a:off x="1331441" y="2794875"/>
            <a:ext cx="2434281" cy="2380357"/>
          </a:xfrm>
          <a:prstGeom prst="ellipse">
            <a:avLst/>
          </a:prstGeom>
          <a:solidFill>
            <a:srgbClr val="83A83F"/>
          </a:solidFill>
          <a:ln>
            <a:noFill/>
          </a:ln>
        </p:spPr>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a:p>
            <a:pPr algn="ctr"/>
            <a:endParaRPr lang="en-US" sz="2000">
              <a:solidFill>
                <a:srgbClr val="716557"/>
              </a:solidFill>
              <a:latin typeface="Arial" panose="020B0604020202020204" pitchFamily="34" charset="0"/>
              <a:cs typeface="Arial" panose="020B0604020202020204" pitchFamily="34" charset="0"/>
            </a:endParaRPr>
          </a:p>
          <a:p>
            <a:pPr algn="ctr"/>
            <a:r>
              <a:rPr lang="en-US" sz="2400" b="1">
                <a:solidFill>
                  <a:schemeClr val="bg1"/>
                </a:solidFill>
                <a:latin typeface="Arial" panose="020B0604020202020204" pitchFamily="34" charset="0"/>
                <a:cs typeface="Arial" panose="020B0604020202020204" pitchFamily="34" charset="0"/>
              </a:rPr>
              <a:t>Yes</a:t>
            </a:r>
          </a:p>
          <a:p>
            <a:pPr algn="ctr"/>
            <a:endParaRPr lang="en-US" sz="2000">
              <a:solidFill>
                <a:srgbClr val="716557"/>
              </a:solidFill>
              <a:latin typeface="Arial" panose="020B0604020202020204" pitchFamily="34" charset="0"/>
              <a:cs typeface="Arial" panose="020B0604020202020204" pitchFamily="34" charset="0"/>
            </a:endParaRPr>
          </a:p>
          <a:p>
            <a:pPr algn="ctr"/>
            <a:endParaRPr lang="en-US" sz="2000">
              <a:solidFill>
                <a:srgbClr val="716557"/>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B41B8C4E-E4C7-9727-748D-9A9485544475}"/>
              </a:ext>
            </a:extLst>
          </p:cNvPr>
          <p:cNvSpPr>
            <a:spLocks noGrp="1"/>
          </p:cNvSpPr>
          <p:nvPr>
            <p:ph type="title"/>
          </p:nvPr>
        </p:nvSpPr>
        <p:spPr>
          <a:xfrm>
            <a:off x="628650" y="386512"/>
            <a:ext cx="7886700" cy="639099"/>
          </a:xfrm>
        </p:spPr>
        <p:txBody>
          <a:bodyPr/>
          <a:lstStyle/>
          <a:p>
            <a:r>
              <a:rPr lang="en-US"/>
              <a:t>What makes a good translation?</a:t>
            </a:r>
          </a:p>
        </p:txBody>
      </p:sp>
      <p:sp>
        <p:nvSpPr>
          <p:cNvPr id="4" name="TextBox 3">
            <a:extLst>
              <a:ext uri="{FF2B5EF4-FFF2-40B4-BE49-F238E27FC236}">
                <a16:creationId xmlns:a16="http://schemas.microsoft.com/office/drawing/2014/main" id="{40AC9AF9-6AC5-E2B5-04B4-8A04C4D3212B}"/>
              </a:ext>
            </a:extLst>
          </p:cNvPr>
          <p:cNvSpPr txBox="1"/>
          <p:nvPr/>
        </p:nvSpPr>
        <p:spPr>
          <a:xfrm>
            <a:off x="3115339" y="1174936"/>
            <a:ext cx="4189227" cy="1015663"/>
          </a:xfrm>
          <a:prstGeom prst="rect">
            <a:avLst/>
          </a:prstGeom>
          <a:noFill/>
        </p:spPr>
        <p:txBody>
          <a:bodyPr wrap="square" rtlCol="0">
            <a:spAutoFit/>
          </a:bodyPr>
          <a:lstStyle/>
          <a:p>
            <a:pPr marL="342900" indent="-342900">
              <a:buFont typeface="Arial" panose="020B0604020202020204" pitchFamily="34" charset="0"/>
              <a:buChar char="•"/>
            </a:pPr>
            <a:r>
              <a:rPr lang="en-US" sz="2000" b="1" dirty="0"/>
              <a:t>List Qualities</a:t>
            </a:r>
          </a:p>
          <a:p>
            <a:pPr marL="342900" indent="-342900">
              <a:buFont typeface="Arial" panose="020B0604020202020204" pitchFamily="34" charset="0"/>
              <a:buChar char="•"/>
            </a:pPr>
            <a:r>
              <a:rPr lang="en-US" sz="2000" b="1" dirty="0"/>
              <a:t>Give Objective Definitions</a:t>
            </a:r>
          </a:p>
          <a:p>
            <a:pPr marL="342900" indent="-342900">
              <a:buFont typeface="Arial" panose="020B0604020202020204" pitchFamily="34" charset="0"/>
              <a:buChar char="•"/>
            </a:pPr>
            <a:r>
              <a:rPr lang="en-US" sz="2000" b="1" dirty="0"/>
              <a:t>Ask Questions</a:t>
            </a:r>
          </a:p>
        </p:txBody>
      </p:sp>
    </p:spTree>
    <p:extLst>
      <p:ext uri="{BB962C8B-B14F-4D97-AF65-F5344CB8AC3E}">
        <p14:creationId xmlns:p14="http://schemas.microsoft.com/office/powerpoint/2010/main" val="2840709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5246C9-6606-4FB3-986C-A85DE631581B}"/>
              </a:ext>
            </a:extLst>
          </p:cNvPr>
          <p:cNvSpPr/>
          <p:nvPr/>
        </p:nvSpPr>
        <p:spPr>
          <a:xfrm>
            <a:off x="0" y="3415454"/>
            <a:ext cx="9144000" cy="2026110"/>
          </a:xfrm>
          <a:prstGeom prst="rect">
            <a:avLst/>
          </a:prstGeom>
          <a:solidFill>
            <a:schemeClr val="accent2">
              <a:lumMod val="20000"/>
              <a:lumOff val="80000"/>
            </a:schemeClr>
          </a:solidFill>
          <a:ln>
            <a:noFill/>
          </a:ln>
        </p:spPr>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716557"/>
              </a:solidFill>
              <a:effectLst/>
              <a:uLnTx/>
              <a:uFillTx/>
              <a:latin typeface="Arial" panose="020B0604020202020204" pitchFamily="34" charset="0"/>
              <a:ea typeface="+mn-ea"/>
              <a:cs typeface="Arial" panose="020B0604020202020204" pitchFamily="34" charset="0"/>
            </a:endParaRPr>
          </a:p>
        </p:txBody>
      </p:sp>
      <p:sp>
        <p:nvSpPr>
          <p:cNvPr id="5" name="Arrow: Pentagon 4">
            <a:extLst>
              <a:ext uri="{FF2B5EF4-FFF2-40B4-BE49-F238E27FC236}">
                <a16:creationId xmlns:a16="http://schemas.microsoft.com/office/drawing/2014/main" id="{F71B9975-CCC4-474E-991A-A08FD86C6E7A}"/>
              </a:ext>
            </a:extLst>
          </p:cNvPr>
          <p:cNvSpPr/>
          <p:nvPr/>
        </p:nvSpPr>
        <p:spPr>
          <a:xfrm rot="5400000">
            <a:off x="3387103" y="571149"/>
            <a:ext cx="2369795" cy="3145970"/>
          </a:xfrm>
          <a:prstGeom prst="homePlate">
            <a:avLst>
              <a:gd name="adj" fmla="val 32616"/>
            </a:avLst>
          </a:prstGeom>
          <a:solidFill>
            <a:schemeClr val="accent2"/>
          </a:solidFill>
          <a:ln>
            <a:noFill/>
          </a:ln>
          <a:effectLst>
            <a:outerShdw blurRad="50800" dist="38100" dir="5400000" algn="t" rotWithShape="0">
              <a:prstClr val="black">
                <a:alpha val="40000"/>
              </a:prstClr>
            </a:outerShdw>
          </a:effectLst>
        </p:spPr>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60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sp>
        <p:nvSpPr>
          <p:cNvPr id="18" name="TextBox 17">
            <a:extLst>
              <a:ext uri="{FF2B5EF4-FFF2-40B4-BE49-F238E27FC236}">
                <a16:creationId xmlns:a16="http://schemas.microsoft.com/office/drawing/2014/main" id="{A760D292-E0D6-49F5-8581-8EDCEF6F6D4C}"/>
              </a:ext>
            </a:extLst>
          </p:cNvPr>
          <p:cNvSpPr txBox="1"/>
          <p:nvPr/>
        </p:nvSpPr>
        <p:spPr>
          <a:xfrm>
            <a:off x="2999014" y="1416437"/>
            <a:ext cx="3145972" cy="1015663"/>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Try it</a:t>
            </a:r>
          </a:p>
        </p:txBody>
      </p:sp>
      <p:sp>
        <p:nvSpPr>
          <p:cNvPr id="10" name="TextBox 9">
            <a:extLst>
              <a:ext uri="{FF2B5EF4-FFF2-40B4-BE49-F238E27FC236}">
                <a16:creationId xmlns:a16="http://schemas.microsoft.com/office/drawing/2014/main" id="{2A99BE38-35A7-4804-B014-732871357EEE}"/>
              </a:ext>
            </a:extLst>
          </p:cNvPr>
          <p:cNvSpPr txBox="1"/>
          <p:nvPr/>
        </p:nvSpPr>
        <p:spPr>
          <a:xfrm>
            <a:off x="3110592" y="4197676"/>
            <a:ext cx="2922816" cy="461665"/>
          </a:xfrm>
          <a:prstGeom prst="rect">
            <a:avLst/>
          </a:prstGeom>
          <a:noFill/>
        </p:spPr>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5B4A42"/>
                </a:solidFill>
                <a:effectLst/>
                <a:uLnTx/>
                <a:uFillTx/>
                <a:latin typeface="Arial" panose="020B0604020202020204" pitchFamily="34" charset="0"/>
                <a:ea typeface="Calibri" panose="020F0502020204030204" pitchFamily="34" charset="0"/>
                <a:cs typeface="+mn-cs"/>
              </a:rPr>
              <a:t>Matthew 1:18–25 </a:t>
            </a:r>
          </a:p>
        </p:txBody>
      </p:sp>
    </p:spTree>
    <p:extLst>
      <p:ext uri="{BB962C8B-B14F-4D97-AF65-F5344CB8AC3E}">
        <p14:creationId xmlns:p14="http://schemas.microsoft.com/office/powerpoint/2010/main" val="3951749472"/>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391F634926FA043ACFB26755753006F" ma:contentTypeVersion="20" ma:contentTypeDescription="Create a new document." ma:contentTypeScope="" ma:versionID="01147358cd12b12371d0fec9faf98450">
  <xsd:schema xmlns:xsd="http://www.w3.org/2001/XMLSchema" xmlns:xs="http://www.w3.org/2001/XMLSchema" xmlns:p="http://schemas.microsoft.com/office/2006/metadata/properties" xmlns:ns1="http://schemas.microsoft.com/sharepoint/v3" xmlns:ns2="038937e4-20c5-4a73-b245-175c4ead9603" xmlns:ns3="9ede4979-7183-4f81-a394-71c40c9222c4" targetNamespace="http://schemas.microsoft.com/office/2006/metadata/properties" ma:root="true" ma:fieldsID="f71df03f361f918f6e506a987229d969" ns1:_="" ns2:_="" ns3:_="">
    <xsd:import namespace="http://schemas.microsoft.com/sharepoint/v3"/>
    <xsd:import namespace="038937e4-20c5-4a73-b245-175c4ead9603"/>
    <xsd:import namespace="9ede4979-7183-4f81-a394-71c40c9222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LengthInSeconds"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38937e4-20c5-4a73-b245-175c4ead96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ea59994-8317-4aa6-899c-04dff19597d4"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de4979-7183-4f81-a394-71c40c9222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a3a93ad-9e1c-4ee1-bbf7-4ca5dc6051e9}" ma:internalName="TaxCatchAll" ma:showField="CatchAllData" ma:web="9ede4979-7183-4f81-a394-71c40c922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38937e4-20c5-4a73-b245-175c4ead9603">
      <Terms xmlns="http://schemas.microsoft.com/office/infopath/2007/PartnerControls"/>
    </lcf76f155ced4ddcb4097134ff3c332f>
    <TaxCatchAll xmlns="9ede4979-7183-4f81-a394-71c40c9222c4"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2.xml><?xml version="1.0" encoding="utf-8"?>
<ds:datastoreItem xmlns:ds="http://schemas.openxmlformats.org/officeDocument/2006/customXml" ds:itemID="{8CCA8482-C6A2-4FAD-82B1-DE2FDB62DAAD}"/>
</file>

<file path=customXml/itemProps3.xml><?xml version="1.0" encoding="utf-8"?>
<ds:datastoreItem xmlns:ds="http://schemas.openxmlformats.org/officeDocument/2006/customXml" ds:itemID="{DD870300-B03F-45F7-9154-521D8C74684E}">
  <ds:schemaRefs>
    <ds:schemaRef ds:uri="9ede4979-7183-4f81-a394-71c40c9222c4"/>
    <ds:schemaRef ds:uri="http://schemas.microsoft.com/office/2006/documentManagement/types"/>
    <ds:schemaRef ds:uri="http://purl.org/dc/elements/1.1/"/>
    <ds:schemaRef ds:uri="http://schemas.openxmlformats.org/package/2006/metadata/core-properties"/>
    <ds:schemaRef ds:uri="http://schemas.microsoft.com/office/2006/metadata/properties"/>
    <ds:schemaRef ds:uri="http://purl.org/dc/terms/"/>
    <ds:schemaRef ds:uri="http://purl.org/dc/dcmitype/"/>
    <ds:schemaRef ds:uri="http://schemas.microsoft.com/office/infopath/2007/PartnerControls"/>
    <ds:schemaRef ds:uri="038937e4-20c5-4a73-b245-175c4ead9603"/>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349</TotalTime>
  <Words>524</Words>
  <Application>Microsoft Office PowerPoint</Application>
  <PresentationFormat>On-screen Show (4:3)</PresentationFormat>
  <Paragraphs>136</Paragraphs>
  <Slides>15</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Symbol</vt:lpstr>
      <vt:lpstr>Times New Roman</vt:lpstr>
      <vt:lpstr>Office Theme</vt:lpstr>
      <vt:lpstr>Office Theme</vt:lpstr>
      <vt:lpstr>PowerPoint Presentation</vt:lpstr>
      <vt:lpstr>Is it ready?</vt:lpstr>
      <vt:lpstr>Is it ready?</vt:lpstr>
      <vt:lpstr>Quality Assessment Guide</vt:lpstr>
      <vt:lpstr>Quality Assessment Guide</vt:lpstr>
      <vt:lpstr>Quality Assessment Guide</vt:lpstr>
      <vt:lpstr>Quality Assessment Guide</vt:lpstr>
      <vt:lpstr>Quality Assessment Guide</vt:lpstr>
      <vt:lpstr>Quality Assessment Guide</vt:lpstr>
      <vt:lpstr>Quality Assessment Guide</vt:lpstr>
      <vt:lpstr>Quality Assessment Guide</vt:lpstr>
      <vt:lpstr>Quality Assessment Guide</vt:lpstr>
      <vt:lpstr>What other qualities are needed in a translation?</vt:lpstr>
      <vt:lpstr>What makes a good translation?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Deborah Shaw</cp:lastModifiedBy>
  <cp:revision>51</cp:revision>
  <dcterms:created xsi:type="dcterms:W3CDTF">2019-03-18T18:21:25Z</dcterms:created>
  <dcterms:modified xsi:type="dcterms:W3CDTF">2025-08-12T18:49:18Z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0x0101003391F634926FA043ACFB26755753006F</vt:lpwstr>
  </property>
  <property fmtid="{D5CDD505-2E9C-101B-9397-08002B2CF9AE}" pid="3" name="MediaServiceImageTags">
    <vt:lpwstr/>
  </property>
</Properties>
</file>