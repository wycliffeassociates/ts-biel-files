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5" r:id="rId5"/>
  </p:sldMasterIdLst>
  <p:notesMasterIdLst>
    <p:notesMasterId r:id="rId11"/>
  </p:notesMasterIdLst>
  <p:sldIdLst>
    <p:sldId id="311" r:id="rId6"/>
    <p:sldId id="264" r:id="rId7"/>
    <p:sldId id="295" r:id="rId8"/>
    <p:sldId id="308" r:id="rId9"/>
    <p:sldId id="30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Quigley" initials="SQ" lastIdx="11" clrIdx="0">
    <p:extLst>
      <p:ext uri="{19B8F6BF-5375-455C-9EA6-DF929625EA0E}">
        <p15:presenceInfo xmlns:p15="http://schemas.microsoft.com/office/powerpoint/2012/main" userId="S::susan_quigley@wycliffeassociates.org::b85b18d0-1c40-45ee-96a2-2a728d8725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5659"/>
    <a:srgbClr val="FBA93D"/>
    <a:srgbClr val="83A83F"/>
    <a:srgbClr val="C3DD93"/>
    <a:srgbClr val="7165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74B597-E140-4158-8A6F-FAE33B1BF4CF}" v="2" dt="2025-06-11T16:46:33.4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30" autoAdjust="0"/>
    <p:restoredTop sz="95646" autoAdjust="0"/>
  </p:normalViewPr>
  <p:slideViewPr>
    <p:cSldViewPr snapToGrid="0">
      <p:cViewPr varScale="1">
        <p:scale>
          <a:sx n="75" d="100"/>
          <a:sy n="75" d="100"/>
        </p:scale>
        <p:origin x="1464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borah Shaw" userId="S::deborah_shaw@wycliffeassociates.org::79bf7848-a030-4096-934a-3abbfde4984a" providerId="AD" clId="Web-{0B526551-51A0-7B79-2626-F6EA608E2D2B}"/>
    <pc:docChg chg="addSld addMainMaster">
      <pc:chgData name="Deborah Shaw" userId="S::deborah_shaw@wycliffeassociates.org::79bf7848-a030-4096-934a-3abbfde4984a" providerId="AD" clId="Web-{0B526551-51A0-7B79-2626-F6EA608E2D2B}" dt="2023-12-19T04:47:46.891" v="0"/>
      <pc:docMkLst>
        <pc:docMk/>
      </pc:docMkLst>
      <pc:sldChg chg="add">
        <pc:chgData name="Deborah Shaw" userId="S::deborah_shaw@wycliffeassociates.org::79bf7848-a030-4096-934a-3abbfde4984a" providerId="AD" clId="Web-{0B526551-51A0-7B79-2626-F6EA608E2D2B}" dt="2023-12-19T04:47:46.891" v="0"/>
        <pc:sldMkLst>
          <pc:docMk/>
          <pc:sldMk cId="3629754069" sldId="311"/>
        </pc:sldMkLst>
      </pc:sldChg>
      <pc:sldMasterChg chg="add addSldLayout">
        <pc:chgData name="Deborah Shaw" userId="S::deborah_shaw@wycliffeassociates.org::79bf7848-a030-4096-934a-3abbfde4984a" providerId="AD" clId="Web-{0B526551-51A0-7B79-2626-F6EA608E2D2B}" dt="2023-12-19T04:47:46.891" v="0"/>
        <pc:sldMasterMkLst>
          <pc:docMk/>
          <pc:sldMasterMk cId="2245449552" sldId="2147483665"/>
        </pc:sldMasterMkLst>
        <pc:sldLayoutChg chg="add">
          <pc:chgData name="Deborah Shaw" userId="S::deborah_shaw@wycliffeassociates.org::79bf7848-a030-4096-934a-3abbfde4984a" providerId="AD" clId="Web-{0B526551-51A0-7B79-2626-F6EA608E2D2B}" dt="2023-12-19T04:47:46.891" v="0"/>
          <pc:sldLayoutMkLst>
            <pc:docMk/>
            <pc:sldMasterMk cId="2245449552" sldId="2147483665"/>
            <pc:sldLayoutMk cId="982179255" sldId="2147483666"/>
          </pc:sldLayoutMkLst>
        </pc:sldLayoutChg>
      </pc:sldMasterChg>
    </pc:docChg>
  </pc:docChgLst>
  <pc:docChgLst>
    <pc:chgData clId="Web-{58ED30DB-5350-2224-6335-A55C51A07C81}"/>
    <pc:docChg chg="addSld">
      <pc:chgData name="" userId="" providerId="" clId="Web-{58ED30DB-5350-2224-6335-A55C51A07C81}" dt="2023-12-17T22:08:04.245" v="0"/>
      <pc:docMkLst>
        <pc:docMk/>
      </pc:docMkLst>
      <pc:sldChg chg="add">
        <pc:chgData name="" userId="" providerId="" clId="Web-{58ED30DB-5350-2224-6335-A55C51A07C81}" dt="2023-12-17T22:08:04.245" v="0"/>
        <pc:sldMkLst>
          <pc:docMk/>
          <pc:sldMk cId="3829610916" sldId="310"/>
        </pc:sldMkLst>
      </pc:sldChg>
    </pc:docChg>
  </pc:docChgLst>
  <pc:docChgLst>
    <pc:chgData name="Tina Slack" userId="S::tina_slack@wycliffeassociates.org::44bf6d8f-8440-4ec5-a765-802fe99ab0c9" providerId="AD" clId="Web-{4C32E97E-3774-E176-B28D-854D12FBC1B5}"/>
    <pc:docChg chg="modSld">
      <pc:chgData name="Tina Slack" userId="S::tina_slack@wycliffeassociates.org::44bf6d8f-8440-4ec5-a765-802fe99ab0c9" providerId="AD" clId="Web-{4C32E97E-3774-E176-B28D-854D12FBC1B5}" dt="2023-09-02T20:42:00.976" v="5" actId="20577"/>
      <pc:docMkLst>
        <pc:docMk/>
      </pc:docMkLst>
      <pc:sldChg chg="modSp">
        <pc:chgData name="Tina Slack" userId="S::tina_slack@wycliffeassociates.org::44bf6d8f-8440-4ec5-a765-802fe99ab0c9" providerId="AD" clId="Web-{4C32E97E-3774-E176-B28D-854D12FBC1B5}" dt="2023-09-02T20:42:00.976" v="5" actId="20577"/>
        <pc:sldMkLst>
          <pc:docMk/>
          <pc:sldMk cId="3361304108" sldId="308"/>
        </pc:sldMkLst>
      </pc:sldChg>
    </pc:docChg>
  </pc:docChgLst>
  <pc:docChgLst>
    <pc:chgData name="Deborah Shaw" userId="79bf7848-a030-4096-934a-3abbfde4984a" providerId="ADAL" clId="{D4CA8091-26DB-42CA-81C3-E2950E9A8132}"/>
    <pc:docChg chg="custSel delSld modSld">
      <pc:chgData name="Deborah Shaw" userId="79bf7848-a030-4096-934a-3abbfde4984a" providerId="ADAL" clId="{D4CA8091-26DB-42CA-81C3-E2950E9A8132}" dt="2023-12-21T04:38:45.608" v="12" actId="2696"/>
      <pc:docMkLst>
        <pc:docMk/>
      </pc:docMkLst>
      <pc:sldChg chg="delSp modSp del mod">
        <pc:chgData name="Deborah Shaw" userId="79bf7848-a030-4096-934a-3abbfde4984a" providerId="ADAL" clId="{D4CA8091-26DB-42CA-81C3-E2950E9A8132}" dt="2023-12-21T04:38:45.608" v="12" actId="2696"/>
        <pc:sldMkLst>
          <pc:docMk/>
          <pc:sldMk cId="2126766571" sldId="260"/>
        </pc:sldMkLst>
      </pc:sldChg>
      <pc:sldChg chg="del">
        <pc:chgData name="Deborah Shaw" userId="79bf7848-a030-4096-934a-3abbfde4984a" providerId="ADAL" clId="{D4CA8091-26DB-42CA-81C3-E2950E9A8132}" dt="2023-12-21T04:34:38.798" v="0" actId="2696"/>
        <pc:sldMkLst>
          <pc:docMk/>
          <pc:sldMk cId="3829610916" sldId="310"/>
        </pc:sldMkLst>
      </pc:sldChg>
      <pc:sldChg chg="delSp modSp mod">
        <pc:chgData name="Deborah Shaw" userId="79bf7848-a030-4096-934a-3abbfde4984a" providerId="ADAL" clId="{D4CA8091-26DB-42CA-81C3-E2950E9A8132}" dt="2023-12-21T04:35:30.307" v="11" actId="5793"/>
        <pc:sldMkLst>
          <pc:docMk/>
          <pc:sldMk cId="3629754069" sldId="311"/>
        </pc:sldMkLst>
      </pc:sldChg>
    </pc:docChg>
  </pc:docChgLst>
  <pc:docChgLst>
    <pc:chgData name="Mary Stout" userId="S::mary_stout@wycliffeassociates.org::aa3233c2-3252-4841-9088-85efb7bdb5d2" providerId="AD" clId="Web-{FC39D8C0-1633-4EC6-B210-0847EC371EC2}"/>
    <pc:docChg chg="modSld">
      <pc:chgData name="Mary Stout" userId="S::mary_stout@wycliffeassociates.org::aa3233c2-3252-4841-9088-85efb7bdb5d2" providerId="AD" clId="Web-{FC39D8C0-1633-4EC6-B210-0847EC371EC2}" dt="2023-12-15T00:14:26.041" v="2"/>
      <pc:docMkLst>
        <pc:docMk/>
      </pc:docMkLst>
      <pc:sldChg chg="delAnim">
        <pc:chgData name="Mary Stout" userId="S::mary_stout@wycliffeassociates.org::aa3233c2-3252-4841-9088-85efb7bdb5d2" providerId="AD" clId="Web-{FC39D8C0-1633-4EC6-B210-0847EC371EC2}" dt="2023-12-15T00:14:26.041" v="2"/>
        <pc:sldMkLst>
          <pc:docMk/>
          <pc:sldMk cId="3709445605" sldId="264"/>
        </pc:sldMkLst>
      </pc:sldChg>
    </pc:docChg>
  </pc:docChgLst>
  <pc:docChgLst>
    <pc:chgData name="Tina Slack" userId="5020e05b7d920362" providerId="LiveId" clId="{F0DE6C9B-4586-4DF6-B373-EE2D1F0E51DD}"/>
    <pc:docChg chg="undo custSel addSld delSld modSld sldOrd">
      <pc:chgData name="Tina Slack" userId="5020e05b7d920362" providerId="LiveId" clId="{F0DE6C9B-4586-4DF6-B373-EE2D1F0E51DD}" dt="2023-09-02T01:46:59.793" v="406" actId="20577"/>
      <pc:docMkLst>
        <pc:docMk/>
      </pc:docMkLst>
      <pc:sldChg chg="del">
        <pc:chgData name="Tina Slack" userId="5020e05b7d920362" providerId="LiveId" clId="{F0DE6C9B-4586-4DF6-B373-EE2D1F0E51DD}" dt="2023-08-24T14:00:34.100" v="0" actId="2696"/>
        <pc:sldMkLst>
          <pc:docMk/>
          <pc:sldMk cId="3072800876" sldId="280"/>
        </pc:sldMkLst>
      </pc:sldChg>
      <pc:sldChg chg="add del">
        <pc:chgData name="Tina Slack" userId="5020e05b7d920362" providerId="LiveId" clId="{F0DE6C9B-4586-4DF6-B373-EE2D1F0E51DD}" dt="2023-08-24T17:39:30.657" v="347" actId="2696"/>
        <pc:sldMkLst>
          <pc:docMk/>
          <pc:sldMk cId="1984317692" sldId="292"/>
        </pc:sldMkLst>
      </pc:sldChg>
      <pc:sldChg chg="del">
        <pc:chgData name="Tina Slack" userId="5020e05b7d920362" providerId="LiveId" clId="{F0DE6C9B-4586-4DF6-B373-EE2D1F0E51DD}" dt="2023-08-24T16:47:06.277" v="1" actId="2696"/>
        <pc:sldMkLst>
          <pc:docMk/>
          <pc:sldMk cId="145680934" sldId="294"/>
        </pc:sldMkLst>
      </pc:sldChg>
      <pc:sldChg chg="addSp delSp modSp mod modAnim">
        <pc:chgData name="Tina Slack" userId="5020e05b7d920362" providerId="LiveId" clId="{F0DE6C9B-4586-4DF6-B373-EE2D1F0E51DD}" dt="2023-08-24T17:23:45.003" v="341" actId="1076"/>
        <pc:sldMkLst>
          <pc:docMk/>
          <pc:sldMk cId="4156588459" sldId="295"/>
        </pc:sldMkLst>
      </pc:sldChg>
      <pc:sldChg chg="addSp modSp del mod ord">
        <pc:chgData name="Tina Slack" userId="5020e05b7d920362" providerId="LiveId" clId="{F0DE6C9B-4586-4DF6-B373-EE2D1F0E51DD}" dt="2023-08-24T19:02:59.069" v="396" actId="2696"/>
        <pc:sldMkLst>
          <pc:docMk/>
          <pc:sldMk cId="497074197" sldId="307"/>
        </pc:sldMkLst>
      </pc:sldChg>
      <pc:sldChg chg="modSp new add del mod">
        <pc:chgData name="Tina Slack" userId="5020e05b7d920362" providerId="LiveId" clId="{F0DE6C9B-4586-4DF6-B373-EE2D1F0E51DD}" dt="2023-09-02T01:46:02.869" v="400" actId="2696"/>
        <pc:sldMkLst>
          <pc:docMk/>
          <pc:sldMk cId="3361304108" sldId="308"/>
        </pc:sldMkLst>
      </pc:sldChg>
      <pc:sldChg chg="add del">
        <pc:chgData name="Tina Slack" userId="5020e05b7d920362" providerId="LiveId" clId="{F0DE6C9B-4586-4DF6-B373-EE2D1F0E51DD}" dt="2023-08-24T17:39:21.802" v="346" actId="2890"/>
        <pc:sldMkLst>
          <pc:docMk/>
          <pc:sldMk cId="1544365457" sldId="309"/>
        </pc:sldMkLst>
      </pc:sldChg>
      <pc:sldChg chg="delSp modSp new add del mod">
        <pc:chgData name="Tina Slack" userId="5020e05b7d920362" providerId="LiveId" clId="{F0DE6C9B-4586-4DF6-B373-EE2D1F0E51DD}" dt="2023-09-02T01:46:59.793" v="406" actId="20577"/>
        <pc:sldMkLst>
          <pc:docMk/>
          <pc:sldMk cId="3885649953" sldId="309"/>
        </pc:sldMkLst>
      </pc:sldChg>
    </pc:docChg>
  </pc:docChgLst>
  <pc:docChgLst>
    <pc:chgData name="Deborah Shaw" userId="S::deborah_shaw@wycliffeassociates.org::79bf7848-a030-4096-934a-3abbfde4984a" providerId="AD" clId="Web-{A0D8680E-EDF1-4386-9BC5-9D51E706C85E}"/>
    <pc:docChg chg="modSld">
      <pc:chgData name="Deborah Shaw" userId="S::deborah_shaw@wycliffeassociates.org::79bf7848-a030-4096-934a-3abbfde4984a" providerId="AD" clId="Web-{A0D8680E-EDF1-4386-9BC5-9D51E706C85E}" dt="2023-10-25T21:15:14.935" v="36"/>
      <pc:docMkLst>
        <pc:docMk/>
      </pc:docMkLst>
      <pc:sldChg chg="addSp delSp modSp">
        <pc:chgData name="Deborah Shaw" userId="S::deborah_shaw@wycliffeassociates.org::79bf7848-a030-4096-934a-3abbfde4984a" providerId="AD" clId="Web-{A0D8680E-EDF1-4386-9BC5-9D51E706C85E}" dt="2023-10-25T21:15:14.935" v="36"/>
        <pc:sldMkLst>
          <pc:docMk/>
          <pc:sldMk cId="3361304108" sldId="308"/>
        </pc:sldMkLst>
      </pc:sldChg>
    </pc:docChg>
  </pc:docChgLst>
  <pc:docChgLst>
    <pc:chgData name="Tina Slack" userId="S::tina_slack@wycliffeassociates.org::44bf6d8f-8440-4ec5-a765-802fe99ab0c9" providerId="AD" clId="Web-{F3511740-C5E5-ADEE-0F07-A421D78A8217}"/>
    <pc:docChg chg="modSld">
      <pc:chgData name="Tina Slack" userId="S::tina_slack@wycliffeassociates.org::44bf6d8f-8440-4ec5-a765-802fe99ab0c9" providerId="AD" clId="Web-{F3511740-C5E5-ADEE-0F07-A421D78A8217}" dt="2023-09-02T09:10:21.234" v="11" actId="20577"/>
      <pc:docMkLst>
        <pc:docMk/>
      </pc:docMkLst>
      <pc:sldChg chg="modSp">
        <pc:chgData name="Tina Slack" userId="S::tina_slack@wycliffeassociates.org::44bf6d8f-8440-4ec5-a765-802fe99ab0c9" providerId="AD" clId="Web-{F3511740-C5E5-ADEE-0F07-A421D78A8217}" dt="2023-09-02T09:10:21.234" v="11" actId="20577"/>
        <pc:sldMkLst>
          <pc:docMk/>
          <pc:sldMk cId="3361304108" sldId="308"/>
        </pc:sldMkLst>
      </pc:sldChg>
    </pc:docChg>
  </pc:docChgLst>
  <pc:docChgLst>
    <pc:chgData name="Deborah Shaw" userId="79bf7848-a030-4096-934a-3abbfde4984a" providerId="ADAL" clId="{E174B597-E140-4158-8A6F-FAE33B1BF4CF}"/>
    <pc:docChg chg="custSel modSld">
      <pc:chgData name="Deborah Shaw" userId="79bf7848-a030-4096-934a-3abbfde4984a" providerId="ADAL" clId="{E174B597-E140-4158-8A6F-FAE33B1BF4CF}" dt="2025-06-11T16:46:35.858" v="16" actId="27636"/>
      <pc:docMkLst>
        <pc:docMk/>
      </pc:docMkLst>
      <pc:sldChg chg="modSp mod">
        <pc:chgData name="Deborah Shaw" userId="79bf7848-a030-4096-934a-3abbfde4984a" providerId="ADAL" clId="{E174B597-E140-4158-8A6F-FAE33B1BF4CF}" dt="2025-06-11T16:46:35.858" v="16" actId="27636"/>
        <pc:sldMkLst>
          <pc:docMk/>
          <pc:sldMk cId="3629754069" sldId="311"/>
        </pc:sldMkLst>
        <pc:spChg chg="mod">
          <ac:chgData name="Deborah Shaw" userId="79bf7848-a030-4096-934a-3abbfde4984a" providerId="ADAL" clId="{E174B597-E140-4158-8A6F-FAE33B1BF4CF}" dt="2025-06-11T16:46:35.858" v="16" actId="27636"/>
          <ac:spMkLst>
            <pc:docMk/>
            <pc:sldMk cId="3629754069" sldId="311"/>
            <ac:spMk id="3" creationId="{117E80A5-0A88-072D-D373-1B79DB1B2DCA}"/>
          </ac:spMkLst>
        </pc:spChg>
      </pc:sldChg>
    </pc:docChg>
  </pc:docChgLst>
  <pc:docChgLst>
    <pc:chgData name="Deborah Shaw" userId="S::deborah_shaw@wycliffeassociates.org::79bf7848-a030-4096-934a-3abbfde4984a" providerId="AD" clId="Web-{58ED30DB-5350-2224-6335-A55C51A07C81}"/>
    <pc:docChg chg="sldOrd">
      <pc:chgData name="Deborah Shaw" userId="S::deborah_shaw@wycliffeassociates.org::79bf7848-a030-4096-934a-3abbfde4984a" providerId="AD" clId="Web-{58ED30DB-5350-2224-6335-A55C51A07C81}" dt="2023-12-17T22:08:06.589" v="0"/>
      <pc:docMkLst>
        <pc:docMk/>
      </pc:docMkLst>
      <pc:sldChg chg="ord">
        <pc:chgData name="Deborah Shaw" userId="S::deborah_shaw@wycliffeassociates.org::79bf7848-a030-4096-934a-3abbfde4984a" providerId="AD" clId="Web-{58ED30DB-5350-2224-6335-A55C51A07C81}" dt="2023-12-17T22:08:06.589" v="0"/>
        <pc:sldMkLst>
          <pc:docMk/>
          <pc:sldMk cId="3829610916" sldId="310"/>
        </pc:sldMkLst>
      </pc:sldChg>
    </pc:docChg>
  </pc:docChgLst>
  <pc:docChgLst>
    <pc:chgData name="Deborah Shaw" userId="S::deborah_shaw@wycliffeassociates.org::79bf7848-a030-4096-934a-3abbfde4984a" providerId="AD" clId="Web-{65FC14CC-0343-4061-9434-F0C8AD39D6AD}"/>
    <pc:docChg chg="modSld">
      <pc:chgData name="Deborah Shaw" userId="S::deborah_shaw@wycliffeassociates.org::79bf7848-a030-4096-934a-3abbfde4984a" providerId="AD" clId="Web-{65FC14CC-0343-4061-9434-F0C8AD39D6AD}" dt="2023-12-16T18:20:18.231" v="3" actId="20577"/>
      <pc:docMkLst>
        <pc:docMk/>
      </pc:docMkLst>
      <pc:sldChg chg="modSp">
        <pc:chgData name="Deborah Shaw" userId="S::deborah_shaw@wycliffeassociates.org::79bf7848-a030-4096-934a-3abbfde4984a" providerId="AD" clId="Web-{65FC14CC-0343-4061-9434-F0C8AD39D6AD}" dt="2023-12-16T18:20:18.231" v="3" actId="20577"/>
        <pc:sldMkLst>
          <pc:docMk/>
          <pc:sldMk cId="4156588459" sldId="29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6AA070-92F4-A447-BB88-F5E94FF9CF8B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9B3C9-13A9-6540-8F68-9A544DD08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344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5D7C9E-35D9-4D05-A3C8-EB7FE07A4C8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5437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D176C0A-5C67-429D-B78E-C0F7FE360763}" type="datetimeFigureOut">
              <a:rPr lang="en-US" smtClean="0"/>
              <a:t>6/11/2025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86A303C-F57A-46A0-A01E-607FF4D926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927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BAAEAE7B-3B5A-4C25-AC11-01A159AD8EE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199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B3E46E85-8EF7-4D4E-A5B5-D327F4516A82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11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486219-3A02-4B8F-9654-356937189673}"/>
              </a:ext>
            </a:extLst>
          </p:cNvPr>
          <p:cNvSpPr/>
          <p:nvPr userDrawn="1"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FBA93D"/>
          </a:solidFill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1325563"/>
          </a:xfr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>
                <a:solidFill>
                  <a:srgbClr val="B95659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054180"/>
          </a:xfrm>
        </p:spPr>
        <p:txBody>
          <a:bodyPr>
            <a:noAutofit/>
          </a:bodyPr>
          <a:lstStyle>
            <a:lvl1pPr>
              <a:defRPr>
                <a:solidFill>
                  <a:srgbClr val="716557"/>
                </a:solidFill>
              </a:defRPr>
            </a:lvl1pPr>
            <a:lvl2pPr>
              <a:defRPr>
                <a:solidFill>
                  <a:srgbClr val="716557"/>
                </a:solidFill>
              </a:defRPr>
            </a:lvl2pPr>
            <a:lvl3pPr>
              <a:defRPr>
                <a:solidFill>
                  <a:srgbClr val="716557"/>
                </a:solidFill>
              </a:defRPr>
            </a:lvl3pPr>
            <a:lvl4pPr>
              <a:defRPr>
                <a:solidFill>
                  <a:srgbClr val="716557"/>
                </a:solidFill>
              </a:defRPr>
            </a:lvl4pPr>
            <a:lvl5pPr>
              <a:defRPr>
                <a:solidFill>
                  <a:srgbClr val="716557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8E7A1A-3604-42E2-8C74-07F6E6ED92C9}"/>
              </a:ext>
            </a:extLst>
          </p:cNvPr>
          <p:cNvGrpSpPr/>
          <p:nvPr userDrawn="1"/>
        </p:nvGrpSpPr>
        <p:grpSpPr>
          <a:xfrm>
            <a:off x="-127730" y="0"/>
            <a:ext cx="9399460" cy="230430"/>
            <a:chOff x="-172745" y="0"/>
            <a:chExt cx="9399460" cy="230430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1EEF9ED7-F707-4018-A8AA-C67B37D48B23}"/>
                </a:ext>
              </a:extLst>
            </p:cNvPr>
            <p:cNvSpPr/>
            <p:nvPr/>
          </p:nvSpPr>
          <p:spPr>
            <a:xfrm flipH="1">
              <a:off x="602631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FBA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8C15F56A-78F2-4317-88D7-9D0AE4D8AAFD}"/>
                </a:ext>
              </a:extLst>
            </p:cNvPr>
            <p:cNvSpPr/>
            <p:nvPr/>
          </p:nvSpPr>
          <p:spPr>
            <a:xfrm flipH="1">
              <a:off x="-17274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B956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2D5D1606-C850-4DDE-B719-2E8DC0D7B928}"/>
                </a:ext>
              </a:extLst>
            </p:cNvPr>
            <p:cNvSpPr/>
            <p:nvPr/>
          </p:nvSpPr>
          <p:spPr>
            <a:xfrm flipH="1">
              <a:off x="2926785" y="0"/>
              <a:ext cx="3200400" cy="230430"/>
            </a:xfrm>
            <a:prstGeom prst="parallelogram">
              <a:avLst>
                <a:gd name="adj" fmla="val 43583"/>
              </a:avLst>
            </a:prstGeom>
            <a:solidFill>
              <a:srgbClr val="83A83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82179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0331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 anchor="t" anchorCtr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5449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B1342BB-B465-1A3D-28BC-F5045ABD0A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03" b="13703"/>
          <a:stretch/>
        </p:blipFill>
        <p:spPr>
          <a:xfrm>
            <a:off x="20" y="146817"/>
            <a:ext cx="9143980" cy="3511365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E80A5-0A88-072D-D373-1B79DB1B2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87212" y="3658183"/>
            <a:ext cx="5394834" cy="2851456"/>
          </a:xfrm>
        </p:spPr>
        <p:txBody>
          <a:bodyPr anchor="ctr">
            <a:normAutofit fontScale="92500"/>
          </a:bodyPr>
          <a:lstStyle/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They read in the book, The Law of God, making it clear with interpretation and giving the meaning so the people understood the reading (Neh. 8:8). </a:t>
            </a:r>
            <a:endParaRPr lang="en-US" sz="2600" dirty="0">
              <a:solidFill>
                <a:schemeClr val="accent1">
                  <a:lumMod val="50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Times New Roman" panose="02020603050405020304" pitchFamily="18" charset="0"/>
                <a:cs typeface="Arial"/>
              </a:rPr>
              <a:t>All Scripture taken from the English Unlocked Literal Bible (ULB), ©2017, 2022 Wycliffe Associates, Available at https://bibleineverylanguage.org/translations, licensed under the Creative Commons Attribution-</a:t>
            </a:r>
            <a:r>
              <a:rPr lang="en-US" sz="1300" dirty="0" err="1">
                <a:latin typeface="Calibri"/>
                <a:ea typeface="Times New Roman" panose="02020603050405020304" pitchFamily="18" charset="0"/>
                <a:cs typeface="Arial"/>
              </a:rPr>
              <a:t>ShareAlike</a:t>
            </a:r>
            <a:r>
              <a:rPr lang="en-US" sz="1300" dirty="0">
                <a:latin typeface="Calibri"/>
                <a:ea typeface="Times New Roman" panose="02020603050405020304" pitchFamily="18" charset="0"/>
                <a:cs typeface="Arial"/>
              </a:rPr>
              <a:t> 4.0 International License. </a:t>
            </a:r>
          </a:p>
          <a:p>
            <a:pPr marL="0" marR="0" indent="0" fontAlgn="base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latin typeface="Calibri"/>
                <a:ea typeface="Times New Roman" panose="02020603050405020304" pitchFamily="18" charset="0"/>
                <a:cs typeface="Arial"/>
              </a:rPr>
              <a:t>The English ULB is based on the </a:t>
            </a:r>
            <a:r>
              <a:rPr lang="en-US" sz="13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300" dirty="0">
                <a:latin typeface="Calibri"/>
                <a:ea typeface="Times New Roman" panose="02020603050405020304" pitchFamily="18" charset="0"/>
                <a:cs typeface="Arial"/>
              </a:rPr>
              <a:t>® Literal Text, CC BY-SA 4.0. The original work of the </a:t>
            </a:r>
            <a:r>
              <a:rPr lang="en-US" sz="1300" dirty="0" err="1">
                <a:latin typeface="Calibri"/>
                <a:ea typeface="Times New Roman" panose="02020603050405020304" pitchFamily="18" charset="0"/>
                <a:cs typeface="Arial"/>
              </a:rPr>
              <a:t>unfoldingWord</a:t>
            </a:r>
            <a:r>
              <a:rPr lang="en-US" sz="1300" dirty="0">
                <a:latin typeface="Calibri"/>
                <a:ea typeface="Times New Roman" panose="02020603050405020304" pitchFamily="18" charset="0"/>
                <a:cs typeface="Arial"/>
              </a:rPr>
              <a:t>® Literal Text is available at https://unfoldingword.bible/ult/.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1C5468-2E27-9AF9-E8A7-9D00C2F6695F}"/>
              </a:ext>
            </a:extLst>
          </p:cNvPr>
          <p:cNvSpPr/>
          <p:nvPr/>
        </p:nvSpPr>
        <p:spPr>
          <a:xfrm>
            <a:off x="173598" y="4206748"/>
            <a:ext cx="3040036" cy="1754326"/>
          </a:xfrm>
          <a:prstGeom prst="rect">
            <a:avLst/>
          </a:prstGeom>
        </p:spPr>
        <p:txBody>
          <a:bodyPr wrap="square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600" b="1" dirty="0">
                <a:solidFill>
                  <a:srgbClr val="B956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Meaning-Based Translation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25E1EC-2B3D-B92F-74BA-AE9AEC3DD826}"/>
              </a:ext>
            </a:extLst>
          </p:cNvPr>
          <p:cNvCxnSpPr/>
          <p:nvPr/>
        </p:nvCxnSpPr>
        <p:spPr>
          <a:xfrm flipH="1">
            <a:off x="3224956" y="4020230"/>
            <a:ext cx="7549" cy="2246153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8935C890-2269-E49E-86DF-C211A0DE5924}"/>
              </a:ext>
            </a:extLst>
          </p:cNvPr>
          <p:cNvSpPr/>
          <p:nvPr/>
        </p:nvSpPr>
        <p:spPr>
          <a:xfrm flipH="1">
            <a:off x="-12773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B956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DDF8B0AC-4967-3644-B916-F6C2ECC53264}"/>
              </a:ext>
            </a:extLst>
          </p:cNvPr>
          <p:cNvSpPr/>
          <p:nvPr/>
        </p:nvSpPr>
        <p:spPr>
          <a:xfrm flipH="1">
            <a:off x="297180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83A8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5AE8FE71-03A0-CB9B-C12A-D84F3A382A80}"/>
              </a:ext>
            </a:extLst>
          </p:cNvPr>
          <p:cNvSpPr/>
          <p:nvPr/>
        </p:nvSpPr>
        <p:spPr>
          <a:xfrm flipH="1">
            <a:off x="6071330" y="6628431"/>
            <a:ext cx="3200400" cy="230430"/>
          </a:xfrm>
          <a:prstGeom prst="parallelogram">
            <a:avLst>
              <a:gd name="adj" fmla="val 43583"/>
            </a:avLst>
          </a:prstGeom>
          <a:solidFill>
            <a:srgbClr val="FBA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754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07297-B443-43EA-ADFE-3FABCD20B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Literal vs. Meaning-Based Translation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C11D2D-927C-4BD8-BF47-1C12640B77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8" r="19934"/>
          <a:stretch/>
        </p:blipFill>
        <p:spPr>
          <a:xfrm>
            <a:off x="3124200" y="1370090"/>
            <a:ext cx="2895600" cy="2896446"/>
          </a:xfrm>
          <a:prstGeom prst="ellipse">
            <a:avLst/>
          </a:prstGeom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8935C96B-EA93-4662-A28E-D10DCBFBBC33}"/>
              </a:ext>
            </a:extLst>
          </p:cNvPr>
          <p:cNvSpPr/>
          <p:nvPr/>
        </p:nvSpPr>
        <p:spPr>
          <a:xfrm>
            <a:off x="465499" y="4074454"/>
            <a:ext cx="3058994" cy="2313145"/>
          </a:xfrm>
          <a:prstGeom prst="wedgeRoundRectCallout">
            <a:avLst>
              <a:gd name="adj1" fmla="val 37529"/>
              <a:gd name="adj2" fmla="val -72563"/>
              <a:gd name="adj3" fmla="val 16667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Literal</a:t>
            </a:r>
          </a:p>
          <a:p>
            <a:pPr algn="ctr"/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85F8BF29-8E34-4214-92FB-3407A0045D5A}"/>
              </a:ext>
            </a:extLst>
          </p:cNvPr>
          <p:cNvSpPr/>
          <p:nvPr/>
        </p:nvSpPr>
        <p:spPr>
          <a:xfrm>
            <a:off x="5619507" y="4074454"/>
            <a:ext cx="3058994" cy="2313145"/>
          </a:xfrm>
          <a:prstGeom prst="wedgeRoundRectCallout">
            <a:avLst>
              <a:gd name="adj1" fmla="val -38625"/>
              <a:gd name="adj2" fmla="val -72563"/>
              <a:gd name="adj3" fmla="val 16667"/>
            </a:avLst>
          </a:prstGeom>
          <a:solidFill>
            <a:schemeClr val="bg1"/>
          </a:solidFill>
          <a:ln w="57150">
            <a:solidFill>
              <a:schemeClr val="accent3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>
            <a:noAutofit/>
          </a:bodyPr>
          <a:lstStyle/>
          <a:p>
            <a:pPr algn="ctr"/>
            <a:r>
              <a:rPr lang="en-US" sz="2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Meaning-Based</a:t>
            </a:r>
            <a:endParaRPr lang="en-US" sz="24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00BCB4-0DB3-4340-AAD1-F1823782AAD1}"/>
              </a:ext>
            </a:extLst>
          </p:cNvPr>
          <p:cNvSpPr txBox="1"/>
          <p:nvPr/>
        </p:nvSpPr>
        <p:spPr>
          <a:xfrm>
            <a:off x="465499" y="4682835"/>
            <a:ext cx="3058995" cy="1385700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174625" indent="-174625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Focus on restating each </a:t>
            </a:r>
            <a:r>
              <a:rPr lang="en-US" sz="2000" b="1" dirty="0">
                <a:solidFill>
                  <a:schemeClr val="accent1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word</a:t>
            </a: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in the  source text, one by </a:t>
            </a:r>
            <a:b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AAF617-C9A9-4775-8419-07A090C06C10}"/>
              </a:ext>
            </a:extLst>
          </p:cNvPr>
          <p:cNvSpPr txBox="1"/>
          <p:nvPr/>
        </p:nvSpPr>
        <p:spPr>
          <a:xfrm>
            <a:off x="5619506" y="4682835"/>
            <a:ext cx="3058994" cy="1385636"/>
          </a:xfrm>
          <a:prstGeom prst="rect">
            <a:avLst/>
          </a:prstGeom>
          <a:noFill/>
        </p:spPr>
        <p:txBody>
          <a:bodyPr wrap="square" anchor="t" anchorCtr="1">
            <a:spAutoFit/>
          </a:bodyPr>
          <a:lstStyle/>
          <a:p>
            <a:pPr marL="174625" indent="-174625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Focus on translating the </a:t>
            </a:r>
            <a:r>
              <a:rPr lang="en-US" sz="2000" b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message </a:t>
            </a: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of the source text so that its </a:t>
            </a:r>
            <a:r>
              <a:rPr lang="en-US" sz="2000" b="1" dirty="0">
                <a:solidFill>
                  <a:schemeClr val="accent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meaning</a:t>
            </a:r>
            <a:r>
              <a:rPr lang="en-US" sz="2000" dirty="0">
                <a:solidFill>
                  <a:schemeClr val="tx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is understood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C9F7B-026F-9DD2-7CB3-3891834EB2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631081" y="2999319"/>
            <a:ext cx="1086034" cy="98357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09445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448AFEB-E044-4CBA-909F-884F5AF63878}"/>
              </a:ext>
            </a:extLst>
          </p:cNvPr>
          <p:cNvSpPr/>
          <p:nvPr/>
        </p:nvSpPr>
        <p:spPr>
          <a:xfrm>
            <a:off x="605790" y="1011012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BA93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Original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message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BC32978-07CA-83F9-9697-726FD2C2950E}"/>
              </a:ext>
            </a:extLst>
          </p:cNvPr>
          <p:cNvSpPr txBox="1">
            <a:spLocks/>
          </p:cNvSpPr>
          <p:nvPr/>
        </p:nvSpPr>
        <p:spPr>
          <a:xfrm>
            <a:off x="628650" y="386512"/>
            <a:ext cx="7886700" cy="1325563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>
                <a:solidFill>
                  <a:schemeClr val="accent1"/>
                </a:solidFill>
              </a:rPr>
              <a:t>Oral Interpretation 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94721E5-D890-4F28-F082-2FF68984A182}"/>
              </a:ext>
            </a:extLst>
          </p:cNvPr>
          <p:cNvSpPr/>
          <p:nvPr/>
        </p:nvSpPr>
        <p:spPr>
          <a:xfrm>
            <a:off x="6598410" y="1011012"/>
            <a:ext cx="1645920" cy="1645920"/>
          </a:xfrm>
          <a:prstGeom prst="ellipse">
            <a:avLst/>
          </a:prstGeom>
          <a:solidFill>
            <a:schemeClr val="bg1"/>
          </a:solidFill>
          <a:ln w="57150">
            <a:solidFill>
              <a:srgbClr val="FBA93D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 anchor="t">
            <a:noAutofit/>
          </a:bodyPr>
          <a:lstStyle/>
          <a:p>
            <a:pPr algn="ctr"/>
            <a:r>
              <a:rPr lang="en-US" sz="2400" dirty="0">
                <a:solidFill>
                  <a:schemeClr val="tx2"/>
                </a:solidFill>
              </a:rPr>
              <a:t>Target </a:t>
            </a:r>
          </a:p>
          <a:p>
            <a:pPr algn="ctr"/>
            <a:r>
              <a:rPr lang="en-US" sz="2400" dirty="0">
                <a:solidFill>
                  <a:schemeClr val="tx2"/>
                </a:solidFill>
              </a:rPr>
              <a:t>language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8C077CC-9536-DB38-EE20-DAB070EE5AC6}"/>
              </a:ext>
            </a:extLst>
          </p:cNvPr>
          <p:cNvSpPr/>
          <p:nvPr/>
        </p:nvSpPr>
        <p:spPr>
          <a:xfrm>
            <a:off x="3050750" y="1416830"/>
            <a:ext cx="2748620" cy="794802"/>
          </a:xfrm>
          <a:prstGeom prst="rightArrow">
            <a:avLst/>
          </a:prstGeom>
          <a:solidFill>
            <a:schemeClr val="tx2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11C810-3E6B-6FA3-FA8B-B696993BF0D1}"/>
              </a:ext>
            </a:extLst>
          </p:cNvPr>
          <p:cNvSpPr/>
          <p:nvPr/>
        </p:nvSpPr>
        <p:spPr>
          <a:xfrm>
            <a:off x="605790" y="2832907"/>
            <a:ext cx="7615680" cy="11921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D3C671-74E7-0D14-73F0-581174C72E5F}"/>
              </a:ext>
            </a:extLst>
          </p:cNvPr>
          <p:cNvSpPr/>
          <p:nvPr/>
        </p:nvSpPr>
        <p:spPr>
          <a:xfrm>
            <a:off x="617220" y="4116523"/>
            <a:ext cx="7615680" cy="11921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BA5177-E3DA-E38D-CC90-1192BB98B991}"/>
              </a:ext>
            </a:extLst>
          </p:cNvPr>
          <p:cNvSpPr/>
          <p:nvPr/>
        </p:nvSpPr>
        <p:spPr>
          <a:xfrm>
            <a:off x="628650" y="5407246"/>
            <a:ext cx="7615680" cy="1192186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txBody>
          <a:bodyPr rtlCol="0" anchor="ctr">
            <a:spAutoFit/>
          </a:bodyPr>
          <a:lstStyle/>
          <a:p>
            <a:pPr algn="ctr"/>
            <a:endParaRPr lang="en-US" sz="2000" dirty="0">
              <a:solidFill>
                <a:srgbClr val="71655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8DB39A-6F21-E05A-DD0C-4A15B53766B5}"/>
              </a:ext>
            </a:extLst>
          </p:cNvPr>
          <p:cNvSpPr txBox="1"/>
          <p:nvPr/>
        </p:nvSpPr>
        <p:spPr>
          <a:xfrm>
            <a:off x="1463617" y="3332464"/>
            <a:ext cx="6216766" cy="3046988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2400" b="1" dirty="0"/>
              <a:t>Accurate     =      Same Meaning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              Clear     =     Easy to Understand</a:t>
            </a:r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endParaRPr lang="en-US" sz="2400" b="1" dirty="0"/>
          </a:p>
          <a:p>
            <a:pPr algn="ctr"/>
            <a:r>
              <a:rPr lang="en-US" sz="2400" b="1" dirty="0"/>
              <a:t>           Natural     =     Conversational Flow</a:t>
            </a:r>
            <a:endParaRPr lang="en-US" sz="2400" b="1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56588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B7D0F-8C98-142C-E49E-8E0F238EB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6512"/>
            <a:ext cx="7886700" cy="5910444"/>
          </a:xfrm>
        </p:spPr>
        <p:txBody>
          <a:bodyPr/>
          <a:lstStyle/>
          <a:p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ὁ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δὲ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εἶ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π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εν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Ἐλθέ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. καὶ καταβ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ὰς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ἀπὸ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τοῦ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π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λοίου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ὁ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Πέτρος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π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εριε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π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άτησεν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ἐπὶ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τὰ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ὕδ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ατα καὶ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ἦλθεν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π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ρὸς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τὸν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/>
                <a:cs typeface="Times New Roman"/>
              </a:rPr>
              <a:t>Ἰησοῦν</a:t>
            </a:r>
            <a:r>
              <a:rPr lang="en-US" sz="3600" dirty="0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  <a:b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</a:br>
            <a:br>
              <a:rPr lang="en-US" b="0" dirty="0">
                <a:latin typeface="Times New Roman"/>
                <a:cs typeface="Times New Roman"/>
              </a:rPr>
            </a:br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endParaRPr lang="en-US" dirty="0"/>
          </a:p>
        </p:txBody>
      </p:sp>
      <p:pic>
        <p:nvPicPr>
          <p:cNvPr id="3" name="Picture 2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BA85044-877B-7CF5-7E42-0E9C0514FC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55"/>
          <a:stretch/>
        </p:blipFill>
        <p:spPr>
          <a:xfrm>
            <a:off x="330679" y="2153530"/>
            <a:ext cx="8597660" cy="454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304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0F4A6-996E-01E1-5809-7DC794760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“I am very blessed to be here today. 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kern="1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kern="1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By God’s grace and the power of the Holy Spirit, Scripture will be translated into our own tongue.”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64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FFFFF"/>
      </a:lt1>
      <a:dk2>
        <a:srgbClr val="5B4A42"/>
      </a:dk2>
      <a:lt2>
        <a:srgbClr val="FFFFFF"/>
      </a:lt2>
      <a:accent1>
        <a:srgbClr val="B95659"/>
      </a:accent1>
      <a:accent2>
        <a:srgbClr val="83A83F"/>
      </a:accent2>
      <a:accent3>
        <a:srgbClr val="FBA93D"/>
      </a:accent3>
      <a:accent4>
        <a:srgbClr val="00B0F0"/>
      </a:accent4>
      <a:accent5>
        <a:srgbClr val="6ABF4B"/>
      </a:accent5>
      <a:accent6>
        <a:srgbClr val="FFB71B"/>
      </a:accent6>
      <a:hlink>
        <a:srgbClr val="83A83F"/>
      </a:hlink>
      <a:folHlink>
        <a:srgbClr val="FBA93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>
        <a:spAutoFit/>
      </a:bodyPr>
      <a:lstStyle>
        <a:defPPr algn="ctr">
          <a:defRPr sz="2000" dirty="0">
            <a:solidFill>
              <a:srgbClr val="716557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38937e4-20c5-4a73-b245-175c4ead9603">
      <Terms xmlns="http://schemas.microsoft.com/office/infopath/2007/PartnerControls"/>
    </lcf76f155ced4ddcb4097134ff3c332f>
    <TaxCatchAll xmlns="9ede4979-7183-4f81-a394-71c40c9222c4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1F634926FA043ACFB26755753006F" ma:contentTypeVersion="20" ma:contentTypeDescription="Create a new document." ma:contentTypeScope="" ma:versionID="01147358cd12b12371d0fec9faf98450">
  <xsd:schema xmlns:xsd="http://www.w3.org/2001/XMLSchema" xmlns:xs="http://www.w3.org/2001/XMLSchema" xmlns:p="http://schemas.microsoft.com/office/2006/metadata/properties" xmlns:ns1="http://schemas.microsoft.com/sharepoint/v3" xmlns:ns2="038937e4-20c5-4a73-b245-175c4ead9603" xmlns:ns3="9ede4979-7183-4f81-a394-71c40c9222c4" targetNamespace="http://schemas.microsoft.com/office/2006/metadata/properties" ma:root="true" ma:fieldsID="f71df03f361f918f6e506a987229d969" ns1:_="" ns2:_="" ns3:_="">
    <xsd:import namespace="http://schemas.microsoft.com/sharepoint/v3"/>
    <xsd:import namespace="038937e4-20c5-4a73-b245-175c4ead9603"/>
    <xsd:import namespace="9ede4979-7183-4f81-a394-71c40c9222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8937e4-20c5-4a73-b245-175c4ead96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ea59994-8317-4aa6-899c-04dff19597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de4979-7183-4f81-a394-71c40c9222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a3a93ad-9e1c-4ee1-bbf7-4ca5dc6051e9}" ma:internalName="TaxCatchAll" ma:showField="CatchAllData" ma:web="9ede4979-7183-4f81-a394-71c40c9222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870300-B03F-45F7-9154-521D8C74684E}">
  <ds:schemaRefs>
    <ds:schemaRef ds:uri="http://schemas.microsoft.com/office/2006/documentManagement/types"/>
    <ds:schemaRef ds:uri="http://schemas.openxmlformats.org/package/2006/metadata/core-properties"/>
    <ds:schemaRef ds:uri="http://schemas.microsoft.com/sharepoint/v3"/>
    <ds:schemaRef ds:uri="http://www.w3.org/XML/1998/namespace"/>
    <ds:schemaRef ds:uri="http://purl.org/dc/terms/"/>
    <ds:schemaRef ds:uri="038937e4-20c5-4a73-b245-175c4ead9603"/>
    <ds:schemaRef ds:uri="http://schemas.microsoft.com/office/2006/metadata/properties"/>
    <ds:schemaRef ds:uri="http://purl.org/dc/elements/1.1/"/>
    <ds:schemaRef ds:uri="http://schemas.microsoft.com/office/infopath/2007/PartnerControls"/>
    <ds:schemaRef ds:uri="9ede4979-7183-4f81-a394-71c40c9222c4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178770A-F6AC-406B-AF0D-88CBCF36B7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224F11-32D9-4FF5-B337-C59820A6CB25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2526</TotalTime>
  <Words>223</Words>
  <Application>Microsoft Office PowerPoint</Application>
  <PresentationFormat>On-screen Show (4:3)</PresentationFormat>
  <Paragraphs>29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Office Theme</vt:lpstr>
      <vt:lpstr>PowerPoint Presentation</vt:lpstr>
      <vt:lpstr>Literal vs. Meaning-Based Translation</vt:lpstr>
      <vt:lpstr>PowerPoint Presentation</vt:lpstr>
      <vt:lpstr>ὁ δὲ εἶπεν, Ἐλθέ. καὶ καταβὰς ἀπὸ τοῦ πλοίου ὁ Πέτρος περιεπάτησεν ἐπὶ τὰ ὕδατα καὶ ἦλθεν πρὸς τὸν Ἰησοῦν.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Owner</dc:creator>
  <cp:lastModifiedBy>Deborah Shaw</cp:lastModifiedBy>
  <cp:revision>244</cp:revision>
  <dcterms:created xsi:type="dcterms:W3CDTF">2019-03-18T18:21:25Z</dcterms:created>
  <dcterms:modified xsi:type="dcterms:W3CDTF">2025-06-11T16:46:39Z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0x0101003391F634926FA043ACFB26755753006F</vt:lpwstr>
  </property>
  <property fmtid="{D5CDD505-2E9C-101B-9397-08002B2CF9AE}" pid="3" name="MediaServiceImageTags">
    <vt:lpwstr/>
  </property>
</Properties>
</file>