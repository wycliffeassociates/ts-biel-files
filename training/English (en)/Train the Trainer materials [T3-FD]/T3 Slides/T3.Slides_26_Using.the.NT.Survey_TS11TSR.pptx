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5" r:id="rId5"/>
  </p:sldMasterIdLst>
  <p:notesMasterIdLst>
    <p:notesMasterId r:id="rId14"/>
  </p:notesMasterIdLst>
  <p:sldIdLst>
    <p:sldId id="299" r:id="rId6"/>
    <p:sldId id="295" r:id="rId7"/>
    <p:sldId id="293" r:id="rId8"/>
    <p:sldId id="292" r:id="rId9"/>
    <p:sldId id="305" r:id="rId10"/>
    <p:sldId id="304" r:id="rId11"/>
    <p:sldId id="303" r:id="rId12"/>
    <p:sldId id="30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95659"/>
    <a:srgbClr val="FBA93D"/>
    <a:srgbClr val="83A83F"/>
    <a:srgbClr val="C3DD93"/>
    <a:srgbClr val="7165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2D61E4-DC82-4694-A857-67D1E4F9CB21}" v="6" dt="2025-09-26T10:18:48.0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59" autoAdjust="0"/>
    <p:restoredTop sz="95417" autoAdjust="0"/>
  </p:normalViewPr>
  <p:slideViewPr>
    <p:cSldViewPr snapToGrid="0">
      <p:cViewPr>
        <p:scale>
          <a:sx n="53" d="100"/>
          <a:sy n="53" d="100"/>
        </p:scale>
        <p:origin x="1252" y="7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79bf7848-a030-4096-934a-3abbfde4984a" providerId="ADAL" clId="{8DE9E9FB-001C-4B84-83DE-E1F7ABB9FAA3}"/>
    <pc:docChg chg="undo custSel addSld delSld modSld sldOrd addMainMaster delMainMaster">
      <pc:chgData name="Deborah Shaw" userId="79bf7848-a030-4096-934a-3abbfde4984a" providerId="ADAL" clId="{8DE9E9FB-001C-4B84-83DE-E1F7ABB9FAA3}" dt="2025-09-26T11:44:26.428" v="208" actId="2696"/>
      <pc:docMkLst>
        <pc:docMk/>
      </pc:docMkLst>
      <pc:sldChg chg="addSp delSp modSp mod ord">
        <pc:chgData name="Deborah Shaw" userId="79bf7848-a030-4096-934a-3abbfde4984a" providerId="ADAL" clId="{8DE9E9FB-001C-4B84-83DE-E1F7ABB9FAA3}" dt="2025-09-26T10:19:21.855" v="198" actId="1076"/>
        <pc:sldMkLst>
          <pc:docMk/>
          <pc:sldMk cId="1984317692" sldId="292"/>
        </pc:sldMkLst>
        <pc:spChg chg="mod">
          <ac:chgData name="Deborah Shaw" userId="79bf7848-a030-4096-934a-3abbfde4984a" providerId="ADAL" clId="{8DE9E9FB-001C-4B84-83DE-E1F7ABB9FAA3}" dt="2025-09-26T10:11:54.526" v="143" actId="115"/>
          <ac:spMkLst>
            <pc:docMk/>
            <pc:sldMk cId="1984317692" sldId="292"/>
            <ac:spMk id="2" creationId="{C2007297-B443-43EA-ADFE-3FABCD20B870}"/>
          </ac:spMkLst>
        </pc:spChg>
        <pc:spChg chg="del">
          <ac:chgData name="Deborah Shaw" userId="79bf7848-a030-4096-934a-3abbfde4984a" providerId="ADAL" clId="{8DE9E9FB-001C-4B84-83DE-E1F7ABB9FAA3}" dt="2025-09-26T10:11:25.217" v="80" actId="21"/>
          <ac:spMkLst>
            <pc:docMk/>
            <pc:sldMk cId="1984317692" sldId="292"/>
            <ac:spMk id="3" creationId="{18202B2F-1632-4B91-8092-B1C82784B313}"/>
          </ac:spMkLst>
        </pc:spChg>
        <pc:spChg chg="mod">
          <ac:chgData name="Deborah Shaw" userId="79bf7848-a030-4096-934a-3abbfde4984a" providerId="ADAL" clId="{8DE9E9FB-001C-4B84-83DE-E1F7ABB9FAA3}" dt="2025-09-26T10:19:21.855" v="198" actId="1076"/>
          <ac:spMkLst>
            <pc:docMk/>
            <pc:sldMk cId="1984317692" sldId="292"/>
            <ac:spMk id="21" creationId="{5ED1B243-5544-41F5-8F66-CA1878BAD8D9}"/>
          </ac:spMkLst>
        </pc:spChg>
        <pc:picChg chg="add del mod">
          <ac:chgData name="Deborah Shaw" userId="79bf7848-a030-4096-934a-3abbfde4984a" providerId="ADAL" clId="{8DE9E9FB-001C-4B84-83DE-E1F7ABB9FAA3}" dt="2025-09-26T10:10:14.316" v="79" actId="21"/>
          <ac:picMkLst>
            <pc:docMk/>
            <pc:sldMk cId="1984317692" sldId="292"/>
            <ac:picMk id="18" creationId="{709519F5-0D1B-4D1A-9CC3-F66BCC1503F3}"/>
          </ac:picMkLst>
        </pc:picChg>
      </pc:sldChg>
      <pc:sldChg chg="delSp modSp mod ord">
        <pc:chgData name="Deborah Shaw" userId="79bf7848-a030-4096-934a-3abbfde4984a" providerId="ADAL" clId="{8DE9E9FB-001C-4B84-83DE-E1F7ABB9FAA3}" dt="2025-09-25T20:59:51.359" v="37" actId="14100"/>
        <pc:sldMkLst>
          <pc:docMk/>
          <pc:sldMk cId="2897613016" sldId="293"/>
        </pc:sldMkLst>
        <pc:spChg chg="mod">
          <ac:chgData name="Deborah Shaw" userId="79bf7848-a030-4096-934a-3abbfde4984a" providerId="ADAL" clId="{8DE9E9FB-001C-4B84-83DE-E1F7ABB9FAA3}" dt="2025-09-25T20:59:51.359" v="37" actId="14100"/>
          <ac:spMkLst>
            <pc:docMk/>
            <pc:sldMk cId="2897613016" sldId="293"/>
            <ac:spMk id="5" creationId="{7A0A7C64-9B50-4C56-91FF-E4A1C90EC3AB}"/>
          </ac:spMkLst>
        </pc:spChg>
        <pc:spChg chg="del mod">
          <ac:chgData name="Deborah Shaw" userId="79bf7848-a030-4096-934a-3abbfde4984a" providerId="ADAL" clId="{8DE9E9FB-001C-4B84-83DE-E1F7ABB9FAA3}" dt="2025-09-25T20:59:39.541" v="34" actId="21"/>
          <ac:spMkLst>
            <pc:docMk/>
            <pc:sldMk cId="2897613016" sldId="293"/>
            <ac:spMk id="6" creationId="{13CBE7CC-7684-45E7-8E21-DEF6C8C1AB2C}"/>
          </ac:spMkLst>
        </pc:spChg>
        <pc:spChg chg="del mod">
          <ac:chgData name="Deborah Shaw" userId="79bf7848-a030-4096-934a-3abbfde4984a" providerId="ADAL" clId="{8DE9E9FB-001C-4B84-83DE-E1F7ABB9FAA3}" dt="2025-09-25T20:59:34.331" v="31" actId="21"/>
          <ac:spMkLst>
            <pc:docMk/>
            <pc:sldMk cId="2897613016" sldId="293"/>
            <ac:spMk id="8" creationId="{50436799-AA1A-498D-B68E-41D7567B4CF9}"/>
          </ac:spMkLst>
        </pc:spChg>
        <pc:spChg chg="del mod">
          <ac:chgData name="Deborah Shaw" userId="79bf7848-a030-4096-934a-3abbfde4984a" providerId="ADAL" clId="{8DE9E9FB-001C-4B84-83DE-E1F7ABB9FAA3}" dt="2025-09-25T20:59:37.294" v="33" actId="21"/>
          <ac:spMkLst>
            <pc:docMk/>
            <pc:sldMk cId="2897613016" sldId="293"/>
            <ac:spMk id="11" creationId="{54930D70-9464-4C14-8C05-31A1F09D535F}"/>
          </ac:spMkLst>
        </pc:spChg>
        <pc:spChg chg="del mod">
          <ac:chgData name="Deborah Shaw" userId="79bf7848-a030-4096-934a-3abbfde4984a" providerId="ADAL" clId="{8DE9E9FB-001C-4B84-83DE-E1F7ABB9FAA3}" dt="2025-09-25T20:59:36.055" v="32" actId="21"/>
          <ac:spMkLst>
            <pc:docMk/>
            <pc:sldMk cId="2897613016" sldId="293"/>
            <ac:spMk id="12" creationId="{891C5FCF-85A0-4273-B44D-B64A12138D41}"/>
          </ac:spMkLst>
        </pc:spChg>
      </pc:sldChg>
      <pc:sldChg chg="del">
        <pc:chgData name="Deborah Shaw" userId="79bf7848-a030-4096-934a-3abbfde4984a" providerId="ADAL" clId="{8DE9E9FB-001C-4B84-83DE-E1F7ABB9FAA3}" dt="2025-09-23T18:14:53.941" v="19" actId="2696"/>
        <pc:sldMkLst>
          <pc:docMk/>
          <pc:sldMk cId="2657089351" sldId="294"/>
        </pc:sldMkLst>
      </pc:sldChg>
      <pc:sldChg chg="add del">
        <pc:chgData name="Deborah Shaw" userId="79bf7848-a030-4096-934a-3abbfde4984a" providerId="ADAL" clId="{8DE9E9FB-001C-4B84-83DE-E1F7ABB9FAA3}" dt="2025-09-23T18:29:29.052" v="23"/>
        <pc:sldMkLst>
          <pc:docMk/>
          <pc:sldMk cId="2724077230" sldId="295"/>
        </pc:sldMkLst>
      </pc:sldChg>
      <pc:sldChg chg="del">
        <pc:chgData name="Deborah Shaw" userId="79bf7848-a030-4096-934a-3abbfde4984a" providerId="ADAL" clId="{8DE9E9FB-001C-4B84-83DE-E1F7ABB9FAA3}" dt="2025-09-23T18:15:04.125" v="22" actId="2696"/>
        <pc:sldMkLst>
          <pc:docMk/>
          <pc:sldMk cId="2235433884" sldId="296"/>
        </pc:sldMkLst>
      </pc:sldChg>
      <pc:sldChg chg="del">
        <pc:chgData name="Deborah Shaw" userId="79bf7848-a030-4096-934a-3abbfde4984a" providerId="ADAL" clId="{8DE9E9FB-001C-4B84-83DE-E1F7ABB9FAA3}" dt="2025-09-23T18:15:00.220" v="21" actId="2696"/>
        <pc:sldMkLst>
          <pc:docMk/>
          <pc:sldMk cId="821941935" sldId="297"/>
        </pc:sldMkLst>
      </pc:sldChg>
      <pc:sldChg chg="modSp add del mod">
        <pc:chgData name="Deborah Shaw" userId="79bf7848-a030-4096-934a-3abbfde4984a" providerId="ADAL" clId="{8DE9E9FB-001C-4B84-83DE-E1F7ABB9FAA3}" dt="2025-09-25T21:05:41.556" v="77" actId="115"/>
        <pc:sldMkLst>
          <pc:docMk/>
          <pc:sldMk cId="3629754069" sldId="299"/>
        </pc:sldMkLst>
        <pc:spChg chg="mod">
          <ac:chgData name="Deborah Shaw" userId="79bf7848-a030-4096-934a-3abbfde4984a" providerId="ADAL" clId="{8DE9E9FB-001C-4B84-83DE-E1F7ABB9FAA3}" dt="2025-09-25T21:05:20.634" v="44" actId="1076"/>
          <ac:spMkLst>
            <pc:docMk/>
            <pc:sldMk cId="3629754069" sldId="299"/>
            <ac:spMk id="3" creationId="{117E80A5-0A88-072D-D373-1B79DB1B2DCA}"/>
          </ac:spMkLst>
        </pc:spChg>
        <pc:spChg chg="mod">
          <ac:chgData name="Deborah Shaw" userId="79bf7848-a030-4096-934a-3abbfde4984a" providerId="ADAL" clId="{8DE9E9FB-001C-4B84-83DE-E1F7ABB9FAA3}" dt="2025-09-25T21:05:41.556" v="77" actId="115"/>
          <ac:spMkLst>
            <pc:docMk/>
            <pc:sldMk cId="3629754069" sldId="299"/>
            <ac:spMk id="7" creationId="{6D1C5468-2E27-9AF9-E8A7-9D00C2F6695F}"/>
          </ac:spMkLst>
        </pc:spChg>
        <pc:picChg chg="mod modCrop">
          <ac:chgData name="Deborah Shaw" userId="79bf7848-a030-4096-934a-3abbfde4984a" providerId="ADAL" clId="{8DE9E9FB-001C-4B84-83DE-E1F7ABB9FAA3}" dt="2025-09-23T18:13:04.121" v="7" actId="18131"/>
          <ac:picMkLst>
            <pc:docMk/>
            <pc:sldMk cId="3629754069" sldId="299"/>
            <ac:picMk id="6" creationId="{4B1342BB-B465-1A3D-28BC-F5045ABD0A0E}"/>
          </ac:picMkLst>
        </pc:picChg>
      </pc:sldChg>
      <pc:sldChg chg="modSp del mod">
        <pc:chgData name="Deborah Shaw" userId="79bf7848-a030-4096-934a-3abbfde4984a" providerId="ADAL" clId="{8DE9E9FB-001C-4B84-83DE-E1F7ABB9FAA3}" dt="2025-09-26T11:44:24.709" v="207" actId="2696"/>
        <pc:sldMkLst>
          <pc:docMk/>
          <pc:sldMk cId="3257040967" sldId="300"/>
        </pc:sldMkLst>
      </pc:sldChg>
      <pc:sldChg chg="add del">
        <pc:chgData name="Deborah Shaw" userId="79bf7848-a030-4096-934a-3abbfde4984a" providerId="ADAL" clId="{8DE9E9FB-001C-4B84-83DE-E1F7ABB9FAA3}" dt="2025-09-26T11:44:26.428" v="208" actId="2696"/>
        <pc:sldMkLst>
          <pc:docMk/>
          <pc:sldMk cId="3953114304" sldId="301"/>
        </pc:sldMkLst>
      </pc:sldChg>
      <pc:sldChg chg="add del">
        <pc:chgData name="Deborah Shaw" userId="79bf7848-a030-4096-934a-3abbfde4984a" providerId="ADAL" clId="{8DE9E9FB-001C-4B84-83DE-E1F7ABB9FAA3}" dt="2025-09-26T11:44:22.500" v="206" actId="2696"/>
        <pc:sldMkLst>
          <pc:docMk/>
          <pc:sldMk cId="1681227289" sldId="302"/>
        </pc:sldMkLst>
      </pc:sldChg>
      <pc:sldChg chg="modSp add mod">
        <pc:chgData name="Deborah Shaw" userId="79bf7848-a030-4096-934a-3abbfde4984a" providerId="ADAL" clId="{8DE9E9FB-001C-4B84-83DE-E1F7ABB9FAA3}" dt="2025-09-26T10:29:11.021" v="205" actId="1076"/>
        <pc:sldMkLst>
          <pc:docMk/>
          <pc:sldMk cId="1002025317" sldId="303"/>
        </pc:sldMkLst>
        <pc:spChg chg="mod">
          <ac:chgData name="Deborah Shaw" userId="79bf7848-a030-4096-934a-3abbfde4984a" providerId="ADAL" clId="{8DE9E9FB-001C-4B84-83DE-E1F7ABB9FAA3}" dt="2025-09-26T10:14:57.837" v="181" actId="20577"/>
          <ac:spMkLst>
            <pc:docMk/>
            <pc:sldMk cId="1002025317" sldId="303"/>
            <ac:spMk id="2" creationId="{923F4401-230A-E308-41C2-18F8263A0D2B}"/>
          </ac:spMkLst>
        </pc:spChg>
        <pc:spChg chg="mod">
          <ac:chgData name="Deborah Shaw" userId="79bf7848-a030-4096-934a-3abbfde4984a" providerId="ADAL" clId="{8DE9E9FB-001C-4B84-83DE-E1F7ABB9FAA3}" dt="2025-09-26T10:29:11.021" v="205" actId="1076"/>
          <ac:spMkLst>
            <pc:docMk/>
            <pc:sldMk cId="1002025317" sldId="303"/>
            <ac:spMk id="21" creationId="{F2F72711-35D3-4A84-C7BE-03D5CC81A498}"/>
          </ac:spMkLst>
        </pc:spChg>
      </pc:sldChg>
      <pc:sldChg chg="modSp add mod">
        <pc:chgData name="Deborah Shaw" userId="79bf7848-a030-4096-934a-3abbfde4984a" providerId="ADAL" clId="{8DE9E9FB-001C-4B84-83DE-E1F7ABB9FAA3}" dt="2025-09-26T10:19:32.157" v="200" actId="1076"/>
        <pc:sldMkLst>
          <pc:docMk/>
          <pc:sldMk cId="2457405885" sldId="304"/>
        </pc:sldMkLst>
        <pc:spChg chg="mod">
          <ac:chgData name="Deborah Shaw" userId="79bf7848-a030-4096-934a-3abbfde4984a" providerId="ADAL" clId="{8DE9E9FB-001C-4B84-83DE-E1F7ABB9FAA3}" dt="2025-09-26T10:19:32.157" v="200" actId="1076"/>
          <ac:spMkLst>
            <pc:docMk/>
            <pc:sldMk cId="2457405885" sldId="304"/>
            <ac:spMk id="21" creationId="{AE2EB065-6908-D035-F773-2053C5DDF3F6}"/>
          </ac:spMkLst>
        </pc:spChg>
      </pc:sldChg>
      <pc:sldChg chg="modSp add mod">
        <pc:chgData name="Deborah Shaw" userId="79bf7848-a030-4096-934a-3abbfde4984a" providerId="ADAL" clId="{8DE9E9FB-001C-4B84-83DE-E1F7ABB9FAA3}" dt="2025-09-26T10:19:02.413" v="196" actId="6549"/>
        <pc:sldMkLst>
          <pc:docMk/>
          <pc:sldMk cId="3191253590" sldId="305"/>
        </pc:sldMkLst>
        <pc:spChg chg="mod">
          <ac:chgData name="Deborah Shaw" userId="79bf7848-a030-4096-934a-3abbfde4984a" providerId="ADAL" clId="{8DE9E9FB-001C-4B84-83DE-E1F7ABB9FAA3}" dt="2025-09-26T10:18:30.886" v="192" actId="20577"/>
          <ac:spMkLst>
            <pc:docMk/>
            <pc:sldMk cId="3191253590" sldId="305"/>
            <ac:spMk id="2" creationId="{C8AFD746-B720-2AB9-E86A-2BCE40E42237}"/>
          </ac:spMkLst>
        </pc:spChg>
        <pc:spChg chg="mod">
          <ac:chgData name="Deborah Shaw" userId="79bf7848-a030-4096-934a-3abbfde4984a" providerId="ADAL" clId="{8DE9E9FB-001C-4B84-83DE-E1F7ABB9FAA3}" dt="2025-09-26T10:19:02.413" v="196" actId="6549"/>
          <ac:spMkLst>
            <pc:docMk/>
            <pc:sldMk cId="3191253590" sldId="305"/>
            <ac:spMk id="21" creationId="{7AFC5A14-B750-F569-8A5C-DD12CAC14F27}"/>
          </ac:spMkLst>
        </pc:spChg>
      </pc:sldChg>
      <pc:sldChg chg="add">
        <pc:chgData name="Deborah Shaw" userId="79bf7848-a030-4096-934a-3abbfde4984a" providerId="ADAL" clId="{8DE9E9FB-001C-4B84-83DE-E1F7ABB9FAA3}" dt="2025-09-26T10:28:43.705" v="201" actId="2890"/>
        <pc:sldMkLst>
          <pc:docMk/>
          <pc:sldMk cId="4066396593" sldId="306"/>
        </pc:sldMkLst>
      </pc:sldChg>
      <pc:sldMasterChg chg="add del addSldLayout delSldLayout">
        <pc:chgData name="Deborah Shaw" userId="79bf7848-a030-4096-934a-3abbfde4984a" providerId="ADAL" clId="{8DE9E9FB-001C-4B84-83DE-E1F7ABB9FAA3}" dt="2025-09-25T20:42:19.749" v="25" actId="2696"/>
        <pc:sldMasterMkLst>
          <pc:docMk/>
          <pc:sldMasterMk cId="2245449552" sldId="2147483665"/>
        </pc:sldMasterMkLst>
        <pc:sldLayoutChg chg="add del">
          <pc:chgData name="Deborah Shaw" userId="79bf7848-a030-4096-934a-3abbfde4984a" providerId="ADAL" clId="{8DE9E9FB-001C-4B84-83DE-E1F7ABB9FAA3}" dt="2025-09-25T20:42:19.749" v="25" actId="2696"/>
          <pc:sldLayoutMkLst>
            <pc:docMk/>
            <pc:sldMasterMk cId="2245449552" sldId="2147483665"/>
            <pc:sldLayoutMk cId="982179255" sldId="214748366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9/26/2025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5D7C9E-35D9-4D05-A3C8-EB7FE07A4C81}" type="slidenum">
              <a:rPr lang="en-US" smtClean="0"/>
              <a:t>4</a:t>
            </a:fld>
            <a:endParaRPr lang="en-US"/>
          </a:p>
        </p:txBody>
      </p:sp>
    </p:spTree>
    <p:extLst>
      <p:ext uri="{BB962C8B-B14F-4D97-AF65-F5344CB8AC3E}">
        <p14:creationId xmlns:p14="http://schemas.microsoft.com/office/powerpoint/2010/main" val="347292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71A16-3FDA-7C98-5617-66CAD8DCB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7E21C-2E63-CE2F-12CA-9FA38CA759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0E03B-49CE-DBB8-986A-98B0368CFB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5F58E8-B75A-D603-D650-92D0A039B293}"/>
              </a:ext>
            </a:extLst>
          </p:cNvPr>
          <p:cNvSpPr>
            <a:spLocks noGrp="1"/>
          </p:cNvSpPr>
          <p:nvPr>
            <p:ph type="sldNum" sz="quarter" idx="5"/>
          </p:nvPr>
        </p:nvSpPr>
        <p:spPr/>
        <p:txBody>
          <a:bodyPr/>
          <a:lstStyle/>
          <a:p>
            <a:fld id="{E05D7C9E-35D9-4D05-A3C8-EB7FE07A4C81}" type="slidenum">
              <a:rPr lang="en-US" smtClean="0"/>
              <a:t>5</a:t>
            </a:fld>
            <a:endParaRPr lang="en-US"/>
          </a:p>
        </p:txBody>
      </p:sp>
    </p:spTree>
    <p:extLst>
      <p:ext uri="{BB962C8B-B14F-4D97-AF65-F5344CB8AC3E}">
        <p14:creationId xmlns:p14="http://schemas.microsoft.com/office/powerpoint/2010/main" val="1612970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92940-33AB-32E1-6A48-08D41B655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EDBBB-362D-8287-9A7D-AB21BAA681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EC39F-AE50-333D-4A70-4BE3C1260E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FB61DD-3813-C609-B767-06608D371E7A}"/>
              </a:ext>
            </a:extLst>
          </p:cNvPr>
          <p:cNvSpPr>
            <a:spLocks noGrp="1"/>
          </p:cNvSpPr>
          <p:nvPr>
            <p:ph type="sldNum" sz="quarter" idx="5"/>
          </p:nvPr>
        </p:nvSpPr>
        <p:spPr/>
        <p:txBody>
          <a:bodyPr/>
          <a:lstStyle/>
          <a:p>
            <a:fld id="{E05D7C9E-35D9-4D05-A3C8-EB7FE07A4C81}" type="slidenum">
              <a:rPr lang="en-US" smtClean="0"/>
              <a:t>6</a:t>
            </a:fld>
            <a:endParaRPr lang="en-US"/>
          </a:p>
        </p:txBody>
      </p:sp>
    </p:spTree>
    <p:extLst>
      <p:ext uri="{BB962C8B-B14F-4D97-AF65-F5344CB8AC3E}">
        <p14:creationId xmlns:p14="http://schemas.microsoft.com/office/powerpoint/2010/main" val="3585928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F1A8A-943D-25D7-AD12-3BF19E863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132A0-E861-8879-F02C-B9F974302E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1BAD29-44B0-34A1-C721-27DE88EAA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917DC5-2566-FCC5-F94E-566E69FCE077}"/>
              </a:ext>
            </a:extLst>
          </p:cNvPr>
          <p:cNvSpPr>
            <a:spLocks noGrp="1"/>
          </p:cNvSpPr>
          <p:nvPr>
            <p:ph type="sldNum" sz="quarter" idx="5"/>
          </p:nvPr>
        </p:nvSpPr>
        <p:spPr/>
        <p:txBody>
          <a:bodyPr/>
          <a:lstStyle/>
          <a:p>
            <a:fld id="{E05D7C9E-35D9-4D05-A3C8-EB7FE07A4C81}" type="slidenum">
              <a:rPr lang="en-US" smtClean="0"/>
              <a:t>7</a:t>
            </a:fld>
            <a:endParaRPr lang="en-US"/>
          </a:p>
        </p:txBody>
      </p:sp>
    </p:spTree>
    <p:extLst>
      <p:ext uri="{BB962C8B-B14F-4D97-AF65-F5344CB8AC3E}">
        <p14:creationId xmlns:p14="http://schemas.microsoft.com/office/powerpoint/2010/main" val="3063134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33960-2BF0-CD9C-B035-54843DE9C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61842-EC6A-BC8C-9364-63C9A9CC3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1DBCE-0090-3938-5E2E-50219B453E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B82AA-8C02-C21A-0D29-69C5BEA95612}"/>
              </a:ext>
            </a:extLst>
          </p:cNvPr>
          <p:cNvSpPr>
            <a:spLocks noGrp="1"/>
          </p:cNvSpPr>
          <p:nvPr>
            <p:ph type="sldNum" sz="quarter" idx="5"/>
          </p:nvPr>
        </p:nvSpPr>
        <p:spPr/>
        <p:txBody>
          <a:bodyPr/>
          <a:lstStyle/>
          <a:p>
            <a:fld id="{E05D7C9E-35D9-4D05-A3C8-EB7FE07A4C81}" type="slidenum">
              <a:rPr lang="en-US" smtClean="0"/>
              <a:t>8</a:t>
            </a:fld>
            <a:endParaRPr lang="en-US"/>
          </a:p>
        </p:txBody>
      </p:sp>
    </p:spTree>
    <p:extLst>
      <p:ext uri="{BB962C8B-B14F-4D97-AF65-F5344CB8AC3E}">
        <p14:creationId xmlns:p14="http://schemas.microsoft.com/office/powerpoint/2010/main" val="3825506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9/26/2025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6" r:id="rId1"/>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rotWithShape="1">
          <a:blip r:embed="rId2">
            <a:extLst>
              <a:ext uri="{28A0092B-C50C-407E-A947-70E740481C1C}">
                <a14:useLocalDpi xmlns:a14="http://schemas.microsoft.com/office/drawing/2010/main" val="0"/>
              </a:ext>
            </a:extLst>
          </a:blip>
          <a:srcRect t="25411" b="15806"/>
          <a:stretch>
            <a:fillRect/>
          </a:stretch>
        </p:blipFill>
        <p:spPr>
          <a:xfrm>
            <a:off x="20" y="146816"/>
            <a:ext cx="9143980" cy="4191267"/>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268759" y="4150277"/>
            <a:ext cx="5875241" cy="2489409"/>
          </a:xfrm>
        </p:spPr>
        <p:txBody>
          <a:bodyPr anchor="ctr">
            <a:normAutofit fontScale="92500"/>
          </a:bodyPr>
          <a:lstStyle/>
          <a:p>
            <a:pPr marL="0" marR="0" indent="0" fontAlgn="base">
              <a:spcBef>
                <a:spcPts val="0"/>
              </a:spcBef>
              <a:spcAft>
                <a:spcPts val="0"/>
              </a:spcAft>
              <a:buNone/>
            </a:pPr>
            <a:r>
              <a:rPr lang="en-US" sz="2600" dirty="0">
                <a:solidFill>
                  <a:schemeClr val="accent1">
                    <a:lumMod val="50000"/>
                  </a:schemeClr>
                </a:solidFill>
                <a:effectLst/>
                <a:latin typeface="Arial" panose="020B0604020202020204" pitchFamily="34" charset="0"/>
                <a:ea typeface="Times New Roman" panose="02020603050405020304" pitchFamily="18" charset="0"/>
              </a:rPr>
              <a:t>Give to a wise person, and he will become even wiser; teach a righteous person, and he will add to his learning (Prov. 9:9). </a:t>
            </a:r>
            <a:endParaRPr lang="en-US" sz="2600"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endParaRPr lang="en-US" sz="16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1300" dirty="0">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300" dirty="0" err="1">
                <a:latin typeface="Calibri"/>
                <a:ea typeface="Times New Roman" panose="02020603050405020304" pitchFamily="18" charset="0"/>
                <a:cs typeface="Arial"/>
              </a:rPr>
              <a:t>ShareAlike</a:t>
            </a:r>
            <a:r>
              <a:rPr lang="en-US" sz="1300" dirty="0">
                <a:latin typeface="Calibri"/>
                <a:ea typeface="Times New Roman" panose="02020603050405020304" pitchFamily="18" charset="0"/>
                <a:cs typeface="Arial"/>
              </a:rPr>
              <a:t> 4.0 International License. </a:t>
            </a:r>
          </a:p>
          <a:p>
            <a:pPr marL="0" marR="0" indent="0" fontAlgn="base">
              <a:spcBef>
                <a:spcPts val="0"/>
              </a:spcBef>
              <a:spcAft>
                <a:spcPts val="0"/>
              </a:spcAft>
              <a:buNone/>
            </a:pPr>
            <a:r>
              <a:rPr lang="en-US" sz="1300" dirty="0">
                <a:latin typeface="Calibri"/>
                <a:ea typeface="Times New Roman" panose="02020603050405020304" pitchFamily="18" charset="0"/>
                <a:cs typeface="Arial"/>
              </a:rPr>
              <a:t>The English ULB is based on the </a:t>
            </a:r>
            <a:r>
              <a:rPr lang="en-US" sz="1300" dirty="0" err="1">
                <a:latin typeface="Calibri"/>
                <a:ea typeface="Times New Roman" panose="02020603050405020304" pitchFamily="18" charset="0"/>
                <a:cs typeface="Arial"/>
              </a:rPr>
              <a:t>unfoldingWord</a:t>
            </a:r>
            <a:r>
              <a:rPr lang="en-US" sz="1300" dirty="0">
                <a:latin typeface="Calibri"/>
                <a:ea typeface="Times New Roman" panose="02020603050405020304" pitchFamily="18" charset="0"/>
                <a:cs typeface="Arial"/>
              </a:rPr>
              <a:t>® Literal Text, CC BY-SA 4.0. The original work of the </a:t>
            </a:r>
            <a:r>
              <a:rPr lang="en-US" sz="1300" dirty="0" err="1">
                <a:latin typeface="Calibri"/>
                <a:ea typeface="Times New Roman" panose="02020603050405020304" pitchFamily="18" charset="0"/>
                <a:cs typeface="Arial"/>
              </a:rPr>
              <a:t>unfoldingWord</a:t>
            </a:r>
            <a:r>
              <a:rPr lang="en-US" sz="1300" dirty="0">
                <a:latin typeface="Calibri"/>
                <a:ea typeface="Times New Roman" panose="02020603050405020304" pitchFamily="18" charset="0"/>
                <a:cs typeface="Arial"/>
              </a:rPr>
              <a:t>® Literal Text is available at https://unfoldingword.bible/ult/.</a:t>
            </a:r>
          </a:p>
        </p:txBody>
      </p:sp>
      <p:sp>
        <p:nvSpPr>
          <p:cNvPr id="7" name="Rectangle 6">
            <a:extLst>
              <a:ext uri="{FF2B5EF4-FFF2-40B4-BE49-F238E27FC236}">
                <a16:creationId xmlns:a16="http://schemas.microsoft.com/office/drawing/2014/main" id="{6D1C5468-2E27-9AF9-E8A7-9D00C2F6695F}"/>
              </a:ext>
            </a:extLst>
          </p:cNvPr>
          <p:cNvSpPr/>
          <p:nvPr/>
        </p:nvSpPr>
        <p:spPr>
          <a:xfrm>
            <a:off x="184920" y="4148071"/>
            <a:ext cx="3040036" cy="2308324"/>
          </a:xfrm>
          <a:prstGeom prst="rect">
            <a:avLst/>
          </a:prstGeom>
        </p:spPr>
        <p:txBody>
          <a:bodyPr wrap="square" lIns="91440" tIns="45720" rIns="91440" bIns="4572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panose="020B0604020202020204" pitchFamily="34" charset="0"/>
                <a:ea typeface="+mj-ea"/>
                <a:cs typeface="Arial" panose="020B0604020202020204" pitchFamily="34" charset="0"/>
              </a:rPr>
              <a:t>Using the </a:t>
            </a:r>
            <a:r>
              <a:rPr lang="en-US" sz="3600" b="1" u="sng" dirty="0">
                <a:solidFill>
                  <a:srgbClr val="B95659"/>
                </a:solidFill>
                <a:latin typeface="Arial" panose="020B0604020202020204" pitchFamily="34" charset="0"/>
                <a:ea typeface="+mj-ea"/>
                <a:cs typeface="Arial" panose="020B0604020202020204" pitchFamily="34" charset="0"/>
              </a:rPr>
              <a:t>New Testament Survey</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3238543" y="4205727"/>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754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31402EF-0D31-402F-B246-504FF598A1D4}"/>
              </a:ext>
            </a:extLst>
          </p:cNvPr>
          <p:cNvPicPr>
            <a:picLocks noChangeAspect="1"/>
          </p:cNvPicPr>
          <p:nvPr/>
        </p:nvPicPr>
        <p:blipFill>
          <a:blip r:embed="rId2">
            <a:extLst>
              <a:ext uri="{28A0092B-C50C-407E-A947-70E740481C1C}">
                <a14:useLocalDpi xmlns:a14="http://schemas.microsoft.com/office/drawing/2010/main" val="0"/>
              </a:ext>
            </a:extLst>
          </a:blip>
          <a:srcRect r="9026"/>
          <a:stretch>
            <a:fillRect/>
          </a:stretch>
        </p:blipFill>
        <p:spPr>
          <a:xfrm>
            <a:off x="484458" y="1127592"/>
            <a:ext cx="6182156" cy="4519961"/>
          </a:xfrm>
          <a:prstGeom prst="rect">
            <a:avLst/>
          </a:prstGeom>
          <a:ln>
            <a:noFill/>
          </a:ln>
          <a:effectLst>
            <a:outerShdw blurRad="190500" algn="tl" rotWithShape="0">
              <a:srgbClr val="000000">
                <a:alpha val="70000"/>
              </a:srgbClr>
            </a:outerShdw>
          </a:effectLst>
        </p:spPr>
      </p:pic>
      <p:pic>
        <p:nvPicPr>
          <p:cNvPr id="18" name="Picture 17">
            <a:extLst>
              <a:ext uri="{FF2B5EF4-FFF2-40B4-BE49-F238E27FC236}">
                <a16:creationId xmlns:a16="http://schemas.microsoft.com/office/drawing/2014/main" id="{39C4FC28-4990-4575-A9D6-280075C27F50}"/>
              </a:ext>
            </a:extLst>
          </p:cNvPr>
          <p:cNvPicPr>
            <a:picLocks noChangeAspect="1"/>
          </p:cNvPicPr>
          <p:nvPr/>
        </p:nvPicPr>
        <p:blipFill>
          <a:blip r:embed="rId3">
            <a:extLst>
              <a:ext uri="{28A0092B-C50C-407E-A947-70E740481C1C}">
                <a14:useLocalDpi xmlns:a14="http://schemas.microsoft.com/office/drawing/2010/main" val="0"/>
              </a:ext>
            </a:extLst>
          </a:blip>
          <a:srcRect t="93" b="93"/>
          <a:stretch/>
        </p:blipFill>
        <p:spPr>
          <a:xfrm>
            <a:off x="6034586" y="3429000"/>
            <a:ext cx="2624956" cy="2620080"/>
          </a:xfrm>
          <a:prstGeom prst="ellipse">
            <a:avLst/>
          </a:prstGeom>
          <a:ln w="57150">
            <a:solidFill>
              <a:schemeClr val="accent2"/>
            </a:solidFill>
          </a:ln>
          <a:effectLst>
            <a:outerShdw blurRad="50800" dist="38100" dir="5400000" algn="t" rotWithShape="0">
              <a:prstClr val="black">
                <a:alpha val="40000"/>
              </a:prstClr>
            </a:outerShdw>
          </a:effectLst>
        </p:spPr>
      </p:pic>
      <p:sp>
        <p:nvSpPr>
          <p:cNvPr id="19" name="Title 18">
            <a:extLst>
              <a:ext uri="{FF2B5EF4-FFF2-40B4-BE49-F238E27FC236}">
                <a16:creationId xmlns:a16="http://schemas.microsoft.com/office/drawing/2014/main" id="{E2546651-8A70-4023-95A8-7D32459700B3}"/>
              </a:ext>
            </a:extLst>
          </p:cNvPr>
          <p:cNvSpPr>
            <a:spLocks noGrp="1"/>
          </p:cNvSpPr>
          <p:nvPr>
            <p:ph type="title"/>
          </p:nvPr>
        </p:nvSpPr>
        <p:spPr/>
        <p:txBody>
          <a:bodyPr/>
          <a:lstStyle/>
          <a:p>
            <a:r>
              <a:rPr lang="en-US" dirty="0"/>
              <a:t>Bibleineverylanguage.org</a:t>
            </a:r>
          </a:p>
        </p:txBody>
      </p:sp>
    </p:spTree>
    <p:extLst>
      <p:ext uri="{BB962C8B-B14F-4D97-AF65-F5344CB8AC3E}">
        <p14:creationId xmlns:p14="http://schemas.microsoft.com/office/powerpoint/2010/main" val="2724077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0A7C64-9B50-4C56-91FF-E4A1C90EC3AB}"/>
              </a:ext>
            </a:extLst>
          </p:cNvPr>
          <p:cNvSpPr txBox="1"/>
          <p:nvPr/>
        </p:nvSpPr>
        <p:spPr>
          <a:xfrm>
            <a:off x="1086350" y="243048"/>
            <a:ext cx="6851150" cy="6509474"/>
          </a:xfrm>
          <a:prstGeom prst="rect">
            <a:avLst/>
          </a:prstGeom>
          <a:noFill/>
        </p:spPr>
        <p:txBody>
          <a:bodyPr wrap="square" rtlCol="0" anchor="ctr">
            <a:spAutoFit/>
          </a:bodyPr>
          <a:lstStyle/>
          <a:p>
            <a:pPr algn="ctr"/>
            <a:r>
              <a:rPr lang="en-US" sz="41700" dirty="0">
                <a:solidFill>
                  <a:schemeClr val="accent2">
                    <a:lumMod val="20000"/>
                    <a:lumOff val="80000"/>
                  </a:schemeClr>
                </a:solidFill>
                <a:latin typeface="Arial Black" panose="020B0A04020102020204" pitchFamily="34" charset="0"/>
              </a:rPr>
              <a:t>?</a:t>
            </a:r>
          </a:p>
        </p:txBody>
      </p:sp>
    </p:spTree>
    <p:extLst>
      <p:ext uri="{BB962C8B-B14F-4D97-AF65-F5344CB8AC3E}">
        <p14:creationId xmlns:p14="http://schemas.microsoft.com/office/powerpoint/2010/main" val="2897613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07297-B443-43EA-ADFE-3FABCD20B870}"/>
              </a:ext>
            </a:extLst>
          </p:cNvPr>
          <p:cNvSpPr>
            <a:spLocks noGrp="1"/>
          </p:cNvSpPr>
          <p:nvPr>
            <p:ph type="title"/>
          </p:nvPr>
        </p:nvSpPr>
        <p:spPr>
          <a:xfrm>
            <a:off x="423473" y="398387"/>
            <a:ext cx="8515350" cy="1325563"/>
          </a:xfrm>
        </p:spPr>
        <p:txBody>
          <a:bodyPr/>
          <a:lstStyle/>
          <a:p>
            <a:r>
              <a:rPr lang="en-US" u="sng" dirty="0"/>
              <a:t>Reviewers’ Guide New Testament Survey</a:t>
            </a:r>
            <a:br>
              <a:rPr lang="en-US" dirty="0"/>
            </a:br>
            <a:r>
              <a:rPr lang="en-US" dirty="0"/>
              <a:t>Matthew 3:13-17</a:t>
            </a:r>
          </a:p>
        </p:txBody>
      </p:sp>
      <p:sp>
        <p:nvSpPr>
          <p:cNvPr id="21" name="TextBox 20">
            <a:extLst>
              <a:ext uri="{FF2B5EF4-FFF2-40B4-BE49-F238E27FC236}">
                <a16:creationId xmlns:a16="http://schemas.microsoft.com/office/drawing/2014/main" id="{5ED1B243-5544-41F5-8F66-CA1878BAD8D9}"/>
              </a:ext>
            </a:extLst>
          </p:cNvPr>
          <p:cNvSpPr txBox="1"/>
          <p:nvPr/>
        </p:nvSpPr>
        <p:spPr>
          <a:xfrm>
            <a:off x="423473" y="1201057"/>
            <a:ext cx="8297054" cy="2431435"/>
          </a:xfrm>
          <a:prstGeom prst="rect">
            <a:avLst/>
          </a:prstGeom>
          <a:noFill/>
        </p:spPr>
        <p:txBody>
          <a:bodyPr wrap="square" anchor="ctr">
            <a:spAutoFit/>
          </a:bodyPr>
          <a:lstStyle/>
          <a:p>
            <a:br>
              <a:rPr lang="en-US" sz="2600" dirty="0">
                <a:solidFill>
                  <a:schemeClr val="tx2"/>
                </a:solidFill>
                <a:effectLst/>
                <a:latin typeface="Arial" panose="020B0604020202020204" pitchFamily="34" charset="0"/>
                <a:ea typeface="Calibri" panose="020F0502020204030204" pitchFamily="34" charset="0"/>
              </a:rPr>
            </a:br>
            <a:r>
              <a:rPr lang="en-US" b="1" dirty="0"/>
              <a:t>Background: </a:t>
            </a:r>
            <a:r>
              <a:rPr lang="en-US" dirty="0"/>
              <a:t>After Jesus grew up, John the Baptist went into the wilderness and preached that people should stop sinning and be baptized. John also taught that someone more powerful than he would come, and that person would judge people.</a:t>
            </a:r>
          </a:p>
          <a:p>
            <a:r>
              <a:rPr lang="en-US" dirty="0"/>
              <a:t> </a:t>
            </a:r>
          </a:p>
          <a:p>
            <a:r>
              <a:rPr lang="en-US" b="1" i="1" dirty="0"/>
              <a:t>Read the passage.</a:t>
            </a:r>
          </a:p>
          <a:p>
            <a:endParaRPr lang="en-US" b="1" i="1" dirty="0"/>
          </a:p>
        </p:txBody>
      </p:sp>
    </p:spTree>
    <p:extLst>
      <p:ext uri="{BB962C8B-B14F-4D97-AF65-F5344CB8AC3E}">
        <p14:creationId xmlns:p14="http://schemas.microsoft.com/office/powerpoint/2010/main" val="1984317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2B9F2-DDA3-858A-3EDF-D2249F4D4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FD746-B720-2AB9-E86A-2BCE40E42237}"/>
              </a:ext>
            </a:extLst>
          </p:cNvPr>
          <p:cNvSpPr>
            <a:spLocks noGrp="1"/>
          </p:cNvSpPr>
          <p:nvPr>
            <p:ph type="title"/>
          </p:nvPr>
        </p:nvSpPr>
        <p:spPr>
          <a:xfrm>
            <a:off x="423473" y="398387"/>
            <a:ext cx="8515350" cy="1325563"/>
          </a:xfrm>
        </p:spPr>
        <p:txBody>
          <a:bodyPr/>
          <a:lstStyle/>
          <a:p>
            <a:r>
              <a:rPr lang="en-US" dirty="0"/>
              <a:t>Matthew 3:13-17 Text</a:t>
            </a:r>
          </a:p>
        </p:txBody>
      </p:sp>
      <p:sp>
        <p:nvSpPr>
          <p:cNvPr id="21" name="TextBox 20">
            <a:extLst>
              <a:ext uri="{FF2B5EF4-FFF2-40B4-BE49-F238E27FC236}">
                <a16:creationId xmlns:a16="http://schemas.microsoft.com/office/drawing/2014/main" id="{7AFC5A14-B750-F569-8A5C-DD12CAC14F27}"/>
              </a:ext>
            </a:extLst>
          </p:cNvPr>
          <p:cNvSpPr txBox="1"/>
          <p:nvPr/>
        </p:nvSpPr>
        <p:spPr>
          <a:xfrm>
            <a:off x="423473" y="1626661"/>
            <a:ext cx="8297054" cy="4154984"/>
          </a:xfrm>
          <a:prstGeom prst="rect">
            <a:avLst/>
          </a:prstGeom>
          <a:noFill/>
        </p:spPr>
        <p:txBody>
          <a:bodyPr wrap="square" anchor="ctr">
            <a:spAutoFit/>
          </a:bodyPr>
          <a:lstStyle/>
          <a:p>
            <a:r>
              <a:rPr lang="en-US" sz="2400" dirty="0"/>
              <a:t>Then Jesus came from Galilee to the Jordan River to be baptized by John. </a:t>
            </a:r>
            <a:r>
              <a:rPr lang="en-US" sz="2400" baseline="30000" dirty="0"/>
              <a:t>14</a:t>
            </a:r>
            <a:r>
              <a:rPr lang="en-US" sz="2400" dirty="0"/>
              <a:t> But John kept trying to stop him, saying, "I need to be baptized by you, and do you come to me?" </a:t>
            </a:r>
            <a:r>
              <a:rPr lang="en-US" sz="2400" baseline="30000" dirty="0"/>
              <a:t>15</a:t>
            </a:r>
            <a:r>
              <a:rPr lang="en-US" sz="2400" dirty="0"/>
              <a:t> Jesus responded and said to him, "Permit it now, for it is right for us to fulfill all righteousness." Then John permitted him. </a:t>
            </a:r>
            <a:r>
              <a:rPr lang="en-US" sz="2400" baseline="30000" dirty="0"/>
              <a:t>16</a:t>
            </a:r>
            <a:r>
              <a:rPr lang="en-US" sz="2400" dirty="0"/>
              <a:t> After he was baptized, Jesus came up immediately from the water, and behold, the heavens were opened to him. He saw the Spirit of God coming down like a dove and resting upon him. </a:t>
            </a:r>
            <a:r>
              <a:rPr lang="en-US" sz="2400" baseline="30000" dirty="0"/>
              <a:t>17</a:t>
            </a:r>
            <a:r>
              <a:rPr lang="en-US" sz="2400" dirty="0"/>
              <a:t> Behold, a voice came out of the heavens saying, "This is my beloved Son. I am very pleased with him."</a:t>
            </a:r>
            <a:endParaRPr lang="en-US" dirty="0"/>
          </a:p>
        </p:txBody>
      </p:sp>
    </p:spTree>
    <p:extLst>
      <p:ext uri="{BB962C8B-B14F-4D97-AF65-F5344CB8AC3E}">
        <p14:creationId xmlns:p14="http://schemas.microsoft.com/office/powerpoint/2010/main" val="3191253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1654-9905-33AE-2798-43CB37A5C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5BD2C-D12B-B77B-1F13-97F831B188EA}"/>
              </a:ext>
            </a:extLst>
          </p:cNvPr>
          <p:cNvSpPr>
            <a:spLocks noGrp="1"/>
          </p:cNvSpPr>
          <p:nvPr>
            <p:ph type="title"/>
          </p:nvPr>
        </p:nvSpPr>
        <p:spPr>
          <a:xfrm>
            <a:off x="423473" y="398387"/>
            <a:ext cx="8515350" cy="1325563"/>
          </a:xfrm>
        </p:spPr>
        <p:txBody>
          <a:bodyPr/>
          <a:lstStyle/>
          <a:p>
            <a:r>
              <a:rPr lang="en-US" u="sng" dirty="0"/>
              <a:t>Reviewers’ Guide New Testament Survey</a:t>
            </a:r>
            <a:br>
              <a:rPr lang="en-US" dirty="0"/>
            </a:br>
            <a:r>
              <a:rPr lang="en-US" dirty="0"/>
              <a:t>Matthew 3:13-17</a:t>
            </a:r>
          </a:p>
        </p:txBody>
      </p:sp>
      <p:sp>
        <p:nvSpPr>
          <p:cNvPr id="21" name="TextBox 20">
            <a:extLst>
              <a:ext uri="{FF2B5EF4-FFF2-40B4-BE49-F238E27FC236}">
                <a16:creationId xmlns:a16="http://schemas.microsoft.com/office/drawing/2014/main" id="{AE2EB065-6908-D035-F773-2053C5DDF3F6}"/>
              </a:ext>
            </a:extLst>
          </p:cNvPr>
          <p:cNvSpPr txBox="1"/>
          <p:nvPr/>
        </p:nvSpPr>
        <p:spPr>
          <a:xfrm>
            <a:off x="423473" y="1723950"/>
            <a:ext cx="8297054" cy="4524315"/>
          </a:xfrm>
          <a:prstGeom prst="rect">
            <a:avLst/>
          </a:prstGeom>
          <a:noFill/>
        </p:spPr>
        <p:txBody>
          <a:bodyPr wrap="square" anchor="ctr">
            <a:spAutoFit/>
          </a:bodyPr>
          <a:lstStyle/>
          <a:p>
            <a:r>
              <a:rPr lang="en-US" b="1" dirty="0"/>
              <a:t>Background: </a:t>
            </a:r>
            <a:r>
              <a:rPr lang="en-US" dirty="0"/>
              <a:t>After Jesus grew up, John the Baptist went into the wilderness and preached that people should stop sinning and be baptized. John also taught that someone more powerful than he would come, and that person would judge people.</a:t>
            </a:r>
          </a:p>
          <a:p>
            <a:r>
              <a:rPr lang="en-US" dirty="0"/>
              <a:t> </a:t>
            </a:r>
          </a:p>
          <a:p>
            <a:r>
              <a:rPr lang="en-US" b="1" i="1" dirty="0"/>
              <a:t>Read the passage.</a:t>
            </a:r>
          </a:p>
          <a:p>
            <a:endParaRPr lang="en-US" b="1" i="1" dirty="0"/>
          </a:p>
          <a:p>
            <a:r>
              <a:rPr lang="en-US" b="1" dirty="0"/>
              <a:t>Part 1</a:t>
            </a:r>
            <a:endParaRPr lang="en-US" dirty="0"/>
          </a:p>
          <a:p>
            <a:r>
              <a:rPr lang="en-US" dirty="0"/>
              <a:t>Tell in your own words what you just read in this passage.</a:t>
            </a:r>
          </a:p>
          <a:p>
            <a:r>
              <a:rPr lang="en-US" dirty="0"/>
              <a:t>☐ Jesus came to the Jordan River to be baptized by John. [3:13]</a:t>
            </a:r>
          </a:p>
          <a:p>
            <a:pPr marL="285750" indent="-285750"/>
            <a:r>
              <a:rPr lang="en-US" dirty="0"/>
              <a:t>☐ John tried to stop Jesus, but Jesus said it was right for John to baptize him. [3:14-15]</a:t>
            </a:r>
          </a:p>
          <a:p>
            <a:pPr marL="225425" indent="-225425"/>
            <a:r>
              <a:rPr lang="en-US" dirty="0"/>
              <a:t>☐ After John baptized Jesus, God’s Spirit came down like a dove and rested on Jesus. [3:16]</a:t>
            </a:r>
          </a:p>
          <a:p>
            <a:pPr marL="225425" indent="-225425"/>
            <a:r>
              <a:rPr lang="en-US" dirty="0"/>
              <a:t>☐ A voice from heaven said, “This is my beloved Son. I am very pleased with him.” [3:17]</a:t>
            </a:r>
            <a:endParaRPr lang="en-US" sz="2600" dirty="0">
              <a:solidFill>
                <a:schemeClr val="tx2"/>
              </a:solidFill>
            </a:endParaRPr>
          </a:p>
        </p:txBody>
      </p:sp>
    </p:spTree>
    <p:extLst>
      <p:ext uri="{BB962C8B-B14F-4D97-AF65-F5344CB8AC3E}">
        <p14:creationId xmlns:p14="http://schemas.microsoft.com/office/powerpoint/2010/main" val="2457405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EED77-D878-C2B6-72DF-919DBA83B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F4401-230A-E308-41C2-18F8263A0D2B}"/>
              </a:ext>
            </a:extLst>
          </p:cNvPr>
          <p:cNvSpPr>
            <a:spLocks noGrp="1"/>
          </p:cNvSpPr>
          <p:nvPr>
            <p:ph type="title"/>
          </p:nvPr>
        </p:nvSpPr>
        <p:spPr>
          <a:xfrm>
            <a:off x="423473" y="350261"/>
            <a:ext cx="8515350" cy="1325563"/>
          </a:xfrm>
        </p:spPr>
        <p:txBody>
          <a:bodyPr/>
          <a:lstStyle/>
          <a:p>
            <a:r>
              <a:rPr lang="en-US" sz="2400" u="sng" dirty="0"/>
              <a:t>Reviewers’ Guide New Testament Survey</a:t>
            </a:r>
            <a:br>
              <a:rPr lang="en-US" sz="2400" dirty="0"/>
            </a:br>
            <a:r>
              <a:rPr lang="en-US" sz="2400" dirty="0"/>
              <a:t>Matthew 3:13-17, Continued</a:t>
            </a:r>
          </a:p>
        </p:txBody>
      </p:sp>
      <p:sp>
        <p:nvSpPr>
          <p:cNvPr id="21" name="TextBox 20">
            <a:extLst>
              <a:ext uri="{FF2B5EF4-FFF2-40B4-BE49-F238E27FC236}">
                <a16:creationId xmlns:a16="http://schemas.microsoft.com/office/drawing/2014/main" id="{F2F72711-35D3-4A84-C7BE-03D5CC81A498}"/>
              </a:ext>
            </a:extLst>
          </p:cNvPr>
          <p:cNvSpPr txBox="1"/>
          <p:nvPr/>
        </p:nvSpPr>
        <p:spPr>
          <a:xfrm>
            <a:off x="423473" y="1231851"/>
            <a:ext cx="8297054" cy="3693319"/>
          </a:xfrm>
          <a:prstGeom prst="rect">
            <a:avLst/>
          </a:prstGeom>
          <a:noFill/>
        </p:spPr>
        <p:txBody>
          <a:bodyPr wrap="square" anchor="ctr">
            <a:spAutoFit/>
          </a:bodyPr>
          <a:lstStyle/>
          <a:p>
            <a:r>
              <a:rPr lang="en-US" b="1" dirty="0"/>
              <a:t>Part 2</a:t>
            </a:r>
            <a:endParaRPr lang="en-US" dirty="0"/>
          </a:p>
          <a:p>
            <a:r>
              <a:rPr lang="en-US" dirty="0"/>
              <a:t>Answer the following questions from the specified verses.</a:t>
            </a:r>
          </a:p>
          <a:p>
            <a:r>
              <a:rPr lang="en-US" dirty="0"/>
              <a:t>1. [3:14] When Jesus came to be baptized, what did John tell Jesus?</a:t>
            </a:r>
          </a:p>
          <a:p>
            <a:r>
              <a:rPr lang="en-US" dirty="0"/>
              <a:t>John told Jesus that he needed to be baptized by Jesus.</a:t>
            </a:r>
          </a:p>
          <a:p>
            <a:r>
              <a:rPr lang="en-US" dirty="0"/>
              <a:t> </a:t>
            </a:r>
          </a:p>
          <a:p>
            <a:r>
              <a:rPr lang="en-US" dirty="0"/>
              <a:t>2. [3:15] What did Jesus say was the reason that John should baptize him?</a:t>
            </a:r>
          </a:p>
          <a:p>
            <a:r>
              <a:rPr lang="en-US" dirty="0"/>
              <a:t>It was right for them to fulfill all righteousness.</a:t>
            </a:r>
          </a:p>
          <a:p>
            <a:r>
              <a:rPr lang="en-US" dirty="0"/>
              <a:t> </a:t>
            </a:r>
          </a:p>
          <a:p>
            <a:r>
              <a:rPr lang="en-US" dirty="0"/>
              <a:t>3. [3:16] What did the Spirit of God do when Jesus came out of the water?</a:t>
            </a:r>
          </a:p>
          <a:p>
            <a:r>
              <a:rPr lang="en-US" dirty="0"/>
              <a:t>The Spirit of God came down and rested on Jesus.</a:t>
            </a:r>
          </a:p>
          <a:p>
            <a:r>
              <a:rPr lang="en-US" dirty="0"/>
              <a:t> </a:t>
            </a:r>
          </a:p>
          <a:p>
            <a:r>
              <a:rPr lang="en-US" dirty="0"/>
              <a:t>4. [3:17] What did the voice from heaven say after Jesus came out of the water?</a:t>
            </a:r>
          </a:p>
          <a:p>
            <a:r>
              <a:rPr lang="en-US" dirty="0"/>
              <a:t>The voice said, “This is my beloved Son. I am very pleased with him.”</a:t>
            </a:r>
          </a:p>
        </p:txBody>
      </p:sp>
    </p:spTree>
    <p:extLst>
      <p:ext uri="{BB962C8B-B14F-4D97-AF65-F5344CB8AC3E}">
        <p14:creationId xmlns:p14="http://schemas.microsoft.com/office/powerpoint/2010/main" val="1002025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27278-A01E-6DFE-11B2-AEFBAA50E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EC1C8-06E6-DFBD-9EB9-495F4511D881}"/>
              </a:ext>
            </a:extLst>
          </p:cNvPr>
          <p:cNvSpPr>
            <a:spLocks noGrp="1"/>
          </p:cNvSpPr>
          <p:nvPr>
            <p:ph type="title"/>
          </p:nvPr>
        </p:nvSpPr>
        <p:spPr>
          <a:xfrm>
            <a:off x="423473" y="350261"/>
            <a:ext cx="8515350" cy="1325563"/>
          </a:xfrm>
        </p:spPr>
        <p:txBody>
          <a:bodyPr/>
          <a:lstStyle/>
          <a:p>
            <a:r>
              <a:rPr lang="en-US" sz="2400" u="sng" dirty="0"/>
              <a:t>Reviewers’ Guide New Testament Survey</a:t>
            </a:r>
            <a:br>
              <a:rPr lang="en-US" sz="2400" dirty="0"/>
            </a:br>
            <a:r>
              <a:rPr lang="en-US" sz="2400" dirty="0"/>
              <a:t>Matthew 3:13-17, Continued</a:t>
            </a:r>
          </a:p>
        </p:txBody>
      </p:sp>
      <p:sp>
        <p:nvSpPr>
          <p:cNvPr id="21" name="TextBox 20">
            <a:extLst>
              <a:ext uri="{FF2B5EF4-FFF2-40B4-BE49-F238E27FC236}">
                <a16:creationId xmlns:a16="http://schemas.microsoft.com/office/drawing/2014/main" id="{61A15BBF-4A40-8C60-31C3-C715BA8B1BD3}"/>
              </a:ext>
            </a:extLst>
          </p:cNvPr>
          <p:cNvSpPr txBox="1"/>
          <p:nvPr/>
        </p:nvSpPr>
        <p:spPr>
          <a:xfrm>
            <a:off x="423473" y="1128630"/>
            <a:ext cx="8297054" cy="5632311"/>
          </a:xfrm>
          <a:prstGeom prst="rect">
            <a:avLst/>
          </a:prstGeom>
          <a:noFill/>
        </p:spPr>
        <p:txBody>
          <a:bodyPr wrap="square" anchor="ctr">
            <a:spAutoFit/>
          </a:bodyPr>
          <a:lstStyle/>
          <a:p>
            <a:r>
              <a:rPr lang="en-US" b="1" dirty="0"/>
              <a:t>Part 2</a:t>
            </a:r>
            <a:endParaRPr lang="en-US" dirty="0"/>
          </a:p>
          <a:p>
            <a:r>
              <a:rPr lang="en-US" dirty="0"/>
              <a:t>Answer the following questions from the specified verses.</a:t>
            </a:r>
          </a:p>
          <a:p>
            <a:r>
              <a:rPr lang="en-US" dirty="0"/>
              <a:t>1. [3:14] When Jesus came to be baptized, what did John tell Jesus?</a:t>
            </a:r>
          </a:p>
          <a:p>
            <a:r>
              <a:rPr lang="en-US" dirty="0"/>
              <a:t>John told Jesus that he needed to be baptized by Jesus.</a:t>
            </a:r>
          </a:p>
          <a:p>
            <a:r>
              <a:rPr lang="en-US" dirty="0"/>
              <a:t> </a:t>
            </a:r>
          </a:p>
          <a:p>
            <a:r>
              <a:rPr lang="en-US" dirty="0"/>
              <a:t>2. [3:15] What did Jesus say was the reason that John should baptize him?</a:t>
            </a:r>
          </a:p>
          <a:p>
            <a:r>
              <a:rPr lang="en-US" dirty="0"/>
              <a:t>It was right for them to fulfill all righteousness.</a:t>
            </a:r>
          </a:p>
          <a:p>
            <a:r>
              <a:rPr lang="en-US" dirty="0"/>
              <a:t> </a:t>
            </a:r>
          </a:p>
          <a:p>
            <a:r>
              <a:rPr lang="en-US" dirty="0"/>
              <a:t>3. [3:16] What did the Spirit of God do when Jesus came out of the water?</a:t>
            </a:r>
          </a:p>
          <a:p>
            <a:r>
              <a:rPr lang="en-US" dirty="0"/>
              <a:t>The Spirit of God came down and rested on Jesus.</a:t>
            </a:r>
          </a:p>
          <a:p>
            <a:r>
              <a:rPr lang="en-US" dirty="0"/>
              <a:t> </a:t>
            </a:r>
          </a:p>
          <a:p>
            <a:r>
              <a:rPr lang="en-US" dirty="0"/>
              <a:t>4. [3:17] What did the voice from heaven say after Jesus came out of the water?</a:t>
            </a:r>
          </a:p>
          <a:p>
            <a:r>
              <a:rPr lang="en-US" dirty="0"/>
              <a:t>The voice said, “This is my beloved Son. I am very pleased with him.”</a:t>
            </a:r>
          </a:p>
          <a:p>
            <a:r>
              <a:rPr lang="en-US" dirty="0"/>
              <a:t> </a:t>
            </a:r>
          </a:p>
          <a:p>
            <a:r>
              <a:rPr lang="en-US" dirty="0"/>
              <a:t>5. [3:17] Whose voice do you think was speaking?</a:t>
            </a:r>
          </a:p>
          <a:p>
            <a:r>
              <a:rPr lang="en-US" dirty="0"/>
              <a:t>By saying the voice came out of heaven, the passage shows that it was the voice of God the Father.</a:t>
            </a:r>
          </a:p>
          <a:p>
            <a:r>
              <a:rPr lang="en-US" dirty="0"/>
              <a:t> </a:t>
            </a:r>
          </a:p>
          <a:p>
            <a:r>
              <a:rPr lang="en-US" dirty="0"/>
              <a:t>6. [3:17] Who do you think God the Father was speaking about in verse 17?</a:t>
            </a:r>
          </a:p>
          <a:p>
            <a:r>
              <a:rPr lang="en-US" dirty="0"/>
              <a:t>The passage shows that he was speaking about Jesus.</a:t>
            </a:r>
          </a:p>
        </p:txBody>
      </p:sp>
    </p:spTree>
    <p:extLst>
      <p:ext uri="{BB962C8B-B14F-4D97-AF65-F5344CB8AC3E}">
        <p14:creationId xmlns:p14="http://schemas.microsoft.com/office/powerpoint/2010/main" val="4066396593"/>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038937e4-20c5-4a73-b245-175c4ead9603">
      <Terms xmlns="http://schemas.microsoft.com/office/infopath/2007/PartnerControls"/>
    </lcf76f155ced4ddcb4097134ff3c332f>
    <TaxCatchAll xmlns="9ede4979-7183-4f81-a394-71c40c9222c4" xsi:nil="true"/>
  </documentManagement>
</p:properties>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D9D1FFAB-6AA8-4526-946C-2C40F8084FB0}"/>
</file>

<file path=customXml/itemProps3.xml><?xml version="1.0" encoding="utf-8"?>
<ds:datastoreItem xmlns:ds="http://schemas.openxmlformats.org/officeDocument/2006/customXml" ds:itemID="{DD870300-B03F-45F7-9154-521D8C74684E}">
  <ds:schemaRefs>
    <ds:schemaRef ds:uri="http://schemas.microsoft.com/office/infopath/2007/PartnerControls"/>
    <ds:schemaRef ds:uri="http://purl.org/dc/terms/"/>
    <ds:schemaRef ds:uri="http://www.w3.org/XML/1998/namespace"/>
    <ds:schemaRef ds:uri="http://schemas.microsoft.com/office/2006/documentManagement/types"/>
    <ds:schemaRef ds:uri="http://purl.org/dc/elements/1.1/"/>
    <ds:schemaRef ds:uri="http://purl.org/dc/dcmitype/"/>
    <ds:schemaRef ds:uri="http://schemas.openxmlformats.org/package/2006/metadata/core-properties"/>
    <ds:schemaRef ds:uri="9ede4979-7183-4f81-a394-71c40c9222c4"/>
    <ds:schemaRef ds:uri="038937e4-20c5-4a73-b245-175c4ead9603"/>
    <ds:schemaRef ds:uri="http://schemas.microsoft.com/sharepoint/v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5563</TotalTime>
  <Words>844</Words>
  <Application>Microsoft Office PowerPoint</Application>
  <PresentationFormat>On-screen Show (4:3)</PresentationFormat>
  <Paragraphs>63</Paragraphs>
  <Slides>8</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Arial</vt:lpstr>
      <vt:lpstr>Arial Black</vt:lpstr>
      <vt:lpstr>Calibri</vt:lpstr>
      <vt:lpstr>Times New Roman</vt:lpstr>
      <vt:lpstr>Office Theme</vt:lpstr>
      <vt:lpstr>Office Theme</vt:lpstr>
      <vt:lpstr>PowerPoint Presentation</vt:lpstr>
      <vt:lpstr>Bibleineverylanguage.org</vt:lpstr>
      <vt:lpstr>PowerPoint Presentation</vt:lpstr>
      <vt:lpstr>Reviewers’ Guide New Testament Survey Matthew 3:13-17</vt:lpstr>
      <vt:lpstr>Matthew 3:13-17 Text</vt:lpstr>
      <vt:lpstr>Reviewers’ Guide New Testament Survey Matthew 3:13-17</vt:lpstr>
      <vt:lpstr>Reviewers’ Guide New Testament Survey Matthew 3:13-17, Continued</vt:lpstr>
      <vt:lpstr>Reviewers’ Guide New Testament Survey Matthew 3:13-17,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214</cp:revision>
  <dcterms:created xsi:type="dcterms:W3CDTF">2019-03-18T18:21:25Z</dcterms:created>
  <dcterms:modified xsi:type="dcterms:W3CDTF">2025-09-26T11:44:33Z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