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99" r:id="rId5"/>
    <p:sldId id="264" r:id="rId6"/>
    <p:sldId id="29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A93D"/>
    <a:srgbClr val="83A83F"/>
    <a:srgbClr val="C3DD93"/>
    <a:srgbClr val="716557"/>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180724-F3D8-4CA4-A921-FC30BC6EB15E}" v="15" dt="2025-10-06T19:42:41.2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6" autoAdjust="0"/>
    <p:restoredTop sz="95694" autoAdjust="0"/>
  </p:normalViewPr>
  <p:slideViewPr>
    <p:cSldViewPr snapToGrid="0">
      <p:cViewPr varScale="1">
        <p:scale>
          <a:sx n="62" d="100"/>
          <a:sy n="62" d="100"/>
        </p:scale>
        <p:origin x="53" y="283"/>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S::deborah_shaw@wycliffeassociates.org::79bf7848-a030-4096-934a-3abbfde4984a" providerId="AD" clId="Web-{0C3DA4C1-8726-C66A-C679-CD729F5D1965}"/>
    <pc:docChg chg="addSld">
      <pc:chgData name="Deborah Shaw" userId="S::deborah_shaw@wycliffeassociates.org::79bf7848-a030-4096-934a-3abbfde4984a" providerId="AD" clId="Web-{0C3DA4C1-8726-C66A-C679-CD729F5D1965}" dt="2023-12-19T05:09:36.602" v="0"/>
      <pc:docMkLst>
        <pc:docMk/>
      </pc:docMkLst>
      <pc:sldChg chg="add">
        <pc:chgData name="Deborah Shaw" userId="S::deborah_shaw@wycliffeassociates.org::79bf7848-a030-4096-934a-3abbfde4984a" providerId="AD" clId="Web-{0C3DA4C1-8726-C66A-C679-CD729F5D1965}" dt="2023-12-19T05:09:36.602" v="0"/>
        <pc:sldMkLst>
          <pc:docMk/>
          <pc:sldMk cId="3629754069" sldId="299"/>
        </pc:sldMkLst>
      </pc:sldChg>
    </pc:docChg>
  </pc:docChgLst>
  <pc:docChgLst>
    <pc:chgData name="Deborah Shaw" userId="S::deborah_shaw@wycliffeassociates.org::79bf7848-a030-4096-934a-3abbfde4984a" providerId="AD" clId="Web-{395AC3A9-1058-42D7-8884-445E1609EA12}"/>
    <pc:docChg chg="delSld modSld">
      <pc:chgData name="Deborah Shaw" userId="S::deborah_shaw@wycliffeassociates.org::79bf7848-a030-4096-934a-3abbfde4984a" providerId="AD" clId="Web-{395AC3A9-1058-42D7-8884-445E1609EA12}" dt="2023-12-16T22:09:48.448" v="24"/>
      <pc:docMkLst>
        <pc:docMk/>
      </pc:docMkLst>
      <pc:sldChg chg="modSp">
        <pc:chgData name="Deborah Shaw" userId="S::deborah_shaw@wycliffeassociates.org::79bf7848-a030-4096-934a-3abbfde4984a" providerId="AD" clId="Web-{395AC3A9-1058-42D7-8884-445E1609EA12}" dt="2023-12-16T22:08:27.697" v="11" actId="20577"/>
        <pc:sldMkLst>
          <pc:docMk/>
          <pc:sldMk cId="3709445605" sldId="264"/>
        </pc:sldMkLst>
      </pc:sldChg>
      <pc:sldChg chg="del">
        <pc:chgData name="Deborah Shaw" userId="S::deborah_shaw@wycliffeassociates.org::79bf7848-a030-4096-934a-3abbfde4984a" providerId="AD" clId="Web-{395AC3A9-1058-42D7-8884-445E1609EA12}" dt="2023-12-16T22:09:48.448" v="24"/>
        <pc:sldMkLst>
          <pc:docMk/>
          <pc:sldMk cId="3072800876" sldId="280"/>
        </pc:sldMkLst>
      </pc:sldChg>
      <pc:sldChg chg="modSp">
        <pc:chgData name="Deborah Shaw" userId="S::deborah_shaw@wycliffeassociates.org::79bf7848-a030-4096-934a-3abbfde4984a" providerId="AD" clId="Web-{395AC3A9-1058-42D7-8884-445E1609EA12}" dt="2023-12-16T22:09:00.025" v="23" actId="14100"/>
        <pc:sldMkLst>
          <pc:docMk/>
          <pc:sldMk cId="93862209" sldId="293"/>
        </pc:sldMkLst>
      </pc:sldChg>
    </pc:docChg>
  </pc:docChgLst>
  <pc:docChgLst>
    <pc:chgData name="Gillian Alcorn" userId="S::gill_alcorn@wycliffeassociates.org::6bd34c75-7694-4bed-b49b-bd31e3f4958d" providerId="AD" clId="Web-{4ABD02DD-4669-D1F4-EE01-1F4104E49B1E}"/>
    <pc:docChg chg="modSld">
      <pc:chgData name="Gillian Alcorn" userId="S::gill_alcorn@wycliffeassociates.org::6bd34c75-7694-4bed-b49b-bd31e3f4958d" providerId="AD" clId="Web-{4ABD02DD-4669-D1F4-EE01-1F4104E49B1E}" dt="2023-10-26T09:21:13.642" v="0" actId="1076"/>
      <pc:docMkLst>
        <pc:docMk/>
      </pc:docMkLst>
      <pc:sldChg chg="modSp">
        <pc:chgData name="Gillian Alcorn" userId="S::gill_alcorn@wycliffeassociates.org::6bd34c75-7694-4bed-b49b-bd31e3f4958d" providerId="AD" clId="Web-{4ABD02DD-4669-D1F4-EE01-1F4104E49B1E}" dt="2023-10-26T09:21:13.642" v="0" actId="1076"/>
        <pc:sldMkLst>
          <pc:docMk/>
          <pc:sldMk cId="2126766571" sldId="260"/>
        </pc:sldMkLst>
      </pc:sldChg>
    </pc:docChg>
  </pc:docChgLst>
  <pc:docChgLst>
    <pc:chgData name="Mary Stout" userId="S::mary_stout@wycliffeassociates.org::aa3233c2-3252-4841-9088-85efb7bdb5d2" providerId="AD" clId="Web-{99536ACC-7877-4363-AF60-E659F0787576}"/>
    <pc:docChg chg="modSld">
      <pc:chgData name="Mary Stout" userId="S::mary_stout@wycliffeassociates.org::aa3233c2-3252-4841-9088-85efb7bdb5d2" providerId="AD" clId="Web-{99536ACC-7877-4363-AF60-E659F0787576}" dt="2023-12-16T00:20:21.444" v="0"/>
      <pc:docMkLst>
        <pc:docMk/>
      </pc:docMkLst>
      <pc:sldChg chg="delAnim">
        <pc:chgData name="Mary Stout" userId="S::mary_stout@wycliffeassociates.org::aa3233c2-3252-4841-9088-85efb7bdb5d2" providerId="AD" clId="Web-{99536ACC-7877-4363-AF60-E659F0787576}" dt="2023-12-16T00:20:21.444" v="0"/>
        <pc:sldMkLst>
          <pc:docMk/>
          <pc:sldMk cId="3072800876" sldId="280"/>
        </pc:sldMkLst>
      </pc:sldChg>
    </pc:docChg>
  </pc:docChgLst>
  <pc:docChgLst>
    <pc:chgData name="Sandi Roach" userId="S::sandi_roach@wycliffeassociates.org::a17ce8a7-7acf-4fc1-8286-cfa898a29781" providerId="AD" clId="Web-{F72E4BC9-69BF-49E9-99E7-25FE70456AE1}"/>
    <pc:docChg chg="modSld">
      <pc:chgData name="Sandi Roach" userId="S::sandi_roach@wycliffeassociates.org::a17ce8a7-7acf-4fc1-8286-cfa898a29781" providerId="AD" clId="Web-{F72E4BC9-69BF-49E9-99E7-25FE70456AE1}" dt="2022-01-05T20:13:31.452" v="1" actId="1076"/>
      <pc:docMkLst>
        <pc:docMk/>
      </pc:docMkLst>
      <pc:sldChg chg="modSp">
        <pc:chgData name="Sandi Roach" userId="S::sandi_roach@wycliffeassociates.org::a17ce8a7-7acf-4fc1-8286-cfa898a29781" providerId="AD" clId="Web-{F72E4BC9-69BF-49E9-99E7-25FE70456AE1}" dt="2022-01-05T20:13:31.452" v="1" actId="1076"/>
        <pc:sldMkLst>
          <pc:docMk/>
          <pc:sldMk cId="93862209" sldId="293"/>
        </pc:sldMkLst>
      </pc:sldChg>
    </pc:docChg>
  </pc:docChgLst>
  <pc:docChgLst>
    <pc:chgData name="Deborah Shaw" userId="79bf7848-a030-4096-934a-3abbfde4984a" providerId="ADAL" clId="{08676500-BF38-4888-8AD9-0155B0D1F216}"/>
    <pc:docChg chg="custSel delSld modSld">
      <pc:chgData name="Deborah Shaw" userId="79bf7848-a030-4096-934a-3abbfde4984a" providerId="ADAL" clId="{08676500-BF38-4888-8AD9-0155B0D1F216}" dt="2023-12-26T12:08:02.516" v="122" actId="20577"/>
      <pc:docMkLst>
        <pc:docMk/>
      </pc:docMkLst>
      <pc:sldChg chg="delSp modSp del mod">
        <pc:chgData name="Deborah Shaw" userId="79bf7848-a030-4096-934a-3abbfde4984a" providerId="ADAL" clId="{08676500-BF38-4888-8AD9-0155B0D1F216}" dt="2023-12-26T12:03:24.210" v="12" actId="2696"/>
        <pc:sldMkLst>
          <pc:docMk/>
          <pc:sldMk cId="2126766571" sldId="260"/>
        </pc:sldMkLst>
      </pc:sldChg>
      <pc:sldChg chg="addSp modSp mod">
        <pc:chgData name="Deborah Shaw" userId="79bf7848-a030-4096-934a-3abbfde4984a" providerId="ADAL" clId="{08676500-BF38-4888-8AD9-0155B0D1F216}" dt="2023-12-26T12:08:02.516" v="122" actId="20577"/>
        <pc:sldMkLst>
          <pc:docMk/>
          <pc:sldMk cId="3709445605" sldId="264"/>
        </pc:sldMkLst>
      </pc:sldChg>
      <pc:sldChg chg="del">
        <pc:chgData name="Deborah Shaw" userId="79bf7848-a030-4096-934a-3abbfde4984a" providerId="ADAL" clId="{08676500-BF38-4888-8AD9-0155B0D1F216}" dt="2023-12-26T12:01:50.956" v="0" actId="2696"/>
        <pc:sldMkLst>
          <pc:docMk/>
          <pc:sldMk cId="3829610916" sldId="295"/>
        </pc:sldMkLst>
      </pc:sldChg>
      <pc:sldChg chg="modSp mod">
        <pc:chgData name="Deborah Shaw" userId="79bf7848-a030-4096-934a-3abbfde4984a" providerId="ADAL" clId="{08676500-BF38-4888-8AD9-0155B0D1F216}" dt="2023-12-26T12:03:15.904" v="11" actId="255"/>
        <pc:sldMkLst>
          <pc:docMk/>
          <pc:sldMk cId="3629754069" sldId="299"/>
        </pc:sldMkLst>
      </pc:sldChg>
    </pc:docChg>
  </pc:docChgLst>
  <pc:docChgLst>
    <pc:chgData name="Deborah Shaw" userId="S::deborah_shaw@wycliffeassociates.org::79bf7848-a030-4096-934a-3abbfde4984a" providerId="AD" clId="Web-{1D31AF2C-500F-19B8-01D1-69DBAD8A8319}"/>
    <pc:docChg chg="sldOrd">
      <pc:chgData name="Deborah Shaw" userId="S::deborah_shaw@wycliffeassociates.org::79bf7848-a030-4096-934a-3abbfde4984a" providerId="AD" clId="Web-{1D31AF2C-500F-19B8-01D1-69DBAD8A8319}" dt="2023-12-17T22:11:59.109" v="0"/>
      <pc:docMkLst>
        <pc:docMk/>
      </pc:docMkLst>
      <pc:sldChg chg="ord">
        <pc:chgData name="Deborah Shaw" userId="S::deborah_shaw@wycliffeassociates.org::79bf7848-a030-4096-934a-3abbfde4984a" providerId="AD" clId="Web-{1D31AF2C-500F-19B8-01D1-69DBAD8A8319}" dt="2023-12-17T22:11:59.109" v="0"/>
        <pc:sldMkLst>
          <pc:docMk/>
          <pc:sldMk cId="3829610916" sldId="295"/>
        </pc:sldMkLst>
      </pc:sldChg>
    </pc:docChg>
  </pc:docChgLst>
  <pc:docChgLst>
    <pc:chgData clId="Web-{1D31AF2C-500F-19B8-01D1-69DBAD8A8319}"/>
    <pc:docChg chg="addSld">
      <pc:chgData name="" userId="" providerId="" clId="Web-{1D31AF2C-500F-19B8-01D1-69DBAD8A8319}" dt="2023-12-17T22:11:55.234" v="0"/>
      <pc:docMkLst>
        <pc:docMk/>
      </pc:docMkLst>
      <pc:sldChg chg="add">
        <pc:chgData name="" userId="" providerId="" clId="Web-{1D31AF2C-500F-19B8-01D1-69DBAD8A8319}" dt="2023-12-17T22:11:55.234" v="0"/>
        <pc:sldMkLst>
          <pc:docMk/>
          <pc:sldMk cId="3829610916" sldId="295"/>
        </pc:sldMkLst>
      </pc:sldChg>
    </pc:docChg>
  </pc:docChgLst>
  <pc:docChgLst>
    <pc:chgData name="Deborah Shaw" userId="79bf7848-a030-4096-934a-3abbfde4984a" providerId="ADAL" clId="{8DE9E9FB-001C-4B84-83DE-E1F7ABB9FAA3}"/>
    <pc:docChg chg="custSel addSld delSld modSld">
      <pc:chgData name="Deborah Shaw" userId="79bf7848-a030-4096-934a-3abbfde4984a" providerId="ADAL" clId="{8DE9E9FB-001C-4B84-83DE-E1F7ABB9FAA3}" dt="2025-10-14T20:03:34.818" v="32" actId="14100"/>
      <pc:docMkLst>
        <pc:docMk/>
      </pc:docMkLst>
      <pc:sldChg chg="modSp mod">
        <pc:chgData name="Deborah Shaw" userId="79bf7848-a030-4096-934a-3abbfde4984a" providerId="ADAL" clId="{8DE9E9FB-001C-4B84-83DE-E1F7ABB9FAA3}" dt="2025-10-14T20:03:34.818" v="32" actId="14100"/>
        <pc:sldMkLst>
          <pc:docMk/>
          <pc:sldMk cId="3709445605" sldId="264"/>
        </pc:sldMkLst>
        <pc:spChg chg="mod">
          <ac:chgData name="Deborah Shaw" userId="79bf7848-a030-4096-934a-3abbfde4984a" providerId="ADAL" clId="{8DE9E9FB-001C-4B84-83DE-E1F7ABB9FAA3}" dt="2025-10-14T20:03:34.818" v="32" actId="14100"/>
          <ac:spMkLst>
            <pc:docMk/>
            <pc:sldMk cId="3709445605" sldId="264"/>
            <ac:spMk id="2" creationId="{7591BC98-BE6B-E5F6-AFAD-4CD5E49ECD69}"/>
          </ac:spMkLst>
        </pc:spChg>
      </pc:sldChg>
      <pc:sldChg chg="del">
        <pc:chgData name="Deborah Shaw" userId="79bf7848-a030-4096-934a-3abbfde4984a" providerId="ADAL" clId="{8DE9E9FB-001C-4B84-83DE-E1F7ABB9FAA3}" dt="2025-10-06T19:39:17.227" v="10" actId="2696"/>
        <pc:sldMkLst>
          <pc:docMk/>
          <pc:sldMk cId="1984317692" sldId="292"/>
        </pc:sldMkLst>
      </pc:sldChg>
      <pc:sldChg chg="del">
        <pc:chgData name="Deborah Shaw" userId="79bf7848-a030-4096-934a-3abbfde4984a" providerId="ADAL" clId="{8DE9E9FB-001C-4B84-83DE-E1F7ABB9FAA3}" dt="2025-10-06T19:39:14.557" v="9" actId="2696"/>
        <pc:sldMkLst>
          <pc:docMk/>
          <pc:sldMk cId="93862209" sldId="293"/>
        </pc:sldMkLst>
      </pc:sldChg>
      <pc:sldChg chg="del">
        <pc:chgData name="Deborah Shaw" userId="79bf7848-a030-4096-934a-3abbfde4984a" providerId="ADAL" clId="{8DE9E9FB-001C-4B84-83DE-E1F7ABB9FAA3}" dt="2025-10-06T19:38:55.741" v="8" actId="2696"/>
        <pc:sldMkLst>
          <pc:docMk/>
          <pc:sldMk cId="2719070259" sldId="294"/>
        </pc:sldMkLst>
      </pc:sldChg>
      <pc:sldChg chg="add modAnim">
        <pc:chgData name="Deborah Shaw" userId="79bf7848-a030-4096-934a-3abbfde4984a" providerId="ADAL" clId="{8DE9E9FB-001C-4B84-83DE-E1F7ABB9FAA3}" dt="2025-10-06T19:42:41.288" v="23"/>
        <pc:sldMkLst>
          <pc:docMk/>
          <pc:sldMk cId="1021653869" sldId="296"/>
        </pc:sldMkLst>
      </pc:sldChg>
      <pc:sldChg chg="modSp mod">
        <pc:chgData name="Deborah Shaw" userId="79bf7848-a030-4096-934a-3abbfde4984a" providerId="ADAL" clId="{8DE9E9FB-001C-4B84-83DE-E1F7ABB9FAA3}" dt="2025-10-06T19:45:23.534" v="26" actId="20577"/>
        <pc:sldMkLst>
          <pc:docMk/>
          <pc:sldMk cId="3629754069" sldId="299"/>
        </pc:sldMkLst>
        <pc:spChg chg="mod">
          <ac:chgData name="Deborah Shaw" userId="79bf7848-a030-4096-934a-3abbfde4984a" providerId="ADAL" clId="{8DE9E9FB-001C-4B84-83DE-E1F7ABB9FAA3}" dt="2025-10-06T19:45:23.534" v="26" actId="20577"/>
          <ac:spMkLst>
            <pc:docMk/>
            <pc:sldMk cId="3629754069" sldId="299"/>
            <ac:spMk id="3" creationId="{117E80A5-0A88-072D-D373-1B79DB1B2DCA}"/>
          </ac:spMkLst>
        </pc:spChg>
      </pc:sldChg>
    </pc:docChg>
  </pc:docChgLst>
  <pc:docChgLst>
    <pc:chgData name="Deborah Shaw" userId="S::deborah_shaw@wycliffeassociates.org::79bf7848-a030-4096-934a-3abbfde4984a" providerId="AD" clId="Web-{A22A2163-0BCC-304E-65E7-C6174AD1892F}"/>
    <pc:docChg chg="sldOrd">
      <pc:chgData name="Deborah Shaw" userId="S::deborah_shaw@wycliffeassociates.org::79bf7848-a030-4096-934a-3abbfde4984a" providerId="AD" clId="Web-{A22A2163-0BCC-304E-65E7-C6174AD1892F}" dt="2023-12-26T21:49:12.190" v="2"/>
      <pc:docMkLst>
        <pc:docMk/>
      </pc:docMkLst>
      <pc:sldChg chg="ord">
        <pc:chgData name="Deborah Shaw" userId="S::deborah_shaw@wycliffeassociates.org::79bf7848-a030-4096-934a-3abbfde4984a" providerId="AD" clId="Web-{A22A2163-0BCC-304E-65E7-C6174AD1892F}" dt="2023-12-26T21:45:13.904" v="0"/>
        <pc:sldMkLst>
          <pc:docMk/>
          <pc:sldMk cId="3709445605" sldId="264"/>
        </pc:sldMkLst>
      </pc:sldChg>
      <pc:sldChg chg="ord">
        <pc:chgData name="Deborah Shaw" userId="S::deborah_shaw@wycliffeassociates.org::79bf7848-a030-4096-934a-3abbfde4984a" providerId="AD" clId="Web-{A22A2163-0BCC-304E-65E7-C6174AD1892F}" dt="2023-12-26T21:46:22.609" v="1"/>
        <pc:sldMkLst>
          <pc:docMk/>
          <pc:sldMk cId="1984317692" sldId="292"/>
        </pc:sldMkLst>
      </pc:sldChg>
      <pc:sldChg chg="ord">
        <pc:chgData name="Deborah Shaw" userId="S::deborah_shaw@wycliffeassociates.org::79bf7848-a030-4096-934a-3abbfde4984a" providerId="AD" clId="Web-{A22A2163-0BCC-304E-65E7-C6174AD1892F}" dt="2023-12-26T21:49:12.190" v="2"/>
        <pc:sldMkLst>
          <pc:docMk/>
          <pc:sldMk cId="2719070259" sldId="294"/>
        </pc:sldMkLst>
      </pc:sldChg>
    </pc:docChg>
  </pc:docChgLst>
  <pc:docChgLst>
    <pc:chgData name="Deborah Shaw" userId="S::deborah_shaw@wycliffeassociates.org::79bf7848-a030-4096-934a-3abbfde4984a" providerId="AD" clId="Web-{718B80E7-6E8D-4CB7-CC9E-E7BBD38ED3A3}"/>
    <pc:docChg chg="addSld modSld">
      <pc:chgData name="Deborah Shaw" userId="S::deborah_shaw@wycliffeassociates.org::79bf7848-a030-4096-934a-3abbfde4984a" providerId="AD" clId="Web-{718B80E7-6E8D-4CB7-CC9E-E7BBD38ED3A3}" dt="2023-12-16T22:19:54.045" v="68"/>
      <pc:docMkLst>
        <pc:docMk/>
      </pc:docMkLst>
      <pc:sldChg chg="addSp modSp new">
        <pc:chgData name="Deborah Shaw" userId="S::deborah_shaw@wycliffeassociates.org::79bf7848-a030-4096-934a-3abbfde4984a" providerId="AD" clId="Web-{718B80E7-6E8D-4CB7-CC9E-E7BBD38ED3A3}" dt="2023-12-16T22:19:54.045" v="68"/>
        <pc:sldMkLst>
          <pc:docMk/>
          <pc:sldMk cId="2719070259" sldId="294"/>
        </pc:sldMkLst>
      </pc:sldChg>
    </pc:docChg>
  </pc:docChgLst>
  <pc:docChgLst>
    <pc:chgData name="Mary Stout" userId="S::mary_stout@wycliffeassociates.org::aa3233c2-3252-4841-9088-85efb7bdb5d2" providerId="AD" clId="Web-{20EDB6D9-ACDC-4156-9820-EACF6894C553}"/>
    <pc:docChg chg="modSld">
      <pc:chgData name="Mary Stout" userId="S::mary_stout@wycliffeassociates.org::aa3233c2-3252-4841-9088-85efb7bdb5d2" providerId="AD" clId="Web-{20EDB6D9-ACDC-4156-9820-EACF6894C553}" dt="2023-12-15T02:00:09.743" v="1"/>
      <pc:docMkLst>
        <pc:docMk/>
      </pc:docMkLst>
      <pc:sldChg chg="delAnim">
        <pc:chgData name="Mary Stout" userId="S::mary_stout@wycliffeassociates.org::aa3233c2-3252-4841-9088-85efb7bdb5d2" providerId="AD" clId="Web-{20EDB6D9-ACDC-4156-9820-EACF6894C553}" dt="2023-12-15T02:00:09.743" v="1"/>
        <pc:sldMkLst>
          <pc:docMk/>
          <pc:sldMk cId="3072800876"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10/14/2025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5D7C9E-35D9-4D05-A3C8-EB7FE07A4C81}" type="slidenum">
              <a:rPr lang="en-US" smtClean="0"/>
              <a:t>2</a:t>
            </a:fld>
            <a:endParaRPr lang="en-US"/>
          </a:p>
        </p:txBody>
      </p:sp>
    </p:spTree>
    <p:extLst>
      <p:ext uri="{BB962C8B-B14F-4D97-AF65-F5344CB8AC3E}">
        <p14:creationId xmlns:p14="http://schemas.microsoft.com/office/powerpoint/2010/main" val="3829543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10/14/2025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t="13613" b="13613"/>
          <a:stretch/>
        </p:blipFill>
        <p:spPr>
          <a:xfrm>
            <a:off x="20" y="146817"/>
            <a:ext cx="9143980" cy="35113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387212" y="3658183"/>
            <a:ext cx="5394834" cy="2851456"/>
          </a:xfrm>
        </p:spPr>
        <p:txBody>
          <a:bodyPr anchor="ctr">
            <a:normAutofit/>
          </a:bodyPr>
          <a:lstStyle/>
          <a:p>
            <a:pPr marL="0" marR="0" indent="0" fontAlgn="base">
              <a:spcBef>
                <a:spcPts val="0"/>
              </a:spcBef>
              <a:spcAft>
                <a:spcPts val="0"/>
              </a:spcAft>
              <a:buNone/>
            </a:pPr>
            <a:r>
              <a:rPr lang="en-US">
                <a:solidFill>
                  <a:schemeClr val="accent1">
                    <a:lumMod val="50000"/>
                  </a:schemeClr>
                </a:solidFill>
                <a:effectLst/>
                <a:latin typeface="Arial" panose="020B0604020202020204" pitchFamily="34" charset="0"/>
                <a:ea typeface="Times New Roman" panose="02020603050405020304" pitchFamily="18" charset="0"/>
              </a:rPr>
              <a:t>The things you heard from me among many witnesses, entrust them to faithful people who will be able to teach others also (</a:t>
            </a:r>
            <a:r>
              <a:rPr lang="en-US" dirty="0">
                <a:solidFill>
                  <a:schemeClr val="accent1">
                    <a:lumMod val="50000"/>
                  </a:schemeClr>
                </a:solidFill>
                <a:effectLst/>
                <a:latin typeface="Arial" panose="020B0604020202020204" pitchFamily="34" charset="0"/>
                <a:ea typeface="Times New Roman" panose="02020603050405020304" pitchFamily="18" charset="0"/>
              </a:rPr>
              <a:t>2 Tim. 2:2). </a:t>
            </a:r>
            <a:endParaRPr lang="en-US"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endParaRPr lang="en-US" sz="16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12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200" dirty="0" err="1">
                <a:latin typeface="Calibri"/>
                <a:ea typeface="Times New Roman" panose="02020603050405020304" pitchFamily="18" charset="0"/>
                <a:cs typeface="Arial"/>
              </a:rPr>
              <a:t>ShareAlike</a:t>
            </a:r>
            <a:r>
              <a:rPr lang="en-US" sz="1200" dirty="0">
                <a:latin typeface="Calibri"/>
                <a:ea typeface="Times New Roman" panose="02020603050405020304" pitchFamily="18" charset="0"/>
                <a:cs typeface="Arial"/>
              </a:rPr>
              <a:t> 4.0 International License. </a:t>
            </a:r>
          </a:p>
          <a:p>
            <a:pPr marL="0" marR="0" indent="0" fontAlgn="base">
              <a:spcBef>
                <a:spcPts val="0"/>
              </a:spcBef>
              <a:spcAft>
                <a:spcPts val="0"/>
              </a:spcAft>
              <a:buNone/>
            </a:pPr>
            <a:r>
              <a:rPr lang="en-US" sz="1200" dirty="0">
                <a:latin typeface="Calibri"/>
                <a:ea typeface="Times New Roman" panose="02020603050405020304" pitchFamily="18" charset="0"/>
                <a:cs typeface="Arial"/>
              </a:rPr>
              <a:t>The English ULB is based on the </a:t>
            </a:r>
            <a:r>
              <a:rPr lang="en-US" sz="1200" dirty="0" err="1">
                <a:latin typeface="Calibri"/>
                <a:ea typeface="Times New Roman" panose="02020603050405020304" pitchFamily="18" charset="0"/>
                <a:cs typeface="Arial"/>
              </a:rPr>
              <a:t>unfoldingWord</a:t>
            </a:r>
            <a:r>
              <a:rPr lang="en-US" sz="1200" dirty="0">
                <a:latin typeface="Calibri"/>
                <a:ea typeface="Times New Roman" panose="02020603050405020304" pitchFamily="18" charset="0"/>
                <a:cs typeface="Arial"/>
              </a:rPr>
              <a:t>® Literal Text, CC BY-SA 4.0. The original work of the </a:t>
            </a:r>
            <a:r>
              <a:rPr lang="en-US" sz="1200" dirty="0" err="1">
                <a:latin typeface="Calibri"/>
                <a:ea typeface="Times New Roman" panose="02020603050405020304" pitchFamily="18" charset="0"/>
                <a:cs typeface="Arial"/>
              </a:rPr>
              <a:t>unfoldingWord</a:t>
            </a:r>
            <a:r>
              <a:rPr lang="en-US" sz="12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188244" y="4205727"/>
            <a:ext cx="3040036" cy="1754326"/>
          </a:xfrm>
          <a:prstGeom prst="rect">
            <a:avLst/>
          </a:prstGeom>
        </p:spPr>
        <p:txBody>
          <a:bodyPr wrap="square" lIns="91440" tIns="45720" rIns="91440" bIns="4572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Sharing COBT with Others</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224956" y="4020230"/>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754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FC6535-4A43-42BD-A9B5-8A1516328F3F}"/>
              </a:ext>
            </a:extLst>
          </p:cNvPr>
          <p:cNvSpPr/>
          <p:nvPr/>
        </p:nvSpPr>
        <p:spPr>
          <a:xfrm>
            <a:off x="0" y="3868954"/>
            <a:ext cx="9144000" cy="1237528"/>
          </a:xfrm>
          <a:prstGeom prst="rect">
            <a:avLst/>
          </a:prstGeom>
          <a:solidFill>
            <a:schemeClr val="accent2">
              <a:lumMod val="20000"/>
              <a:lumOff val="80000"/>
            </a:schemeClr>
          </a:solidFill>
          <a:ln>
            <a:noFill/>
          </a:ln>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95879457-DDCE-43A9-8067-7CB120C183B8}"/>
              </a:ext>
            </a:extLst>
          </p:cNvPr>
          <p:cNvSpPr txBox="1"/>
          <p:nvPr/>
        </p:nvSpPr>
        <p:spPr>
          <a:xfrm>
            <a:off x="469393" y="5830662"/>
            <a:ext cx="2829170" cy="461665"/>
          </a:xfrm>
          <a:prstGeom prst="rect">
            <a:avLst/>
          </a:prstGeom>
          <a:noFill/>
        </p:spPr>
        <p:txBody>
          <a:bodyPr wrap="square" anchor="t">
            <a:spAutoFit/>
          </a:bodyPr>
          <a:lstStyle/>
          <a:p>
            <a:pPr algn="ctr"/>
            <a:r>
              <a:rPr lang="en-US" sz="2400" dirty="0">
                <a:solidFill>
                  <a:schemeClr val="tx2"/>
                </a:solidFill>
                <a:effectLst/>
                <a:latin typeface="Arial" panose="020B0604020202020204" pitchFamily="34" charset="0"/>
                <a:ea typeface="MS Mincho" panose="02020609040205080304" pitchFamily="49" charset="-128"/>
                <a:cs typeface="Times New Roman" panose="02020603050405020304" pitchFamily="18" charset="0"/>
              </a:rPr>
              <a:t>The Gospel</a:t>
            </a:r>
            <a:endParaRPr lang="en-US" sz="2400" dirty="0">
              <a:solidFill>
                <a:schemeClr val="tx2"/>
              </a:solidFill>
            </a:endParaRPr>
          </a:p>
        </p:txBody>
      </p:sp>
      <p:pic>
        <p:nvPicPr>
          <p:cNvPr id="12" name="Picture 11">
            <a:extLst>
              <a:ext uri="{FF2B5EF4-FFF2-40B4-BE49-F238E27FC236}">
                <a16:creationId xmlns:a16="http://schemas.microsoft.com/office/drawing/2014/main" id="{A53CDFD2-1252-44AA-B618-C10FC0EA0D51}"/>
              </a:ext>
            </a:extLst>
          </p:cNvPr>
          <p:cNvPicPr>
            <a:picLocks noChangeAspect="1"/>
          </p:cNvPicPr>
          <p:nvPr/>
        </p:nvPicPr>
        <p:blipFill>
          <a:blip r:embed="rId3">
            <a:extLst>
              <a:ext uri="{28A0092B-C50C-407E-A947-70E740481C1C}">
                <a14:useLocalDpi xmlns:a14="http://schemas.microsoft.com/office/drawing/2010/main" val="0"/>
              </a:ext>
            </a:extLst>
          </a:blip>
          <a:srcRect l="16286" r="16286"/>
          <a:stretch/>
        </p:blipFill>
        <p:spPr>
          <a:xfrm>
            <a:off x="627880" y="3181971"/>
            <a:ext cx="2512196" cy="2512930"/>
          </a:xfrm>
          <a:prstGeom prst="ellipse">
            <a:avLst/>
          </a:prstGeom>
          <a:ln w="38100">
            <a:solidFill>
              <a:schemeClr val="accent3"/>
            </a:solidFill>
          </a:ln>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D61B54F1-1F63-4ACD-ADC2-717D642AD0DD}"/>
              </a:ext>
            </a:extLst>
          </p:cNvPr>
          <p:cNvPicPr>
            <a:picLocks noChangeAspect="1"/>
          </p:cNvPicPr>
          <p:nvPr/>
        </p:nvPicPr>
        <p:blipFill rotWithShape="1">
          <a:blip r:embed="rId4">
            <a:extLst>
              <a:ext uri="{28A0092B-C50C-407E-A947-70E740481C1C}">
                <a14:useLocalDpi xmlns:a14="http://schemas.microsoft.com/office/drawing/2010/main" val="0"/>
              </a:ext>
            </a:extLst>
          </a:blip>
          <a:srcRect l="26489" r="21027"/>
          <a:stretch/>
        </p:blipFill>
        <p:spPr>
          <a:xfrm>
            <a:off x="6003923" y="3182741"/>
            <a:ext cx="2510657" cy="2511391"/>
          </a:xfrm>
          <a:prstGeom prst="ellipse">
            <a:avLst/>
          </a:prstGeom>
          <a:ln w="38100">
            <a:solidFill>
              <a:schemeClr val="accent3"/>
            </a:solidFill>
          </a:ln>
          <a:effectLst>
            <a:outerShdw blurRad="50800" dist="38100" dir="5400000" algn="t" rotWithShape="0">
              <a:prstClr val="black">
                <a:alpha val="40000"/>
              </a:prstClr>
            </a:outerShdw>
          </a:effectLst>
        </p:spPr>
      </p:pic>
      <p:sp>
        <p:nvSpPr>
          <p:cNvPr id="16" name="TextBox 15">
            <a:extLst>
              <a:ext uri="{FF2B5EF4-FFF2-40B4-BE49-F238E27FC236}">
                <a16:creationId xmlns:a16="http://schemas.microsoft.com/office/drawing/2014/main" id="{D80ED731-2494-4DBF-95CF-07F72A44F8DF}"/>
              </a:ext>
            </a:extLst>
          </p:cNvPr>
          <p:cNvSpPr txBox="1"/>
          <p:nvPr/>
        </p:nvSpPr>
        <p:spPr>
          <a:xfrm>
            <a:off x="6003923" y="5830662"/>
            <a:ext cx="2510657" cy="830997"/>
          </a:xfrm>
          <a:prstGeom prst="rect">
            <a:avLst/>
          </a:prstGeom>
          <a:noFill/>
        </p:spPr>
        <p:txBody>
          <a:bodyPr wrap="square" lIns="91440" tIns="45720" rIns="91440" bIns="45720" anchor="t">
            <a:spAutoFit/>
          </a:bodyPr>
          <a:lstStyle/>
          <a:p>
            <a:pPr algn="ctr"/>
            <a:r>
              <a:rPr lang="en-US" sz="2400" dirty="0">
                <a:solidFill>
                  <a:schemeClr val="tx2"/>
                </a:solidFill>
                <a:effectLst/>
                <a:latin typeface="Arial"/>
                <a:ea typeface="MS Mincho"/>
                <a:cs typeface="Times New Roman"/>
              </a:rPr>
              <a:t>The </a:t>
            </a:r>
            <a:r>
              <a:rPr lang="en-US" sz="2400" dirty="0">
                <a:solidFill>
                  <a:schemeClr val="tx2"/>
                </a:solidFill>
                <a:latin typeface="Arial"/>
                <a:ea typeface="MS Mincho"/>
                <a:cs typeface="Times New Roman"/>
              </a:rPr>
              <a:t>Commands </a:t>
            </a:r>
            <a:r>
              <a:rPr lang="en-US" sz="2400" dirty="0">
                <a:solidFill>
                  <a:schemeClr val="tx2"/>
                </a:solidFill>
                <a:effectLst/>
                <a:latin typeface="Arial"/>
                <a:ea typeface="MS Mincho"/>
                <a:cs typeface="Times New Roman"/>
              </a:rPr>
              <a:t>of Jesus</a:t>
            </a:r>
            <a:endParaRPr lang="en-US" sz="2400" dirty="0">
              <a:solidFill>
                <a:schemeClr val="tx2"/>
              </a:solidFill>
              <a:latin typeface="Arial"/>
              <a:ea typeface="MS Mincho"/>
              <a:cs typeface="Times New Roman"/>
            </a:endParaRPr>
          </a:p>
        </p:txBody>
      </p:sp>
      <p:sp>
        <p:nvSpPr>
          <p:cNvPr id="3" name="Title 2">
            <a:extLst>
              <a:ext uri="{FF2B5EF4-FFF2-40B4-BE49-F238E27FC236}">
                <a16:creationId xmlns:a16="http://schemas.microsoft.com/office/drawing/2014/main" id="{E7997E9E-F5AE-46A6-8433-D9E74593E296}"/>
              </a:ext>
            </a:extLst>
          </p:cNvPr>
          <p:cNvSpPr>
            <a:spLocks noGrp="1"/>
          </p:cNvSpPr>
          <p:nvPr>
            <p:ph type="title"/>
          </p:nvPr>
        </p:nvSpPr>
        <p:spPr>
          <a:xfrm>
            <a:off x="627880" y="323668"/>
            <a:ext cx="7886700" cy="1325563"/>
          </a:xfrm>
        </p:spPr>
        <p:txBody>
          <a:bodyPr/>
          <a:lstStyle/>
          <a:p>
            <a:r>
              <a:rPr lang="en-US" dirty="0"/>
              <a:t>The Great Commission</a:t>
            </a:r>
            <a:br>
              <a:rPr lang="en-US" dirty="0"/>
            </a:br>
            <a:r>
              <a:rPr lang="en-US" dirty="0"/>
              <a:t>Includes Bible Translation</a:t>
            </a:r>
          </a:p>
        </p:txBody>
      </p:sp>
      <p:sp>
        <p:nvSpPr>
          <p:cNvPr id="13" name="TextBox 12">
            <a:extLst>
              <a:ext uri="{FF2B5EF4-FFF2-40B4-BE49-F238E27FC236}">
                <a16:creationId xmlns:a16="http://schemas.microsoft.com/office/drawing/2014/main" id="{44D9CBBA-70D4-452E-A742-F901E30C171C}"/>
              </a:ext>
            </a:extLst>
          </p:cNvPr>
          <p:cNvSpPr txBox="1"/>
          <p:nvPr/>
        </p:nvSpPr>
        <p:spPr>
          <a:xfrm>
            <a:off x="628650" y="3838272"/>
            <a:ext cx="2510657" cy="1200329"/>
          </a:xfrm>
          <a:prstGeom prst="rect">
            <a:avLst/>
          </a:prstGeom>
          <a:noFill/>
        </p:spPr>
        <p:txBody>
          <a:bodyPr wrap="square" anchor="ctr">
            <a:spAutoFit/>
          </a:bodyPr>
          <a:lstStyle/>
          <a:p>
            <a:pPr algn="ctr"/>
            <a:r>
              <a:rPr lang="en-US" sz="3600" b="1" dirty="0">
                <a:solidFill>
                  <a:schemeClr val="bg1"/>
                </a:solidFill>
                <a:effectLst>
                  <a:glow rad="266700">
                    <a:schemeClr val="tx2"/>
                  </a:glow>
                </a:effectLst>
                <a:latin typeface="Times New Roman" panose="02020603050405020304" pitchFamily="18" charset="0"/>
                <a:ea typeface="MS Mincho" panose="02020609040205080304" pitchFamily="49" charset="-128"/>
                <a:cs typeface="Times New Roman" panose="02020603050405020304" pitchFamily="18" charset="0"/>
              </a:rPr>
              <a:t>Romans</a:t>
            </a:r>
            <a:br>
              <a:rPr lang="en-US" sz="3600" b="1" dirty="0">
                <a:solidFill>
                  <a:schemeClr val="bg1"/>
                </a:solidFill>
                <a:effectLst>
                  <a:glow rad="266700">
                    <a:schemeClr val="tx2"/>
                  </a:glow>
                </a:effectLst>
                <a:latin typeface="Times New Roman" panose="02020603050405020304" pitchFamily="18" charset="0"/>
                <a:ea typeface="MS Mincho" panose="02020609040205080304" pitchFamily="49" charset="-128"/>
                <a:cs typeface="Times New Roman" panose="02020603050405020304" pitchFamily="18" charset="0"/>
              </a:rPr>
            </a:br>
            <a:r>
              <a:rPr lang="en-US" sz="3600" b="1" dirty="0">
                <a:solidFill>
                  <a:schemeClr val="bg1"/>
                </a:solidFill>
                <a:effectLst>
                  <a:glow rad="266700">
                    <a:schemeClr val="tx2"/>
                  </a:glow>
                </a:effectLst>
                <a:latin typeface="Times New Roman" panose="02020603050405020304" pitchFamily="18" charset="0"/>
                <a:ea typeface="MS Mincho" panose="02020609040205080304" pitchFamily="49" charset="-128"/>
                <a:cs typeface="Times New Roman" panose="02020603050405020304" pitchFamily="18" charset="0"/>
              </a:rPr>
              <a:t>10:17</a:t>
            </a:r>
            <a:endParaRPr lang="en-US" sz="3600" b="1" dirty="0">
              <a:solidFill>
                <a:schemeClr val="bg1"/>
              </a:solidFill>
              <a:effectLst>
                <a:glow rad="266700">
                  <a:schemeClr val="tx2"/>
                </a:glo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F7BCCB7-6001-45A5-B57B-12E9F9E8B1BD}"/>
              </a:ext>
            </a:extLst>
          </p:cNvPr>
          <p:cNvSpPr txBox="1"/>
          <p:nvPr/>
        </p:nvSpPr>
        <p:spPr>
          <a:xfrm>
            <a:off x="1969544" y="3899827"/>
            <a:ext cx="5203372" cy="1077218"/>
          </a:xfrm>
          <a:prstGeom prst="rect">
            <a:avLst/>
          </a:prstGeom>
          <a:noFill/>
        </p:spPr>
        <p:txBody>
          <a:bodyPr wrap="square" rtlCol="0" anchor="ctr">
            <a:spAutoFit/>
          </a:bodyPr>
          <a:lstStyle/>
          <a:p>
            <a:pPr algn="ctr"/>
            <a:r>
              <a:rPr lang="en-US" sz="3200" dirty="0">
                <a:solidFill>
                  <a:schemeClr val="accent2"/>
                </a:solidFill>
                <a:latin typeface="Arial Black" panose="020B0A04020102020204" pitchFamily="34" charset="0"/>
              </a:rPr>
              <a:t>The Bible</a:t>
            </a:r>
          </a:p>
          <a:p>
            <a:pPr algn="ctr"/>
            <a:r>
              <a:rPr lang="en-US" sz="3200" dirty="0">
                <a:solidFill>
                  <a:schemeClr val="accent2"/>
                </a:solidFill>
                <a:latin typeface="Arial Black" panose="020B0A04020102020204" pitchFamily="34" charset="0"/>
              </a:rPr>
              <a:t>Contains:</a:t>
            </a:r>
          </a:p>
        </p:txBody>
      </p:sp>
      <p:sp>
        <p:nvSpPr>
          <p:cNvPr id="2" name="TextBox 1">
            <a:extLst>
              <a:ext uri="{FF2B5EF4-FFF2-40B4-BE49-F238E27FC236}">
                <a16:creationId xmlns:a16="http://schemas.microsoft.com/office/drawing/2014/main" id="{7591BC98-BE6B-E5F6-AFAD-4CD5E49ECD69}"/>
              </a:ext>
            </a:extLst>
          </p:cNvPr>
          <p:cNvSpPr txBox="1"/>
          <p:nvPr/>
        </p:nvSpPr>
        <p:spPr>
          <a:xfrm>
            <a:off x="627879" y="1561087"/>
            <a:ext cx="8090817" cy="1323439"/>
          </a:xfrm>
          <a:prstGeom prst="rect">
            <a:avLst/>
          </a:prstGeom>
          <a:noFill/>
        </p:spPr>
        <p:txBody>
          <a:bodyPr wrap="square" rtlCol="0">
            <a:spAutoFit/>
          </a:bodyPr>
          <a:lstStyle/>
          <a:p>
            <a:r>
              <a:rPr lang="en-US" sz="2000" b="0" i="0" dirty="0">
                <a:solidFill>
                  <a:schemeClr val="accent1">
                    <a:lumMod val="50000"/>
                  </a:schemeClr>
                </a:solidFill>
                <a:effectLst/>
                <a:latin typeface="system-ui"/>
              </a:rPr>
              <a:t>Go therefore and make disciples of all the nations. Baptize them into the name of the Father, of the Son, and of the Holy Spirit. Teach them to obey all the things that I have commanded you. See, I am with you always, even to the end of the age (Matthew 28:19-20).</a:t>
            </a:r>
            <a:endParaRPr lang="en-US" sz="2000" dirty="0">
              <a:solidFill>
                <a:schemeClr val="accent1">
                  <a:lumMod val="50000"/>
                </a:schemeClr>
              </a:solidFill>
            </a:endParaRPr>
          </a:p>
        </p:txBody>
      </p:sp>
    </p:spTree>
    <p:extLst>
      <p:ext uri="{BB962C8B-B14F-4D97-AF65-F5344CB8AC3E}">
        <p14:creationId xmlns:p14="http://schemas.microsoft.com/office/powerpoint/2010/main" val="370944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CB00303-1A4E-AF9F-56C0-FD796B9CF3B5}"/>
              </a:ext>
            </a:extLst>
          </p:cNvPr>
          <p:cNvSpPr/>
          <p:nvPr/>
        </p:nvSpPr>
        <p:spPr>
          <a:xfrm>
            <a:off x="617517" y="5789186"/>
            <a:ext cx="2113808" cy="442674"/>
          </a:xfrm>
          <a:prstGeom prst="roundRect">
            <a:avLst/>
          </a:prstGeom>
          <a:solidFill>
            <a:schemeClr val="accent2"/>
          </a:solidFill>
        </p:spPr>
        <p:txBody>
          <a:bodyPr wrap="square"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Accountability</a:t>
            </a:r>
          </a:p>
        </p:txBody>
      </p:sp>
      <p:sp>
        <p:nvSpPr>
          <p:cNvPr id="6" name="Rounded Rectangle 5">
            <a:extLst>
              <a:ext uri="{FF2B5EF4-FFF2-40B4-BE49-F238E27FC236}">
                <a16:creationId xmlns:a16="http://schemas.microsoft.com/office/drawing/2014/main" id="{9AE22891-D3A9-3BD7-E20B-5BAD6202B585}"/>
              </a:ext>
            </a:extLst>
          </p:cNvPr>
          <p:cNvSpPr/>
          <p:nvPr/>
        </p:nvSpPr>
        <p:spPr>
          <a:xfrm>
            <a:off x="617517" y="3130456"/>
            <a:ext cx="2113808" cy="442674"/>
          </a:xfrm>
          <a:prstGeom prst="roundRect">
            <a:avLst/>
          </a:prstGeom>
          <a:solidFill>
            <a:schemeClr val="accent2"/>
          </a:solidFill>
        </p:spPr>
        <p:txBody>
          <a:bodyPr wrap="square"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Authority</a:t>
            </a:r>
          </a:p>
        </p:txBody>
      </p:sp>
      <p:sp>
        <p:nvSpPr>
          <p:cNvPr id="7" name="Rounded Rectangle 6">
            <a:extLst>
              <a:ext uri="{FF2B5EF4-FFF2-40B4-BE49-F238E27FC236}">
                <a16:creationId xmlns:a16="http://schemas.microsoft.com/office/drawing/2014/main" id="{C168553D-4048-244B-DFEB-1E8E6F9812BF}"/>
              </a:ext>
            </a:extLst>
          </p:cNvPr>
          <p:cNvSpPr/>
          <p:nvPr/>
        </p:nvSpPr>
        <p:spPr>
          <a:xfrm>
            <a:off x="617517" y="4459821"/>
            <a:ext cx="2113808" cy="442674"/>
          </a:xfrm>
          <a:prstGeom prst="roundRect">
            <a:avLst/>
          </a:prstGeom>
          <a:solidFill>
            <a:schemeClr val="accent2"/>
          </a:solidFill>
        </p:spPr>
        <p:txBody>
          <a:bodyPr wrap="square"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Responsibility</a:t>
            </a:r>
          </a:p>
        </p:txBody>
      </p:sp>
      <p:sp>
        <p:nvSpPr>
          <p:cNvPr id="8" name="Rounded Rectangle 7">
            <a:extLst>
              <a:ext uri="{FF2B5EF4-FFF2-40B4-BE49-F238E27FC236}">
                <a16:creationId xmlns:a16="http://schemas.microsoft.com/office/drawing/2014/main" id="{518FCE98-1307-785A-EED2-C7BC6D620A39}"/>
              </a:ext>
            </a:extLst>
          </p:cNvPr>
          <p:cNvSpPr/>
          <p:nvPr/>
        </p:nvSpPr>
        <p:spPr>
          <a:xfrm>
            <a:off x="617517" y="1801091"/>
            <a:ext cx="2113808" cy="442674"/>
          </a:xfrm>
          <a:prstGeom prst="roundRect">
            <a:avLst/>
          </a:prstGeom>
          <a:solidFill>
            <a:schemeClr val="accent2"/>
          </a:solidFill>
        </p:spPr>
        <p:txBody>
          <a:bodyPr wrap="square" rtlCol="0" anchor="ctr">
            <a:spAutoFit/>
          </a:bodyPr>
          <a:lstStyle/>
          <a:p>
            <a:pPr algn="ctr"/>
            <a:r>
              <a:rPr lang="en-US" sz="2000" b="1" dirty="0">
                <a:solidFill>
                  <a:schemeClr val="bg1"/>
                </a:solidFill>
                <a:latin typeface="Arial" panose="020B0604020202020204" pitchFamily="34" charset="0"/>
                <a:cs typeface="Arial" panose="020B0604020202020204" pitchFamily="34" charset="0"/>
              </a:rPr>
              <a:t>Ability</a:t>
            </a:r>
          </a:p>
        </p:txBody>
      </p:sp>
      <p:sp>
        <p:nvSpPr>
          <p:cNvPr id="10" name="TextBox 9">
            <a:extLst>
              <a:ext uri="{FF2B5EF4-FFF2-40B4-BE49-F238E27FC236}">
                <a16:creationId xmlns:a16="http://schemas.microsoft.com/office/drawing/2014/main" id="{EFE394DB-26E2-A06D-8FAE-69A64BF931C7}"/>
              </a:ext>
            </a:extLst>
          </p:cNvPr>
          <p:cNvSpPr txBox="1"/>
          <p:nvPr/>
        </p:nvSpPr>
        <p:spPr>
          <a:xfrm>
            <a:off x="3455719" y="1838378"/>
            <a:ext cx="4952010" cy="400110"/>
          </a:xfrm>
          <a:prstGeom prst="rect">
            <a:avLst/>
          </a:prstGeom>
          <a:noFill/>
        </p:spPr>
        <p:txBody>
          <a:bodyPr wrap="square">
            <a:spAutoFit/>
          </a:bodyPr>
          <a:lstStyle/>
          <a:p>
            <a:r>
              <a:rPr lang="en-US" sz="2000" b="1" dirty="0"/>
              <a:t>1. Translates Bible into heart language</a:t>
            </a:r>
          </a:p>
        </p:txBody>
      </p:sp>
      <p:sp>
        <p:nvSpPr>
          <p:cNvPr id="13" name="Title 1">
            <a:extLst>
              <a:ext uri="{FF2B5EF4-FFF2-40B4-BE49-F238E27FC236}">
                <a16:creationId xmlns:a16="http://schemas.microsoft.com/office/drawing/2014/main" id="{581C2D49-7940-FF53-9ED1-6DC0798A5620}"/>
              </a:ext>
            </a:extLst>
          </p:cNvPr>
          <p:cNvSpPr txBox="1">
            <a:spLocks/>
          </p:cNvSpPr>
          <p:nvPr/>
        </p:nvSpPr>
        <p:spPr>
          <a:xfrm>
            <a:off x="628650" y="386513"/>
            <a:ext cx="7886700" cy="442674"/>
          </a:xfrm>
          <a:prstGeom prst="rect">
            <a:avLst/>
          </a:prstGeom>
        </p:spPr>
        <p:txBody>
          <a:bodyPr/>
          <a:lst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accent1"/>
                </a:solidFill>
              </a:rPr>
              <a:t>4 Beliefs </a:t>
            </a:r>
            <a:br>
              <a:rPr lang="en-US" dirty="0">
                <a:solidFill>
                  <a:schemeClr val="accent1"/>
                </a:solidFill>
              </a:rPr>
            </a:br>
            <a:endParaRPr lang="en-US" dirty="0">
              <a:solidFill>
                <a:schemeClr val="accent1"/>
              </a:solidFill>
            </a:endParaRPr>
          </a:p>
        </p:txBody>
      </p:sp>
      <p:sp>
        <p:nvSpPr>
          <p:cNvPr id="14" name="TextBox 13">
            <a:extLst>
              <a:ext uri="{FF2B5EF4-FFF2-40B4-BE49-F238E27FC236}">
                <a16:creationId xmlns:a16="http://schemas.microsoft.com/office/drawing/2014/main" id="{0CFD9883-1662-F5C1-1AEB-F0B78F985FFA}"/>
              </a:ext>
            </a:extLst>
          </p:cNvPr>
          <p:cNvSpPr txBox="1"/>
          <p:nvPr/>
        </p:nvSpPr>
        <p:spPr>
          <a:xfrm>
            <a:off x="3455719" y="2687917"/>
            <a:ext cx="4952010" cy="400110"/>
          </a:xfrm>
          <a:prstGeom prst="rect">
            <a:avLst/>
          </a:prstGeom>
          <a:noFill/>
        </p:spPr>
        <p:txBody>
          <a:bodyPr wrap="square">
            <a:spAutoFit/>
          </a:bodyPr>
          <a:lstStyle/>
          <a:p>
            <a:r>
              <a:rPr lang="en-US" sz="2000" b="1" dirty="0"/>
              <a:t>2. Manages accessibility to the Bible</a:t>
            </a:r>
          </a:p>
        </p:txBody>
      </p:sp>
      <p:sp>
        <p:nvSpPr>
          <p:cNvPr id="15" name="TextBox 14">
            <a:extLst>
              <a:ext uri="{FF2B5EF4-FFF2-40B4-BE49-F238E27FC236}">
                <a16:creationId xmlns:a16="http://schemas.microsoft.com/office/drawing/2014/main" id="{BDB087ED-BCE1-92B9-D9C8-B6BC9964D11C}"/>
              </a:ext>
            </a:extLst>
          </p:cNvPr>
          <p:cNvSpPr txBox="1"/>
          <p:nvPr/>
        </p:nvSpPr>
        <p:spPr>
          <a:xfrm>
            <a:off x="3455719" y="3524199"/>
            <a:ext cx="4952010" cy="400110"/>
          </a:xfrm>
          <a:prstGeom prst="rect">
            <a:avLst/>
          </a:prstGeom>
          <a:noFill/>
        </p:spPr>
        <p:txBody>
          <a:bodyPr wrap="square">
            <a:spAutoFit/>
          </a:bodyPr>
          <a:lstStyle/>
          <a:p>
            <a:r>
              <a:rPr lang="en-US" sz="2000" b="1" dirty="0"/>
              <a:t>3. Refines and revises the translation </a:t>
            </a:r>
          </a:p>
        </p:txBody>
      </p:sp>
      <p:sp>
        <p:nvSpPr>
          <p:cNvPr id="16" name="TextBox 15">
            <a:extLst>
              <a:ext uri="{FF2B5EF4-FFF2-40B4-BE49-F238E27FC236}">
                <a16:creationId xmlns:a16="http://schemas.microsoft.com/office/drawing/2014/main" id="{2FB5A512-2E59-46C7-690C-44523F2BA03F}"/>
              </a:ext>
            </a:extLst>
          </p:cNvPr>
          <p:cNvSpPr txBox="1"/>
          <p:nvPr/>
        </p:nvSpPr>
        <p:spPr>
          <a:xfrm>
            <a:off x="3455719" y="4276448"/>
            <a:ext cx="5272644" cy="400110"/>
          </a:xfrm>
          <a:prstGeom prst="rect">
            <a:avLst/>
          </a:prstGeom>
          <a:noFill/>
        </p:spPr>
        <p:txBody>
          <a:bodyPr wrap="square">
            <a:spAutoFit/>
          </a:bodyPr>
          <a:lstStyle/>
          <a:p>
            <a:r>
              <a:rPr lang="en-US" sz="2000" b="1" dirty="0"/>
              <a:t>4. Engages community in Scripture usage </a:t>
            </a:r>
          </a:p>
        </p:txBody>
      </p:sp>
      <p:sp>
        <p:nvSpPr>
          <p:cNvPr id="17" name="TextBox 16">
            <a:extLst>
              <a:ext uri="{FF2B5EF4-FFF2-40B4-BE49-F238E27FC236}">
                <a16:creationId xmlns:a16="http://schemas.microsoft.com/office/drawing/2014/main" id="{5C884E3F-D8FB-6379-093A-9A0AFAD4AC92}"/>
              </a:ext>
            </a:extLst>
          </p:cNvPr>
          <p:cNvSpPr txBox="1"/>
          <p:nvPr/>
        </p:nvSpPr>
        <p:spPr>
          <a:xfrm>
            <a:off x="3455719" y="5028697"/>
            <a:ext cx="5272644" cy="400110"/>
          </a:xfrm>
          <a:prstGeom prst="rect">
            <a:avLst/>
          </a:prstGeom>
          <a:noFill/>
        </p:spPr>
        <p:txBody>
          <a:bodyPr wrap="square">
            <a:spAutoFit/>
          </a:bodyPr>
          <a:lstStyle/>
          <a:p>
            <a:r>
              <a:rPr lang="en-US" sz="2000" b="1" dirty="0"/>
              <a:t>5. Shares COBT with others </a:t>
            </a:r>
          </a:p>
        </p:txBody>
      </p:sp>
      <p:sp>
        <p:nvSpPr>
          <p:cNvPr id="18" name="TextBox 17">
            <a:extLst>
              <a:ext uri="{FF2B5EF4-FFF2-40B4-BE49-F238E27FC236}">
                <a16:creationId xmlns:a16="http://schemas.microsoft.com/office/drawing/2014/main" id="{18B4D748-BCBA-9DE8-CA68-007A476D99A4}"/>
              </a:ext>
            </a:extLst>
          </p:cNvPr>
          <p:cNvSpPr txBox="1"/>
          <p:nvPr/>
        </p:nvSpPr>
        <p:spPr>
          <a:xfrm>
            <a:off x="3455719" y="5780946"/>
            <a:ext cx="5605153" cy="400110"/>
          </a:xfrm>
          <a:prstGeom prst="rect">
            <a:avLst/>
          </a:prstGeom>
          <a:noFill/>
        </p:spPr>
        <p:txBody>
          <a:bodyPr wrap="square">
            <a:spAutoFit/>
          </a:bodyPr>
          <a:lstStyle/>
          <a:p>
            <a:r>
              <a:rPr lang="en-US" sz="2000" b="1" dirty="0"/>
              <a:t>6. Owns generational revisions and updates</a:t>
            </a:r>
          </a:p>
        </p:txBody>
      </p:sp>
      <p:sp>
        <p:nvSpPr>
          <p:cNvPr id="19" name="Oval 18">
            <a:extLst>
              <a:ext uri="{FF2B5EF4-FFF2-40B4-BE49-F238E27FC236}">
                <a16:creationId xmlns:a16="http://schemas.microsoft.com/office/drawing/2014/main" id="{5140FB81-C91F-52AE-8427-4AA594EE76EB}"/>
              </a:ext>
            </a:extLst>
          </p:cNvPr>
          <p:cNvSpPr/>
          <p:nvPr/>
        </p:nvSpPr>
        <p:spPr>
          <a:xfrm>
            <a:off x="3230088" y="4943828"/>
            <a:ext cx="4215741" cy="562630"/>
          </a:xfrm>
          <a:prstGeom prst="ellipse">
            <a:avLst/>
          </a:prstGeom>
          <a:noFill/>
          <a:ln w="57150">
            <a:solidFill>
              <a:schemeClr val="accent3"/>
            </a:solidFill>
          </a:ln>
        </p:spPr>
        <p:txBody>
          <a:bodyPr rtlCol="0" anchor="ctr">
            <a:spAutoFit/>
          </a:bodyPr>
          <a:lstStyle/>
          <a:p>
            <a:pPr algn="ctr"/>
            <a:endParaRPr lang="en-US" sz="2000" dirty="0">
              <a:solidFill>
                <a:schemeClr val="accent3"/>
              </a:solidFill>
              <a:latin typeface="Arial" panose="020B0604020202020204" pitchFamily="34" charset="0"/>
              <a:cs typeface="Arial" panose="020B0604020202020204" pitchFamily="34" charset="0"/>
            </a:endParaRPr>
          </a:p>
        </p:txBody>
      </p:sp>
      <p:sp>
        <p:nvSpPr>
          <p:cNvPr id="20" name="Title 1">
            <a:extLst>
              <a:ext uri="{FF2B5EF4-FFF2-40B4-BE49-F238E27FC236}">
                <a16:creationId xmlns:a16="http://schemas.microsoft.com/office/drawing/2014/main" id="{31DE0496-07B2-B0C4-ADFC-94B28FECFCA8}"/>
              </a:ext>
            </a:extLst>
          </p:cNvPr>
          <p:cNvSpPr txBox="1">
            <a:spLocks/>
          </p:cNvSpPr>
          <p:nvPr/>
        </p:nvSpPr>
        <p:spPr>
          <a:xfrm>
            <a:off x="628650" y="908868"/>
            <a:ext cx="7886700" cy="442674"/>
          </a:xfrm>
          <a:prstGeom prst="rect">
            <a:avLst/>
          </a:prstGeom>
        </p:spPr>
        <p:txBody>
          <a:bodyPr/>
          <a:lst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a:lstStyle>
          <a:p>
            <a:r>
              <a:rPr lang="en-US" dirty="0">
                <a:solidFill>
                  <a:schemeClr val="accent1"/>
                </a:solidFill>
              </a:rPr>
              <a:t>&amp; 6 Behaviors </a:t>
            </a:r>
            <a:br>
              <a:rPr lang="en-US" dirty="0">
                <a:solidFill>
                  <a:schemeClr val="accent1"/>
                </a:solidFill>
              </a:rPr>
            </a:br>
            <a:endParaRPr lang="en-US" dirty="0">
              <a:solidFill>
                <a:schemeClr val="accent1"/>
              </a:solidFill>
            </a:endParaRPr>
          </a:p>
        </p:txBody>
      </p:sp>
    </p:spTree>
    <p:extLst>
      <p:ext uri="{BB962C8B-B14F-4D97-AF65-F5344CB8AC3E}">
        <p14:creationId xmlns:p14="http://schemas.microsoft.com/office/powerpoint/2010/main" val="102165386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38937e4-20c5-4a73-b245-175c4ead9603">
      <Terms xmlns="http://schemas.microsoft.com/office/infopath/2007/PartnerControls"/>
    </lcf76f155ced4ddcb4097134ff3c332f>
    <TaxCatchAll xmlns="9ede4979-7183-4f81-a394-71c40c9222c4" xsi:nil="true"/>
  </documentManagement>
</p:properties>
</file>

<file path=customXml/itemProps1.xml><?xml version="1.0" encoding="utf-8"?>
<ds:datastoreItem xmlns:ds="http://schemas.openxmlformats.org/officeDocument/2006/customXml" ds:itemID="{171DBD6B-218E-40B2-ADB9-1839B71EE200}"/>
</file>

<file path=customXml/itemProps2.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3.xml><?xml version="1.0" encoding="utf-8"?>
<ds:datastoreItem xmlns:ds="http://schemas.openxmlformats.org/officeDocument/2006/customXml" ds:itemID="{DD870300-B03F-45F7-9154-521D8C74684E}">
  <ds:schemaRefs>
    <ds:schemaRef ds:uri="http://purl.org/dc/terms/"/>
    <ds:schemaRef ds:uri="http://schemas.microsoft.com/office/infopath/2007/PartnerControls"/>
    <ds:schemaRef ds:uri="http://www.w3.org/XML/1998/namespace"/>
    <ds:schemaRef ds:uri="http://purl.org/dc/elements/1.1/"/>
    <ds:schemaRef ds:uri="http://purl.org/dc/dcmitype/"/>
    <ds:schemaRef ds:uri="http://schemas.microsoft.com/office/2006/documentManagement/types"/>
    <ds:schemaRef ds:uri="038937e4-20c5-4a73-b245-175c4ead9603"/>
    <ds:schemaRef ds:uri="http://schemas.microsoft.com/sharepoint/v3"/>
    <ds:schemaRef ds:uri="http://schemas.openxmlformats.org/package/2006/metadata/core-properties"/>
    <ds:schemaRef ds:uri="9ede4979-7183-4f81-a394-71c40c9222c4"/>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1644</TotalTime>
  <Words>242</Words>
  <Application>Microsoft Office PowerPoint</Application>
  <PresentationFormat>On-screen Show (4:3)</PresentationFormat>
  <Paragraphs>25</Paragraphs>
  <Slides>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Arial Black</vt:lpstr>
      <vt:lpstr>Calibri</vt:lpstr>
      <vt:lpstr>system-ui</vt:lpstr>
      <vt:lpstr>Times New Roman</vt:lpstr>
      <vt:lpstr>Office Theme</vt:lpstr>
      <vt:lpstr>PowerPoint Presentation</vt:lpstr>
      <vt:lpstr>The Great Commission Includes Bible Translation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239</cp:revision>
  <dcterms:created xsi:type="dcterms:W3CDTF">2019-03-18T18:21:25Z</dcterms:created>
  <dcterms:modified xsi:type="dcterms:W3CDTF">2025-10-14T20:03:39Z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