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5" r:id="rId5"/>
  </p:sldMasterIdLst>
  <p:sldIdLst>
    <p:sldId id="296" r:id="rId6"/>
    <p:sldId id="286" r:id="rId7"/>
    <p:sldId id="277" r:id="rId8"/>
    <p:sldId id="278" r:id="rId9"/>
    <p:sldId id="265" r:id="rId10"/>
    <p:sldId id="281" r:id="rId11"/>
    <p:sldId id="274" r:id="rId12"/>
    <p:sldId id="28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0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  <p:cmAuthor id="2" name="Owner" initials="O" lastIdx="1" clrIdx="1">
    <p:extLst>
      <p:ext uri="{19B8F6BF-5375-455C-9EA6-DF929625EA0E}">
        <p15:presenceInfo xmlns:p15="http://schemas.microsoft.com/office/powerpoint/2012/main" userId="Own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5659"/>
    <a:srgbClr val="83A83F"/>
    <a:srgbClr val="FBA93D"/>
    <a:srgbClr val="716557"/>
    <a:srgbClr val="C3D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32FBF-5952-4417-BFA3-C6D7685F5E9E}" v="55" dt="2025-06-04T18:53:12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99" autoAdjust="0"/>
    <p:restoredTop sz="94670"/>
  </p:normalViewPr>
  <p:slideViewPr>
    <p:cSldViewPr snapToGrid="0">
      <p:cViewPr>
        <p:scale>
          <a:sx n="60" d="100"/>
          <a:sy n="60" d="100"/>
        </p:scale>
        <p:origin x="197" y="3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orah Shaw" userId="S::deborah_shaw@wycliffeassociates.org::79bf7848-a030-4096-934a-3abbfde4984a" providerId="AD" clId="Web-{BB398DAE-D2E6-5905-E0A2-7EDB2B1B1AF1}"/>
    <pc:docChg chg="addSld sldOrd">
      <pc:chgData name="Deborah Shaw" userId="S::deborah_shaw@wycliffeassociates.org::79bf7848-a030-4096-934a-3abbfde4984a" providerId="AD" clId="Web-{BB398DAE-D2E6-5905-E0A2-7EDB2B1B1AF1}" dt="2023-12-17T22:07:10.590" v="1"/>
      <pc:docMkLst>
        <pc:docMk/>
      </pc:docMkLst>
      <pc:sldChg chg="add ord">
        <pc:chgData name="Deborah Shaw" userId="S::deborah_shaw@wycliffeassociates.org::79bf7848-a030-4096-934a-3abbfde4984a" providerId="AD" clId="Web-{BB398DAE-D2E6-5905-E0A2-7EDB2B1B1AF1}" dt="2023-12-17T22:07:10.590" v="1"/>
        <pc:sldMkLst>
          <pc:docMk/>
          <pc:sldMk cId="3829610916" sldId="295"/>
        </pc:sldMkLst>
      </pc:sldChg>
    </pc:docChg>
  </pc:docChgLst>
  <pc:docChgLst>
    <pc:chgData name="Deborah Shaw" userId="79bf7848-a030-4096-934a-3abbfde4984a" providerId="ADAL" clId="{EC2E7E1D-76F8-4E49-8C4B-D6A4466445BD}"/>
    <pc:docChg chg="undo custSel modSld">
      <pc:chgData name="Deborah Shaw" userId="79bf7848-a030-4096-934a-3abbfde4984a" providerId="ADAL" clId="{EC2E7E1D-76F8-4E49-8C4B-D6A4466445BD}" dt="2024-09-05T19:38:03.804" v="21" actId="732"/>
      <pc:docMkLst>
        <pc:docMk/>
      </pc:docMkLst>
      <pc:sldChg chg="modSp mod">
        <pc:chgData name="Deborah Shaw" userId="79bf7848-a030-4096-934a-3abbfde4984a" providerId="ADAL" clId="{EC2E7E1D-76F8-4E49-8C4B-D6A4466445BD}" dt="2024-09-05T19:38:03.804" v="21" actId="732"/>
        <pc:sldMkLst>
          <pc:docMk/>
          <pc:sldMk cId="990279112" sldId="277"/>
        </pc:sldMkLst>
      </pc:sldChg>
      <pc:sldChg chg="modSp mod">
        <pc:chgData name="Deborah Shaw" userId="79bf7848-a030-4096-934a-3abbfde4984a" providerId="ADAL" clId="{EC2E7E1D-76F8-4E49-8C4B-D6A4466445BD}" dt="2024-09-05T19:37:58.095" v="17" actId="22711"/>
        <pc:sldMkLst>
          <pc:docMk/>
          <pc:sldMk cId="3271522502" sldId="278"/>
        </pc:sldMkLst>
      </pc:sldChg>
    </pc:docChg>
  </pc:docChgLst>
  <pc:docChgLst>
    <pc:chgData name="Tina Slack" userId="5020e05b7d920362" providerId="LiveId" clId="{CDC010CC-F0DC-4316-BDC1-35C5A2C65834}"/>
    <pc:docChg chg="custSel delSld modSld">
      <pc:chgData name="Tina Slack" userId="5020e05b7d920362" providerId="LiveId" clId="{CDC010CC-F0DC-4316-BDC1-35C5A2C65834}" dt="2023-08-22T21:14:27.658" v="278"/>
      <pc:docMkLst>
        <pc:docMk/>
      </pc:docMkLst>
      <pc:sldChg chg="addSp delSp modSp mod">
        <pc:chgData name="Tina Slack" userId="5020e05b7d920362" providerId="LiveId" clId="{CDC010CC-F0DC-4316-BDC1-35C5A2C65834}" dt="2023-08-22T21:14:27.658" v="278"/>
        <pc:sldMkLst>
          <pc:docMk/>
          <pc:sldMk cId="2126766571" sldId="260"/>
        </pc:sldMkLst>
      </pc:sldChg>
      <pc:sldChg chg="modSp mod">
        <pc:chgData name="Tina Slack" userId="5020e05b7d920362" providerId="LiveId" clId="{CDC010CC-F0DC-4316-BDC1-35C5A2C65834}" dt="2023-08-22T20:22:30.096" v="201" actId="20577"/>
        <pc:sldMkLst>
          <pc:docMk/>
          <pc:sldMk cId="1943991382" sldId="265"/>
        </pc:sldMkLst>
      </pc:sldChg>
      <pc:sldChg chg="modSp">
        <pc:chgData name="Tina Slack" userId="5020e05b7d920362" providerId="LiveId" clId="{CDC010CC-F0DC-4316-BDC1-35C5A2C65834}" dt="2023-08-22T20:35:25.315" v="203" actId="20577"/>
        <pc:sldMkLst>
          <pc:docMk/>
          <pc:sldMk cId="373495738" sldId="274"/>
        </pc:sldMkLst>
      </pc:sldChg>
      <pc:sldChg chg="modSp mod">
        <pc:chgData name="Tina Slack" userId="5020e05b7d920362" providerId="LiveId" clId="{CDC010CC-F0DC-4316-BDC1-35C5A2C65834}" dt="2023-08-22T20:16:44.456" v="146" actId="20577"/>
        <pc:sldMkLst>
          <pc:docMk/>
          <pc:sldMk cId="990279112" sldId="277"/>
        </pc:sldMkLst>
      </pc:sldChg>
      <pc:sldChg chg="modSp">
        <pc:chgData name="Tina Slack" userId="5020e05b7d920362" providerId="LiveId" clId="{CDC010CC-F0DC-4316-BDC1-35C5A2C65834}" dt="2023-08-22T20:19:02.515" v="187" actId="20577"/>
        <pc:sldMkLst>
          <pc:docMk/>
          <pc:sldMk cId="3271522502" sldId="278"/>
        </pc:sldMkLst>
      </pc:sldChg>
      <pc:sldChg chg="del">
        <pc:chgData name="Tina Slack" userId="5020e05b7d920362" providerId="LiveId" clId="{CDC010CC-F0DC-4316-BDC1-35C5A2C65834}" dt="2023-08-22T20:03:17.770" v="45" actId="2696"/>
        <pc:sldMkLst>
          <pc:docMk/>
          <pc:sldMk cId="3072800876" sldId="280"/>
        </pc:sldMkLst>
      </pc:sldChg>
      <pc:sldChg chg="modSp">
        <pc:chgData name="Tina Slack" userId="5020e05b7d920362" providerId="LiveId" clId="{CDC010CC-F0DC-4316-BDC1-35C5A2C65834}" dt="2023-08-22T20:28:00.082" v="202" actId="20577"/>
        <pc:sldMkLst>
          <pc:docMk/>
          <pc:sldMk cId="3436853604" sldId="281"/>
        </pc:sldMkLst>
      </pc:sldChg>
      <pc:sldChg chg="delSp modSp mod delAnim">
        <pc:chgData name="Tina Slack" userId="5020e05b7d920362" providerId="LiveId" clId="{CDC010CC-F0DC-4316-BDC1-35C5A2C65834}" dt="2023-08-22T20:45:17.737" v="275" actId="14100"/>
        <pc:sldMkLst>
          <pc:docMk/>
          <pc:sldMk cId="2915121980" sldId="282"/>
        </pc:sldMkLst>
      </pc:sldChg>
      <pc:sldChg chg="modSp mod">
        <pc:chgData name="Tina Slack" userId="5020e05b7d920362" providerId="LiveId" clId="{CDC010CC-F0DC-4316-BDC1-35C5A2C65834}" dt="2023-08-22T20:01:23.437" v="44" actId="20577"/>
        <pc:sldMkLst>
          <pc:docMk/>
          <pc:sldMk cId="827771608" sldId="286"/>
        </pc:sldMkLst>
      </pc:sldChg>
    </pc:docChg>
  </pc:docChgLst>
  <pc:docChgLst>
    <pc:chgData name="Deborah Shaw" userId="S::deborah_shaw@wycliffeassociates.org::79bf7848-a030-4096-934a-3abbfde4984a" providerId="AD" clId="Web-{89F51586-CBF2-D66B-F356-4C6E68F33592}"/>
    <pc:docChg chg="modSld">
      <pc:chgData name="Deborah Shaw" userId="S::deborah_shaw@wycliffeassociates.org::79bf7848-a030-4096-934a-3abbfde4984a" providerId="AD" clId="Web-{89F51586-CBF2-D66B-F356-4C6E68F33592}" dt="2023-12-19T04:42:04.446" v="20"/>
      <pc:docMkLst>
        <pc:docMk/>
      </pc:docMkLst>
      <pc:sldChg chg="delAnim">
        <pc:chgData name="Deborah Shaw" userId="S::deborah_shaw@wycliffeassociates.org::79bf7848-a030-4096-934a-3abbfde4984a" providerId="AD" clId="Web-{89F51586-CBF2-D66B-F356-4C6E68F33592}" dt="2023-12-19T04:41:39.617" v="6"/>
        <pc:sldMkLst>
          <pc:docMk/>
          <pc:sldMk cId="1943991382" sldId="265"/>
        </pc:sldMkLst>
      </pc:sldChg>
      <pc:sldChg chg="delAnim">
        <pc:chgData name="Deborah Shaw" userId="S::deborah_shaw@wycliffeassociates.org::79bf7848-a030-4096-934a-3abbfde4984a" providerId="AD" clId="Web-{89F51586-CBF2-D66B-F356-4C6E68F33592}" dt="2023-12-19T04:41:54.040" v="11"/>
        <pc:sldMkLst>
          <pc:docMk/>
          <pc:sldMk cId="373495738" sldId="274"/>
        </pc:sldMkLst>
      </pc:sldChg>
      <pc:sldChg chg="delAnim">
        <pc:chgData name="Deborah Shaw" userId="S::deborah_shaw@wycliffeassociates.org::79bf7848-a030-4096-934a-3abbfde4984a" providerId="AD" clId="Web-{89F51586-CBF2-D66B-F356-4C6E68F33592}" dt="2023-12-19T04:41:26.898" v="1"/>
        <pc:sldMkLst>
          <pc:docMk/>
          <pc:sldMk cId="990279112" sldId="277"/>
        </pc:sldMkLst>
      </pc:sldChg>
      <pc:sldChg chg="delAnim">
        <pc:chgData name="Deborah Shaw" userId="S::deborah_shaw@wycliffeassociates.org::79bf7848-a030-4096-934a-3abbfde4984a" providerId="AD" clId="Web-{89F51586-CBF2-D66B-F356-4C6E68F33592}" dt="2023-12-19T04:41:34.008" v="3"/>
        <pc:sldMkLst>
          <pc:docMk/>
          <pc:sldMk cId="3271522502" sldId="278"/>
        </pc:sldMkLst>
      </pc:sldChg>
      <pc:sldChg chg="delAnim">
        <pc:chgData name="Deborah Shaw" userId="S::deborah_shaw@wycliffeassociates.org::79bf7848-a030-4096-934a-3abbfde4984a" providerId="AD" clId="Web-{89F51586-CBF2-D66B-F356-4C6E68F33592}" dt="2023-12-19T04:41:45.649" v="7"/>
        <pc:sldMkLst>
          <pc:docMk/>
          <pc:sldMk cId="3436853604" sldId="281"/>
        </pc:sldMkLst>
      </pc:sldChg>
      <pc:sldChg chg="delAnim">
        <pc:chgData name="Deborah Shaw" userId="S::deborah_shaw@wycliffeassociates.org::79bf7848-a030-4096-934a-3abbfde4984a" providerId="AD" clId="Web-{89F51586-CBF2-D66B-F356-4C6E68F33592}" dt="2023-12-19T04:42:04.446" v="20"/>
        <pc:sldMkLst>
          <pc:docMk/>
          <pc:sldMk cId="2915121980" sldId="282"/>
        </pc:sldMkLst>
      </pc:sldChg>
    </pc:docChg>
  </pc:docChgLst>
  <pc:docChgLst>
    <pc:chgData name="Gillian Alcorn" userId="S::gill_alcorn@wycliffeassociates.org::6bd34c75-7694-4bed-b49b-bd31e3f4958d" providerId="AD" clId="Web-{00EBD084-BCC9-7440-EA75-870E9024EEB7}"/>
    <pc:docChg chg="modSld">
      <pc:chgData name="Gillian Alcorn" userId="S::gill_alcorn@wycliffeassociates.org::6bd34c75-7694-4bed-b49b-bd31e3f4958d" providerId="AD" clId="Web-{00EBD084-BCC9-7440-EA75-870E9024EEB7}" dt="2023-11-15T06:53:42.881" v="4" actId="1076"/>
      <pc:docMkLst>
        <pc:docMk/>
      </pc:docMkLst>
      <pc:sldChg chg="modSp">
        <pc:chgData name="Gillian Alcorn" userId="S::gill_alcorn@wycliffeassociates.org::6bd34c75-7694-4bed-b49b-bd31e3f4958d" providerId="AD" clId="Web-{00EBD084-BCC9-7440-EA75-870E9024EEB7}" dt="2023-11-15T06:48:54.044" v="0" actId="1076"/>
        <pc:sldMkLst>
          <pc:docMk/>
          <pc:sldMk cId="2126766571" sldId="260"/>
        </pc:sldMkLst>
      </pc:sldChg>
      <pc:sldChg chg="modSp">
        <pc:chgData name="Gillian Alcorn" userId="S::gill_alcorn@wycliffeassociates.org::6bd34c75-7694-4bed-b49b-bd31e3f4958d" providerId="AD" clId="Web-{00EBD084-BCC9-7440-EA75-870E9024EEB7}" dt="2023-11-15T06:53:42.881" v="4" actId="1076"/>
        <pc:sldMkLst>
          <pc:docMk/>
          <pc:sldMk cId="1943991382" sldId="265"/>
        </pc:sldMkLst>
      </pc:sldChg>
    </pc:docChg>
  </pc:docChgLst>
  <pc:docChgLst>
    <pc:chgData clId="Web-{00EBD084-BCC9-7440-EA75-870E9024EEB7}"/>
    <pc:docChg chg="modSld">
      <pc:chgData name="" userId="" providerId="" clId="Web-{00EBD084-BCC9-7440-EA75-870E9024EEB7}" dt="2023-11-15T06:48:50.278" v="0" actId="1076"/>
      <pc:docMkLst>
        <pc:docMk/>
      </pc:docMkLst>
      <pc:sldChg chg="modSp">
        <pc:chgData name="" userId="" providerId="" clId="Web-{00EBD084-BCC9-7440-EA75-870E9024EEB7}" dt="2023-11-15T06:48:50.278" v="0" actId="1076"/>
        <pc:sldMkLst>
          <pc:docMk/>
          <pc:sldMk cId="2126766571" sldId="260"/>
        </pc:sldMkLst>
      </pc:sldChg>
    </pc:docChg>
  </pc:docChgLst>
  <pc:docChgLst>
    <pc:chgData name="Gillian Alcorn" userId="S::gill_alcorn@wycliffeassociates.org::6bd34c75-7694-4bed-b49b-bd31e3f4958d" providerId="AD" clId="Web-{72E9EDA9-00ED-0B9C-1B88-A0E79D585F58}"/>
    <pc:docChg chg="modSld">
      <pc:chgData name="Gillian Alcorn" userId="S::gill_alcorn@wycliffeassociates.org::6bd34c75-7694-4bed-b49b-bd31e3f4958d" providerId="AD" clId="Web-{72E9EDA9-00ED-0B9C-1B88-A0E79D585F58}" dt="2023-10-26T07:02:44.720" v="1" actId="1076"/>
      <pc:docMkLst>
        <pc:docMk/>
      </pc:docMkLst>
      <pc:sldChg chg="modSp">
        <pc:chgData name="Gillian Alcorn" userId="S::gill_alcorn@wycliffeassociates.org::6bd34c75-7694-4bed-b49b-bd31e3f4958d" providerId="AD" clId="Web-{72E9EDA9-00ED-0B9C-1B88-A0E79D585F58}" dt="2023-10-26T07:02:44.720" v="1" actId="1076"/>
        <pc:sldMkLst>
          <pc:docMk/>
          <pc:sldMk cId="1943991382" sldId="265"/>
        </pc:sldMkLst>
      </pc:sldChg>
    </pc:docChg>
  </pc:docChgLst>
  <pc:docChgLst>
    <pc:chgData name="Deborah Shaw" userId="79bf7848-a030-4096-934a-3abbfde4984a" providerId="ADAL" clId="{70CEF602-ABBF-4A22-AD0A-574E66C59BA2}"/>
    <pc:docChg chg="modSld">
      <pc:chgData name="Deborah Shaw" userId="79bf7848-a030-4096-934a-3abbfde4984a" providerId="ADAL" clId="{70CEF602-ABBF-4A22-AD0A-574E66C59BA2}" dt="2024-04-23T17:30:54.612" v="4" actId="1076"/>
      <pc:docMkLst>
        <pc:docMk/>
      </pc:docMkLst>
      <pc:sldChg chg="modSp mod">
        <pc:chgData name="Deborah Shaw" userId="79bf7848-a030-4096-934a-3abbfde4984a" providerId="ADAL" clId="{70CEF602-ABBF-4A22-AD0A-574E66C59BA2}" dt="2024-04-23T17:30:54.612" v="4" actId="1076"/>
        <pc:sldMkLst>
          <pc:docMk/>
          <pc:sldMk cId="1943991382" sldId="265"/>
        </pc:sldMkLst>
      </pc:sldChg>
    </pc:docChg>
  </pc:docChgLst>
  <pc:docChgLst>
    <pc:chgData name="Deborah Shaw" userId="79bf7848-a030-4096-934a-3abbfde4984a" providerId="ADAL" clId="{AAFABEA5-E0C8-42BA-A9CF-271EA0F5AA2C}"/>
    <pc:docChg chg="custSel addSld delSld modSld addMainMaster">
      <pc:chgData name="Deborah Shaw" userId="79bf7848-a030-4096-934a-3abbfde4984a" providerId="ADAL" clId="{AAFABEA5-E0C8-42BA-A9CF-271EA0F5AA2C}" dt="2023-12-20T05:31:47.437" v="214" actId="20577"/>
      <pc:docMkLst>
        <pc:docMk/>
      </pc:docMkLst>
      <pc:sldChg chg="addSp delSp modSp del mod">
        <pc:chgData name="Deborah Shaw" userId="79bf7848-a030-4096-934a-3abbfde4984a" providerId="ADAL" clId="{AAFABEA5-E0C8-42BA-A9CF-271EA0F5AA2C}" dt="2023-12-20T05:03:27.099" v="34" actId="2696"/>
        <pc:sldMkLst>
          <pc:docMk/>
          <pc:sldMk cId="2126766571" sldId="260"/>
        </pc:sldMkLst>
      </pc:sldChg>
      <pc:sldChg chg="addSp modSp mod">
        <pc:chgData name="Deborah Shaw" userId="79bf7848-a030-4096-934a-3abbfde4984a" providerId="ADAL" clId="{AAFABEA5-E0C8-42BA-A9CF-271EA0F5AA2C}" dt="2023-12-20T05:21:48.393" v="95" actId="255"/>
        <pc:sldMkLst>
          <pc:docMk/>
          <pc:sldMk cId="1943991382" sldId="265"/>
        </pc:sldMkLst>
      </pc:sldChg>
      <pc:sldChg chg="addSp modSp mod">
        <pc:chgData name="Deborah Shaw" userId="79bf7848-a030-4096-934a-3abbfde4984a" providerId="ADAL" clId="{AAFABEA5-E0C8-42BA-A9CF-271EA0F5AA2C}" dt="2023-12-20T05:26:51.133" v="156" actId="1076"/>
        <pc:sldMkLst>
          <pc:docMk/>
          <pc:sldMk cId="373495738" sldId="274"/>
        </pc:sldMkLst>
      </pc:sldChg>
      <pc:sldChg chg="addSp modSp mod">
        <pc:chgData name="Deborah Shaw" userId="79bf7848-a030-4096-934a-3abbfde4984a" providerId="ADAL" clId="{AAFABEA5-E0C8-42BA-A9CF-271EA0F5AA2C}" dt="2023-12-20T05:16:46.112" v="55" actId="1076"/>
        <pc:sldMkLst>
          <pc:docMk/>
          <pc:sldMk cId="990279112" sldId="277"/>
        </pc:sldMkLst>
      </pc:sldChg>
      <pc:sldChg chg="addSp modSp mod">
        <pc:chgData name="Deborah Shaw" userId="79bf7848-a030-4096-934a-3abbfde4984a" providerId="ADAL" clId="{AAFABEA5-E0C8-42BA-A9CF-271EA0F5AA2C}" dt="2023-12-20T05:19:06.790" v="72" actId="1076"/>
        <pc:sldMkLst>
          <pc:docMk/>
          <pc:sldMk cId="3271522502" sldId="278"/>
        </pc:sldMkLst>
      </pc:sldChg>
      <pc:sldChg chg="addSp modSp mod">
        <pc:chgData name="Deborah Shaw" userId="79bf7848-a030-4096-934a-3abbfde4984a" providerId="ADAL" clId="{AAFABEA5-E0C8-42BA-A9CF-271EA0F5AA2C}" dt="2023-12-20T05:24:27.689" v="131" actId="1076"/>
        <pc:sldMkLst>
          <pc:docMk/>
          <pc:sldMk cId="3436853604" sldId="281"/>
        </pc:sldMkLst>
      </pc:sldChg>
      <pc:sldChg chg="addSp modSp mod">
        <pc:chgData name="Deborah Shaw" userId="79bf7848-a030-4096-934a-3abbfde4984a" providerId="ADAL" clId="{AAFABEA5-E0C8-42BA-A9CF-271EA0F5AA2C}" dt="2023-12-20T05:31:47.437" v="214" actId="20577"/>
        <pc:sldMkLst>
          <pc:docMk/>
          <pc:sldMk cId="2915121980" sldId="282"/>
        </pc:sldMkLst>
      </pc:sldChg>
      <pc:sldChg chg="addSp delSp modSp del">
        <pc:chgData name="Deborah Shaw" userId="79bf7848-a030-4096-934a-3abbfde4984a" providerId="ADAL" clId="{AAFABEA5-E0C8-42BA-A9CF-271EA0F5AA2C}" dt="2023-12-20T05:00:21.899" v="6" actId="2696"/>
        <pc:sldMkLst>
          <pc:docMk/>
          <pc:sldMk cId="3829610916" sldId="295"/>
        </pc:sldMkLst>
      </pc:sldChg>
      <pc:sldChg chg="modSp add mod">
        <pc:chgData name="Deborah Shaw" userId="79bf7848-a030-4096-934a-3abbfde4984a" providerId="ADAL" clId="{AAFABEA5-E0C8-42BA-A9CF-271EA0F5AA2C}" dt="2023-12-20T05:03:09.630" v="33" actId="14826"/>
        <pc:sldMkLst>
          <pc:docMk/>
          <pc:sldMk cId="3629754069" sldId="296"/>
        </pc:sldMkLst>
      </pc:sldChg>
      <pc:sldMasterChg chg="add addSldLayout">
        <pc:chgData name="Deborah Shaw" userId="79bf7848-a030-4096-934a-3abbfde4984a" providerId="ADAL" clId="{AAFABEA5-E0C8-42BA-A9CF-271EA0F5AA2C}" dt="2023-12-19T04:43:12.147" v="0" actId="27028"/>
        <pc:sldMasterMkLst>
          <pc:docMk/>
          <pc:sldMasterMk cId="2245449552" sldId="2147483665"/>
        </pc:sldMasterMkLst>
        <pc:sldLayoutChg chg="add">
          <pc:chgData name="Deborah Shaw" userId="79bf7848-a030-4096-934a-3abbfde4984a" providerId="ADAL" clId="{AAFABEA5-E0C8-42BA-A9CF-271EA0F5AA2C}" dt="2023-12-19T04:43:12.147" v="0" actId="27028"/>
          <pc:sldLayoutMkLst>
            <pc:docMk/>
            <pc:sldMasterMk cId="2245449552" sldId="2147483665"/>
            <pc:sldLayoutMk cId="982179255" sldId="2147483666"/>
          </pc:sldLayoutMkLst>
        </pc:sldLayoutChg>
      </pc:sldMasterChg>
    </pc:docChg>
  </pc:docChgLst>
  <pc:docChgLst>
    <pc:chgData name="Deborah Shaw" userId="79bf7848-a030-4096-934a-3abbfde4984a" providerId="ADAL" clId="{AAD32FBF-5952-4417-BFA3-C6D7685F5E9E}"/>
    <pc:docChg chg="undo redo custSel modSld">
      <pc:chgData name="Deborah Shaw" userId="79bf7848-a030-4096-934a-3abbfde4984a" providerId="ADAL" clId="{AAD32FBF-5952-4417-BFA3-C6D7685F5E9E}" dt="2025-06-04T18:53:35.624" v="152" actId="20577"/>
      <pc:docMkLst>
        <pc:docMk/>
      </pc:docMkLst>
      <pc:sldChg chg="modSp mod">
        <pc:chgData name="Deborah Shaw" userId="79bf7848-a030-4096-934a-3abbfde4984a" providerId="ADAL" clId="{AAD32FBF-5952-4417-BFA3-C6D7685F5E9E}" dt="2025-06-04T18:48:37.748" v="100" actId="20577"/>
        <pc:sldMkLst>
          <pc:docMk/>
          <pc:sldMk cId="1943991382" sldId="265"/>
        </pc:sldMkLst>
        <pc:spChg chg="mod">
          <ac:chgData name="Deborah Shaw" userId="79bf7848-a030-4096-934a-3abbfde4984a" providerId="ADAL" clId="{AAD32FBF-5952-4417-BFA3-C6D7685F5E9E}" dt="2025-06-04T18:48:37.748" v="100" actId="20577"/>
          <ac:spMkLst>
            <pc:docMk/>
            <pc:sldMk cId="1943991382" sldId="265"/>
            <ac:spMk id="4" creationId="{D74B5E35-5793-511D-7429-42DE77192486}"/>
          </ac:spMkLst>
        </pc:spChg>
      </pc:sldChg>
      <pc:sldChg chg="modSp mod">
        <pc:chgData name="Deborah Shaw" userId="79bf7848-a030-4096-934a-3abbfde4984a" providerId="ADAL" clId="{AAD32FBF-5952-4417-BFA3-C6D7685F5E9E}" dt="2025-06-04T18:52:08.091" v="132" actId="313"/>
        <pc:sldMkLst>
          <pc:docMk/>
          <pc:sldMk cId="373495738" sldId="274"/>
        </pc:sldMkLst>
        <pc:spChg chg="mod">
          <ac:chgData name="Deborah Shaw" userId="79bf7848-a030-4096-934a-3abbfde4984a" providerId="ADAL" clId="{AAD32FBF-5952-4417-BFA3-C6D7685F5E9E}" dt="2025-06-04T18:52:08.091" v="132" actId="313"/>
          <ac:spMkLst>
            <pc:docMk/>
            <pc:sldMk cId="373495738" sldId="274"/>
            <ac:spMk id="3" creationId="{069E0A0F-A541-D969-B26E-35CF476AF46C}"/>
          </ac:spMkLst>
        </pc:spChg>
      </pc:sldChg>
      <pc:sldChg chg="modSp mod">
        <pc:chgData name="Deborah Shaw" userId="79bf7848-a030-4096-934a-3abbfde4984a" providerId="ADAL" clId="{AAD32FBF-5952-4417-BFA3-C6D7685F5E9E}" dt="2025-06-04T18:46:48.736" v="85" actId="20577"/>
        <pc:sldMkLst>
          <pc:docMk/>
          <pc:sldMk cId="990279112" sldId="277"/>
        </pc:sldMkLst>
        <pc:spChg chg="mod">
          <ac:chgData name="Deborah Shaw" userId="79bf7848-a030-4096-934a-3abbfde4984a" providerId="ADAL" clId="{AAD32FBF-5952-4417-BFA3-C6D7685F5E9E}" dt="2025-06-04T18:46:48.736" v="85" actId="20577"/>
          <ac:spMkLst>
            <pc:docMk/>
            <pc:sldMk cId="990279112" sldId="277"/>
            <ac:spMk id="3" creationId="{26748AFA-7514-6AC2-55B0-1A9C0C6C31B9}"/>
          </ac:spMkLst>
        </pc:spChg>
      </pc:sldChg>
      <pc:sldChg chg="modSp mod">
        <pc:chgData name="Deborah Shaw" userId="79bf7848-a030-4096-934a-3abbfde4984a" providerId="ADAL" clId="{AAD32FBF-5952-4417-BFA3-C6D7685F5E9E}" dt="2025-06-04T18:47:58.798" v="94" actId="20577"/>
        <pc:sldMkLst>
          <pc:docMk/>
          <pc:sldMk cId="3271522502" sldId="278"/>
        </pc:sldMkLst>
        <pc:spChg chg="mod">
          <ac:chgData name="Deborah Shaw" userId="79bf7848-a030-4096-934a-3abbfde4984a" providerId="ADAL" clId="{AAD32FBF-5952-4417-BFA3-C6D7685F5E9E}" dt="2025-06-04T18:47:58.798" v="94" actId="20577"/>
          <ac:spMkLst>
            <pc:docMk/>
            <pc:sldMk cId="3271522502" sldId="278"/>
            <ac:spMk id="3" creationId="{4C97141A-66D3-31E8-D804-0481B21F2885}"/>
          </ac:spMkLst>
        </pc:spChg>
      </pc:sldChg>
      <pc:sldChg chg="modSp mod">
        <pc:chgData name="Deborah Shaw" userId="79bf7848-a030-4096-934a-3abbfde4984a" providerId="ADAL" clId="{AAD32FBF-5952-4417-BFA3-C6D7685F5E9E}" dt="2025-06-04T18:51:13.324" v="123" actId="20577"/>
        <pc:sldMkLst>
          <pc:docMk/>
          <pc:sldMk cId="3436853604" sldId="281"/>
        </pc:sldMkLst>
        <pc:spChg chg="mod">
          <ac:chgData name="Deborah Shaw" userId="79bf7848-a030-4096-934a-3abbfde4984a" providerId="ADAL" clId="{AAD32FBF-5952-4417-BFA3-C6D7685F5E9E}" dt="2025-06-04T18:49:59.580" v="112" actId="6549"/>
          <ac:spMkLst>
            <pc:docMk/>
            <pc:sldMk cId="3436853604" sldId="281"/>
            <ac:spMk id="2" creationId="{C2007297-B443-43EA-ADFE-3FABCD20B870}"/>
          </ac:spMkLst>
        </pc:spChg>
        <pc:spChg chg="mod">
          <ac:chgData name="Deborah Shaw" userId="79bf7848-a030-4096-934a-3abbfde4984a" providerId="ADAL" clId="{AAD32FBF-5952-4417-BFA3-C6D7685F5E9E}" dt="2025-06-04T18:51:13.324" v="123" actId="20577"/>
          <ac:spMkLst>
            <pc:docMk/>
            <pc:sldMk cId="3436853604" sldId="281"/>
            <ac:spMk id="4" creationId="{6F4FB853-6204-F946-CD73-DAFBA98F379F}"/>
          </ac:spMkLst>
        </pc:spChg>
      </pc:sldChg>
      <pc:sldChg chg="modSp mod">
        <pc:chgData name="Deborah Shaw" userId="79bf7848-a030-4096-934a-3abbfde4984a" providerId="ADAL" clId="{AAD32FBF-5952-4417-BFA3-C6D7685F5E9E}" dt="2025-06-04T18:53:35.624" v="152" actId="20577"/>
        <pc:sldMkLst>
          <pc:docMk/>
          <pc:sldMk cId="2915121980" sldId="282"/>
        </pc:sldMkLst>
        <pc:spChg chg="mod">
          <ac:chgData name="Deborah Shaw" userId="79bf7848-a030-4096-934a-3abbfde4984a" providerId="ADAL" clId="{AAD32FBF-5952-4417-BFA3-C6D7685F5E9E}" dt="2025-06-04T18:53:35.624" v="152" actId="20577"/>
          <ac:spMkLst>
            <pc:docMk/>
            <pc:sldMk cId="2915121980" sldId="282"/>
            <ac:spMk id="6" creationId="{859C386B-38F8-633D-0F75-003820893633}"/>
          </ac:spMkLst>
        </pc:spChg>
      </pc:sldChg>
      <pc:sldChg chg="modSp mod">
        <pc:chgData name="Deborah Shaw" userId="79bf7848-a030-4096-934a-3abbfde4984a" providerId="ADAL" clId="{AAD32FBF-5952-4417-BFA3-C6D7685F5E9E}" dt="2025-06-04T18:28:30" v="67" actId="27636"/>
        <pc:sldMkLst>
          <pc:docMk/>
          <pc:sldMk cId="3629754069" sldId="296"/>
        </pc:sldMkLst>
        <pc:spChg chg="mod">
          <ac:chgData name="Deborah Shaw" userId="79bf7848-a030-4096-934a-3abbfde4984a" providerId="ADAL" clId="{AAD32FBF-5952-4417-BFA3-C6D7685F5E9E}" dt="2025-06-04T18:28:30" v="67" actId="27636"/>
          <ac:spMkLst>
            <pc:docMk/>
            <pc:sldMk cId="3629754069" sldId="296"/>
            <ac:spMk id="3" creationId="{117E80A5-0A88-072D-D373-1B79DB1B2DC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1342BB-B465-1A3D-28BC-F5045ABD0A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43" b="13543"/>
          <a:stretch/>
        </p:blipFill>
        <p:spPr>
          <a:xfrm>
            <a:off x="20" y="146817"/>
            <a:ext cx="9143980" cy="3511365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E80A5-0A88-072D-D373-1B79DB1B2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7211" y="3658183"/>
            <a:ext cx="5602061" cy="2851456"/>
          </a:xfrm>
        </p:spPr>
        <p:txBody>
          <a:bodyPr anchor="ctr">
            <a:normAutofit/>
          </a:bodyPr>
          <a:lstStyle/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Keep your heart safe and guard it with all diligence, for from it flow the springs of life (Prov. 4:23). </a:t>
            </a: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Walk in wisdom toward those who are outside, redeeming the time (Col. 4:5). </a:t>
            </a:r>
            <a:endParaRPr lang="en-US" sz="200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effectLst/>
              <a:latin typeface="Calibri"/>
              <a:ea typeface="Times New Roman" panose="02020603050405020304" pitchFamily="18" charset="0"/>
            </a:endParaRP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All Scripture taken from the English Unlocked Literal Bible (ULB), ©2017, 2022 Wycliffe Associates, Available at https://bibleineverylanguage.org/translations, licensed under the Creative Commons Attribution-</a:t>
            </a:r>
            <a:r>
              <a:rPr lang="en-US" sz="1200" dirty="0" err="1">
                <a:latin typeface="Calibri"/>
                <a:ea typeface="Times New Roman" panose="02020603050405020304" pitchFamily="18" charset="0"/>
                <a:cs typeface="Arial"/>
              </a:rPr>
              <a:t>ShareAlike</a:t>
            </a: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 4.0 International License. </a:t>
            </a: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The English ULB is based on the </a:t>
            </a:r>
            <a:r>
              <a:rPr lang="en-US" sz="1200" dirty="0" err="1">
                <a:latin typeface="Calibri"/>
                <a:ea typeface="Times New Roman" panose="02020603050405020304" pitchFamily="18" charset="0"/>
                <a:cs typeface="Arial"/>
              </a:rPr>
              <a:t>unfoldingWord</a:t>
            </a: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® Literal Text, CC BY-SA 4.0. The original work of the </a:t>
            </a:r>
            <a:r>
              <a:rPr lang="en-US" sz="1200" dirty="0" err="1">
                <a:latin typeface="Calibri"/>
                <a:ea typeface="Times New Roman" panose="02020603050405020304" pitchFamily="18" charset="0"/>
                <a:cs typeface="Arial"/>
              </a:rPr>
              <a:t>unfoldingWord</a:t>
            </a: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® Literal Text is available at https://unfoldingword.bible/ult/.</a:t>
            </a: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C5468-2E27-9AF9-E8A7-9D00C2F6695F}"/>
              </a:ext>
            </a:extLst>
          </p:cNvPr>
          <p:cNvSpPr/>
          <p:nvPr/>
        </p:nvSpPr>
        <p:spPr>
          <a:xfrm>
            <a:off x="147178" y="3658182"/>
            <a:ext cx="3040036" cy="1754326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Church Owned Bible Translation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25E1EC-2B3D-B92F-74BA-AE9AEC3DD826}"/>
              </a:ext>
            </a:extLst>
          </p:cNvPr>
          <p:cNvCxnSpPr/>
          <p:nvPr/>
        </p:nvCxnSpPr>
        <p:spPr>
          <a:xfrm flipH="1">
            <a:off x="3224956" y="4020230"/>
            <a:ext cx="7549" cy="2246153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8935C890-2269-E49E-86DF-C211A0DE5924}"/>
              </a:ext>
            </a:extLst>
          </p:cNvPr>
          <p:cNvSpPr/>
          <p:nvPr/>
        </p:nvSpPr>
        <p:spPr>
          <a:xfrm flipH="1">
            <a:off x="-127730" y="6628431"/>
            <a:ext cx="3200400" cy="230430"/>
          </a:xfrm>
          <a:prstGeom prst="parallelogram">
            <a:avLst>
              <a:gd name="adj" fmla="val 43583"/>
            </a:avLst>
          </a:prstGeom>
          <a:solidFill>
            <a:srgbClr val="B956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DDF8B0AC-4967-3644-B916-F6C2ECC53264}"/>
              </a:ext>
            </a:extLst>
          </p:cNvPr>
          <p:cNvSpPr/>
          <p:nvPr/>
        </p:nvSpPr>
        <p:spPr>
          <a:xfrm flipH="1">
            <a:off x="2971800" y="6628431"/>
            <a:ext cx="3200400" cy="230430"/>
          </a:xfrm>
          <a:prstGeom prst="parallelogram">
            <a:avLst>
              <a:gd name="adj" fmla="val 43583"/>
            </a:avLst>
          </a:prstGeom>
          <a:solidFill>
            <a:srgbClr val="83A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AE8FE71-03A0-CB9B-C12A-D84F3A382A80}"/>
              </a:ext>
            </a:extLst>
          </p:cNvPr>
          <p:cNvSpPr/>
          <p:nvPr/>
        </p:nvSpPr>
        <p:spPr>
          <a:xfrm flipH="1">
            <a:off x="6071330" y="6628431"/>
            <a:ext cx="3200400" cy="230430"/>
          </a:xfrm>
          <a:prstGeom prst="parallelogram">
            <a:avLst>
              <a:gd name="adj" fmla="val 43583"/>
            </a:avLst>
          </a:prstGeom>
          <a:solidFill>
            <a:srgbClr val="FBA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4776F2-8249-1257-551D-80D9CD0F0596}"/>
              </a:ext>
            </a:extLst>
          </p:cNvPr>
          <p:cNvSpPr/>
          <p:nvPr/>
        </p:nvSpPr>
        <p:spPr>
          <a:xfrm>
            <a:off x="257920" y="5412508"/>
            <a:ext cx="2929294" cy="584775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Six Behaviors</a:t>
            </a:r>
          </a:p>
        </p:txBody>
      </p:sp>
    </p:spTree>
    <p:extLst>
      <p:ext uri="{BB962C8B-B14F-4D97-AF65-F5344CB8AC3E}">
        <p14:creationId xmlns:p14="http://schemas.microsoft.com/office/powerpoint/2010/main" val="3629754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A585C-182F-4097-AE7A-03F38E316BE5}"/>
              </a:ext>
            </a:extLst>
          </p:cNvPr>
          <p:cNvSpPr txBox="1"/>
          <p:nvPr/>
        </p:nvSpPr>
        <p:spPr>
          <a:xfrm>
            <a:off x="2521599" y="-464375"/>
            <a:ext cx="4100803" cy="778674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64A65-C5D4-2C40-44D3-A55897814C3F}"/>
              </a:ext>
            </a:extLst>
          </p:cNvPr>
          <p:cNvSpPr txBox="1"/>
          <p:nvPr/>
        </p:nvSpPr>
        <p:spPr>
          <a:xfrm>
            <a:off x="1500554" y="2946101"/>
            <a:ext cx="6646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B95659"/>
                </a:solidFill>
              </a:rPr>
              <a:t>What actions do we see in a local church that believes in COBT?</a:t>
            </a:r>
          </a:p>
        </p:txBody>
      </p:sp>
    </p:spTree>
    <p:extLst>
      <p:ext uri="{BB962C8B-B14F-4D97-AF65-F5344CB8AC3E}">
        <p14:creationId xmlns:p14="http://schemas.microsoft.com/office/powerpoint/2010/main" val="827771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1CB9-1F53-164E-9800-1B100BBB5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/>
          <a:lstStyle/>
          <a:p>
            <a:r>
              <a:rPr lang="en-US" dirty="0"/>
              <a:t>1. Accept the responsibility to do a Bible translation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3CDF5-4970-894C-AEF1-F490D9C65BE4}"/>
              </a:ext>
            </a:extLst>
          </p:cNvPr>
          <p:cNvSpPr txBox="1"/>
          <p:nvPr/>
        </p:nvSpPr>
        <p:spPr>
          <a:xfrm>
            <a:off x="426310" y="3694329"/>
            <a:ext cx="24974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FBA93D"/>
                </a:solidFill>
              </a:rPr>
              <a:t>Local Church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8B2726-E33D-B942-9DDD-11183493F89F}"/>
              </a:ext>
            </a:extLst>
          </p:cNvPr>
          <p:cNvSpPr txBox="1"/>
          <p:nvPr/>
        </p:nvSpPr>
        <p:spPr>
          <a:xfrm>
            <a:off x="6041147" y="4155994"/>
            <a:ext cx="2593980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Bible translation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A447739-D6D1-4B2A-ADED-3D4ED999E272}"/>
              </a:ext>
            </a:extLst>
          </p:cNvPr>
          <p:cNvSpPr/>
          <p:nvPr/>
        </p:nvSpPr>
        <p:spPr>
          <a:xfrm>
            <a:off x="3262793" y="2140006"/>
            <a:ext cx="2302212" cy="1458326"/>
          </a:xfrm>
          <a:prstGeom prst="rightArrow">
            <a:avLst>
              <a:gd name="adj1" fmla="val 69896"/>
              <a:gd name="adj2" fmla="val 47179"/>
            </a:avLst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Takes </a:t>
            </a:r>
          </a:p>
          <a:p>
            <a:pPr algn="ctr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Responsibility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F14F01-5E78-46B2-B332-13DC27CE3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35" y="2080867"/>
            <a:ext cx="2454150" cy="15766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A6C627-0F9A-4AFC-AFD3-9C44745276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1" r="18242" b="4451"/>
          <a:stretch/>
        </p:blipFill>
        <p:spPr>
          <a:xfrm>
            <a:off x="5904088" y="1712075"/>
            <a:ext cx="2658484" cy="2314775"/>
          </a:xfrm>
          <a:prstGeom prst="roundRect">
            <a:avLst>
              <a:gd name="adj" fmla="val 9476"/>
            </a:avLst>
          </a:prstGeom>
          <a:ln w="57150">
            <a:solidFill>
              <a:schemeClr val="accent2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748AFA-7514-6AC2-55B0-1A9C0C6C31B9}"/>
              </a:ext>
            </a:extLst>
          </p:cNvPr>
          <p:cNvSpPr txBox="1"/>
          <p:nvPr/>
        </p:nvSpPr>
        <p:spPr>
          <a:xfrm>
            <a:off x="762000" y="4929149"/>
            <a:ext cx="7753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system-ui"/>
              </a:rPr>
              <a:t>They read in the book, The Law of God, making it clear with interpretation and giving the meaning so the people understood the reading (Nehemiah 8:8).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90279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5111"/>
            <a:ext cx="7886700" cy="1325563"/>
          </a:xfrm>
        </p:spPr>
        <p:txBody>
          <a:bodyPr/>
          <a:lstStyle/>
          <a:p>
            <a:r>
              <a:rPr lang="en-US" dirty="0"/>
              <a:t>2. Make Bible translation accessible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6A7E18-B3E5-4D51-815F-6644231D3C74}"/>
              </a:ext>
            </a:extLst>
          </p:cNvPr>
          <p:cNvSpPr txBox="1"/>
          <p:nvPr/>
        </p:nvSpPr>
        <p:spPr>
          <a:xfrm>
            <a:off x="379088" y="3532722"/>
            <a:ext cx="24974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FBA93D"/>
                </a:solidFill>
              </a:rPr>
              <a:t>Local Church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75447D1-EE9F-4CA9-BF10-91D0161DD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13" y="1919260"/>
            <a:ext cx="2454150" cy="1576605"/>
          </a:xfrm>
          <a:prstGeom prst="rect">
            <a:avLst/>
          </a:prstGeom>
        </p:spPr>
      </p:pic>
      <p:pic>
        <p:nvPicPr>
          <p:cNvPr id="30" name="Content Placeholder 36">
            <a:extLst>
              <a:ext uri="{FF2B5EF4-FFF2-40B4-BE49-F238E27FC236}">
                <a16:creationId xmlns:a16="http://schemas.microsoft.com/office/drawing/2014/main" id="{73F403FF-036C-42F6-B250-770001A9D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492" y="2328861"/>
            <a:ext cx="767155" cy="96584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8A04DC3-8B5F-4CCC-B88B-F9463489D9C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3" r="4639"/>
          <a:stretch/>
        </p:blipFill>
        <p:spPr>
          <a:xfrm>
            <a:off x="5856866" y="1551942"/>
            <a:ext cx="2658484" cy="2311239"/>
          </a:xfrm>
          <a:prstGeom prst="roundRect">
            <a:avLst>
              <a:gd name="adj" fmla="val 9476"/>
            </a:avLst>
          </a:prstGeom>
          <a:ln w="57150">
            <a:solidFill>
              <a:schemeClr val="accent2"/>
            </a:solidFill>
          </a:ln>
        </p:spPr>
      </p:pic>
      <p:sp>
        <p:nvSpPr>
          <p:cNvPr id="34" name="Arrow: Right 33">
            <a:extLst>
              <a:ext uri="{FF2B5EF4-FFF2-40B4-BE49-F238E27FC236}">
                <a16:creationId xmlns:a16="http://schemas.microsoft.com/office/drawing/2014/main" id="{C9BA4145-2512-44F8-869F-AC2DB0B0B262}"/>
              </a:ext>
            </a:extLst>
          </p:cNvPr>
          <p:cNvSpPr/>
          <p:nvPr/>
        </p:nvSpPr>
        <p:spPr>
          <a:xfrm>
            <a:off x="3305694" y="1970674"/>
            <a:ext cx="2286374" cy="1458326"/>
          </a:xfrm>
          <a:prstGeom prst="rightArrow">
            <a:avLst>
              <a:gd name="adj1" fmla="val 69896"/>
              <a:gd name="adj2" fmla="val 47179"/>
            </a:avLst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Manages</a:t>
            </a:r>
          </a:p>
          <a:p>
            <a:pPr algn="ctr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Accessibility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7141A-66D3-31E8-D804-0481B21F2885}"/>
              </a:ext>
            </a:extLst>
          </p:cNvPr>
          <p:cNvSpPr txBox="1"/>
          <p:nvPr/>
        </p:nvSpPr>
        <p:spPr>
          <a:xfrm>
            <a:off x="729343" y="4765285"/>
            <a:ext cx="77860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baseline="30000" dirty="0">
                <a:solidFill>
                  <a:srgbClr val="000000"/>
                </a:solidFill>
                <a:effectLst/>
                <a:latin typeface="system-ui"/>
              </a:rPr>
              <a:t> 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ystem-ui"/>
              </a:rPr>
              <a:t>Thereafter every day, in the temple and from house to house, they were continuously teaching and proclaiming the good news that the Christ is Jesus (Acts 5:42).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1522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Refine and revise the translation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E817C-FF4F-4F99-A252-3D0A29330AB6}"/>
              </a:ext>
            </a:extLst>
          </p:cNvPr>
          <p:cNvSpPr txBox="1"/>
          <p:nvPr/>
        </p:nvSpPr>
        <p:spPr>
          <a:xfrm>
            <a:off x="3386168" y="4411103"/>
            <a:ext cx="279876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FBA93D"/>
                </a:solidFill>
              </a:rPr>
              <a:t>Local Church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81F21A-B169-48DB-B784-D4BAB7768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8477" y="2841647"/>
            <a:ext cx="2454150" cy="1576605"/>
          </a:xfrm>
          <a:prstGeom prst="rect">
            <a:avLst/>
          </a:prstGeom>
        </p:spPr>
      </p:pic>
      <p:sp>
        <p:nvSpPr>
          <p:cNvPr id="83" name="Arc 82">
            <a:extLst>
              <a:ext uri="{FF2B5EF4-FFF2-40B4-BE49-F238E27FC236}">
                <a16:creationId xmlns:a16="http://schemas.microsoft.com/office/drawing/2014/main" id="{2AD29A58-F484-44FE-9EC6-35BBF9F82759}"/>
              </a:ext>
            </a:extLst>
          </p:cNvPr>
          <p:cNvSpPr/>
          <p:nvPr/>
        </p:nvSpPr>
        <p:spPr>
          <a:xfrm>
            <a:off x="1604642" y="1382934"/>
            <a:ext cx="6292606" cy="4162568"/>
          </a:xfrm>
          <a:prstGeom prst="arc">
            <a:avLst>
              <a:gd name="adj1" fmla="val 14962230"/>
              <a:gd name="adj2" fmla="val 17020470"/>
            </a:avLst>
          </a:prstGeom>
          <a:ln w="762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948825FC-7053-41CE-8982-941C7B9A1635}"/>
              </a:ext>
            </a:extLst>
          </p:cNvPr>
          <p:cNvSpPr/>
          <p:nvPr/>
        </p:nvSpPr>
        <p:spPr>
          <a:xfrm>
            <a:off x="1602484" y="1319593"/>
            <a:ext cx="6231606" cy="4121452"/>
          </a:xfrm>
          <a:prstGeom prst="arc">
            <a:avLst>
              <a:gd name="adj1" fmla="val 11440894"/>
              <a:gd name="adj2" fmla="val 13310798"/>
            </a:avLst>
          </a:prstGeom>
          <a:ln w="762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87FE01E2-5CC7-401E-ADCE-B3681BDC84CA}"/>
              </a:ext>
            </a:extLst>
          </p:cNvPr>
          <p:cNvSpPr/>
          <p:nvPr/>
        </p:nvSpPr>
        <p:spPr>
          <a:xfrm>
            <a:off x="1675118" y="1356187"/>
            <a:ext cx="6086338" cy="4162568"/>
          </a:xfrm>
          <a:prstGeom prst="arc">
            <a:avLst>
              <a:gd name="adj1" fmla="val 18540362"/>
              <a:gd name="adj2" fmla="val 20320856"/>
            </a:avLst>
          </a:prstGeom>
          <a:ln w="762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05325D-D71A-49CF-A2CA-983F544E63BE}"/>
              </a:ext>
            </a:extLst>
          </p:cNvPr>
          <p:cNvSpPr txBox="1"/>
          <p:nvPr/>
        </p:nvSpPr>
        <p:spPr>
          <a:xfrm>
            <a:off x="369247" y="3715604"/>
            <a:ext cx="2394548" cy="461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83A83F"/>
                </a:solidFill>
              </a:rPr>
              <a:t>Translate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5791BD-56B1-4862-A2B5-F5231CE3727D}"/>
              </a:ext>
            </a:extLst>
          </p:cNvPr>
          <p:cNvSpPr txBox="1"/>
          <p:nvPr/>
        </p:nvSpPr>
        <p:spPr>
          <a:xfrm>
            <a:off x="6413376" y="3717430"/>
            <a:ext cx="2394548" cy="461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83A83F"/>
                </a:solidFill>
              </a:rPr>
              <a:t>Revise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321A8D7-D1C1-48DE-9DEC-7326D90E713A}"/>
              </a:ext>
            </a:extLst>
          </p:cNvPr>
          <p:cNvGrpSpPr/>
          <p:nvPr/>
        </p:nvGrpSpPr>
        <p:grpSpPr>
          <a:xfrm>
            <a:off x="937338" y="2422468"/>
            <a:ext cx="1258367" cy="1258367"/>
            <a:chOff x="351561" y="4518731"/>
            <a:chExt cx="1258367" cy="1258367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05FD78F-0D69-4D3B-80D0-C03E2C212DE2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6" name="Content Placeholder 36">
              <a:extLst>
                <a:ext uri="{FF2B5EF4-FFF2-40B4-BE49-F238E27FC236}">
                  <a16:creationId xmlns:a16="http://schemas.microsoft.com/office/drawing/2014/main" id="{DF4A19B0-E2A2-4166-82BF-3947B8B9B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222" y="4729621"/>
              <a:ext cx="704190" cy="893594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499AA64-3055-4C53-AF61-F7DD18CB2103}"/>
              </a:ext>
            </a:extLst>
          </p:cNvPr>
          <p:cNvGrpSpPr/>
          <p:nvPr/>
        </p:nvGrpSpPr>
        <p:grpSpPr>
          <a:xfrm>
            <a:off x="6981468" y="2422469"/>
            <a:ext cx="1258367" cy="1258367"/>
            <a:chOff x="351561" y="4518731"/>
            <a:chExt cx="1258367" cy="1258367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A861ED7-FCF5-45DF-A751-B34B1EC9770A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3" name="Content Placeholder 36">
              <a:extLst>
                <a:ext uri="{FF2B5EF4-FFF2-40B4-BE49-F238E27FC236}">
                  <a16:creationId xmlns:a16="http://schemas.microsoft.com/office/drawing/2014/main" id="{76886336-038D-411C-9809-850E79EB0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BE46C19-CE54-4AD2-BBE2-7369F2B1258A}"/>
              </a:ext>
            </a:extLst>
          </p:cNvPr>
          <p:cNvSpPr txBox="1"/>
          <p:nvPr/>
        </p:nvSpPr>
        <p:spPr>
          <a:xfrm>
            <a:off x="2314211" y="2195901"/>
            <a:ext cx="2394548" cy="517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83A83F"/>
                </a:solidFill>
              </a:rPr>
              <a:t>Checking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74C0C41-CB2B-4AB8-AB36-80FBCF1712DB}"/>
              </a:ext>
            </a:extLst>
          </p:cNvPr>
          <p:cNvGrpSpPr/>
          <p:nvPr/>
        </p:nvGrpSpPr>
        <p:grpSpPr>
          <a:xfrm>
            <a:off x="2882302" y="944535"/>
            <a:ext cx="1258367" cy="1258367"/>
            <a:chOff x="2681340" y="1696113"/>
            <a:chExt cx="1122868" cy="1122868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AD47872-6B38-4813-BCA6-12DD75BDD6A5}"/>
                </a:ext>
              </a:extLst>
            </p:cNvPr>
            <p:cNvSpPr/>
            <p:nvPr/>
          </p:nvSpPr>
          <p:spPr>
            <a:xfrm>
              <a:off x="2681340" y="1696113"/>
              <a:ext cx="1122868" cy="1122868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6922E30-D19D-405C-BC87-43C470A3E45D}"/>
                </a:ext>
              </a:extLst>
            </p:cNvPr>
            <p:cNvGrpSpPr/>
            <p:nvPr/>
          </p:nvGrpSpPr>
          <p:grpSpPr>
            <a:xfrm>
              <a:off x="2986885" y="1919077"/>
              <a:ext cx="511779" cy="676941"/>
              <a:chOff x="1115823" y="2705690"/>
              <a:chExt cx="793401" cy="1049449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7E522F26-2C85-4E2C-A75B-8F54A600B9DC}"/>
                  </a:ext>
                </a:extLst>
              </p:cNvPr>
              <p:cNvSpPr/>
              <p:nvPr/>
            </p:nvSpPr>
            <p:spPr>
              <a:xfrm>
                <a:off x="1115823" y="2705690"/>
                <a:ext cx="793401" cy="1049449"/>
              </a:xfrm>
              <a:prstGeom prst="roundRect">
                <a:avLst>
                  <a:gd name="adj" fmla="val 10743"/>
                </a:avLst>
              </a:prstGeom>
              <a:noFill/>
              <a:ln w="28575">
                <a:solidFill>
                  <a:schemeClr val="bg1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9D95204-18BA-4607-8FB5-0A3703CA9453}"/>
                  </a:ext>
                </a:extLst>
              </p:cNvPr>
              <p:cNvCxnSpPr/>
              <p:nvPr/>
            </p:nvCxnSpPr>
            <p:spPr>
              <a:xfrm>
                <a:off x="1512523" y="2885224"/>
                <a:ext cx="273548" cy="0"/>
              </a:xfrm>
              <a:prstGeom prst="line">
                <a:avLst/>
              </a:prstGeom>
              <a:ln w="285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D388A1EA-E7DD-4DB7-BCE9-D1C55C019F1D}"/>
                  </a:ext>
                </a:extLst>
              </p:cNvPr>
              <p:cNvCxnSpPr/>
              <p:nvPr/>
            </p:nvCxnSpPr>
            <p:spPr>
              <a:xfrm>
                <a:off x="1512523" y="3110041"/>
                <a:ext cx="273548" cy="0"/>
              </a:xfrm>
              <a:prstGeom prst="line">
                <a:avLst/>
              </a:prstGeom>
              <a:ln w="285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E7EB187-8451-45AB-976C-C8CFD7693D2B}"/>
                  </a:ext>
                </a:extLst>
              </p:cNvPr>
              <p:cNvCxnSpPr/>
              <p:nvPr/>
            </p:nvCxnSpPr>
            <p:spPr>
              <a:xfrm>
                <a:off x="1512523" y="3334858"/>
                <a:ext cx="273548" cy="0"/>
              </a:xfrm>
              <a:prstGeom prst="line">
                <a:avLst/>
              </a:prstGeom>
              <a:ln w="285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BCA6E1AA-1200-46F8-858F-F55B9CBDF6F5}"/>
                  </a:ext>
                </a:extLst>
              </p:cNvPr>
              <p:cNvCxnSpPr/>
              <p:nvPr/>
            </p:nvCxnSpPr>
            <p:spPr>
              <a:xfrm>
                <a:off x="1512523" y="3559675"/>
                <a:ext cx="273548" cy="0"/>
              </a:xfrm>
              <a:prstGeom prst="line">
                <a:avLst/>
              </a:prstGeom>
              <a:ln w="285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5C67C503-8873-4D78-B0B6-74ACB61BD22F}"/>
                  </a:ext>
                </a:extLst>
              </p:cNvPr>
              <p:cNvSpPr/>
              <p:nvPr/>
            </p:nvSpPr>
            <p:spPr>
              <a:xfrm>
                <a:off x="1209223" y="2822187"/>
                <a:ext cx="187202" cy="126075"/>
              </a:xfrm>
              <a:custGeom>
                <a:avLst/>
                <a:gdLst>
                  <a:gd name="connsiteX0" fmla="*/ 0 w 209371"/>
                  <a:gd name="connsiteY0" fmla="*/ 72639 h 141005"/>
                  <a:gd name="connsiteX1" fmla="*/ 68366 w 209371"/>
                  <a:gd name="connsiteY1" fmla="*/ 141005 h 141005"/>
                  <a:gd name="connsiteX2" fmla="*/ 209371 w 209371"/>
                  <a:gd name="connsiteY2" fmla="*/ 0 h 141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371" h="141005">
                    <a:moveTo>
                      <a:pt x="0" y="72639"/>
                    </a:moveTo>
                    <a:lnTo>
                      <a:pt x="68366" y="141005"/>
                    </a:lnTo>
                    <a:lnTo>
                      <a:pt x="209371" y="0"/>
                    </a:lnTo>
                  </a:path>
                </a:pathLst>
              </a:custGeom>
              <a:noFill/>
              <a:ln w="28575" cap="rnd">
                <a:solidFill>
                  <a:schemeClr val="bg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A6894BD-0935-40F3-B8BB-83649E5BBAC7}"/>
                  </a:ext>
                </a:extLst>
              </p:cNvPr>
              <p:cNvSpPr/>
              <p:nvPr/>
            </p:nvSpPr>
            <p:spPr>
              <a:xfrm>
                <a:off x="1209223" y="3047004"/>
                <a:ext cx="187202" cy="126075"/>
              </a:xfrm>
              <a:custGeom>
                <a:avLst/>
                <a:gdLst>
                  <a:gd name="connsiteX0" fmla="*/ 0 w 209371"/>
                  <a:gd name="connsiteY0" fmla="*/ 72639 h 141005"/>
                  <a:gd name="connsiteX1" fmla="*/ 68366 w 209371"/>
                  <a:gd name="connsiteY1" fmla="*/ 141005 h 141005"/>
                  <a:gd name="connsiteX2" fmla="*/ 209371 w 209371"/>
                  <a:gd name="connsiteY2" fmla="*/ 0 h 141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371" h="141005">
                    <a:moveTo>
                      <a:pt x="0" y="72639"/>
                    </a:moveTo>
                    <a:lnTo>
                      <a:pt x="68366" y="141005"/>
                    </a:lnTo>
                    <a:lnTo>
                      <a:pt x="209371" y="0"/>
                    </a:lnTo>
                  </a:path>
                </a:pathLst>
              </a:custGeom>
              <a:noFill/>
              <a:ln w="28575" cap="rnd">
                <a:solidFill>
                  <a:schemeClr val="bg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EF41A264-CF93-4C40-9A37-BF4051C5FB60}"/>
                  </a:ext>
                </a:extLst>
              </p:cNvPr>
              <p:cNvSpPr/>
              <p:nvPr/>
            </p:nvSpPr>
            <p:spPr>
              <a:xfrm>
                <a:off x="1209223" y="3271821"/>
                <a:ext cx="187202" cy="126075"/>
              </a:xfrm>
              <a:custGeom>
                <a:avLst/>
                <a:gdLst>
                  <a:gd name="connsiteX0" fmla="*/ 0 w 209371"/>
                  <a:gd name="connsiteY0" fmla="*/ 72639 h 141005"/>
                  <a:gd name="connsiteX1" fmla="*/ 68366 w 209371"/>
                  <a:gd name="connsiteY1" fmla="*/ 141005 h 141005"/>
                  <a:gd name="connsiteX2" fmla="*/ 209371 w 209371"/>
                  <a:gd name="connsiteY2" fmla="*/ 0 h 141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371" h="141005">
                    <a:moveTo>
                      <a:pt x="0" y="72639"/>
                    </a:moveTo>
                    <a:lnTo>
                      <a:pt x="68366" y="141005"/>
                    </a:lnTo>
                    <a:lnTo>
                      <a:pt x="209371" y="0"/>
                    </a:lnTo>
                  </a:path>
                </a:pathLst>
              </a:custGeom>
              <a:noFill/>
              <a:ln w="28575" cap="rnd">
                <a:solidFill>
                  <a:schemeClr val="bg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B2E8E54-2D44-497B-BCDB-DAAE4EA82C0B}"/>
                  </a:ext>
                </a:extLst>
              </p:cNvPr>
              <p:cNvSpPr/>
              <p:nvPr/>
            </p:nvSpPr>
            <p:spPr>
              <a:xfrm>
                <a:off x="1209223" y="3496638"/>
                <a:ext cx="187202" cy="126075"/>
              </a:xfrm>
              <a:custGeom>
                <a:avLst/>
                <a:gdLst>
                  <a:gd name="connsiteX0" fmla="*/ 0 w 209371"/>
                  <a:gd name="connsiteY0" fmla="*/ 72639 h 141005"/>
                  <a:gd name="connsiteX1" fmla="*/ 68366 w 209371"/>
                  <a:gd name="connsiteY1" fmla="*/ 141005 h 141005"/>
                  <a:gd name="connsiteX2" fmla="*/ 209371 w 209371"/>
                  <a:gd name="connsiteY2" fmla="*/ 0 h 141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371" h="141005">
                    <a:moveTo>
                      <a:pt x="0" y="72639"/>
                    </a:moveTo>
                    <a:lnTo>
                      <a:pt x="68366" y="141005"/>
                    </a:lnTo>
                    <a:lnTo>
                      <a:pt x="209371" y="0"/>
                    </a:lnTo>
                  </a:path>
                </a:pathLst>
              </a:custGeom>
              <a:noFill/>
              <a:ln w="28575" cap="rnd">
                <a:solidFill>
                  <a:schemeClr val="bg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D2381893-4883-4D34-B80A-147201EC81B9}"/>
              </a:ext>
            </a:extLst>
          </p:cNvPr>
          <p:cNvSpPr txBox="1"/>
          <p:nvPr/>
        </p:nvSpPr>
        <p:spPr>
          <a:xfrm>
            <a:off x="4695157" y="2223755"/>
            <a:ext cx="2394548" cy="461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83A83F"/>
                </a:solidFill>
              </a:rPr>
              <a:t>Refine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A264F6F-AFFA-4A18-ADE4-3819D127D633}"/>
              </a:ext>
            </a:extLst>
          </p:cNvPr>
          <p:cNvGrpSpPr/>
          <p:nvPr/>
        </p:nvGrpSpPr>
        <p:grpSpPr>
          <a:xfrm>
            <a:off x="5263248" y="944535"/>
            <a:ext cx="1258367" cy="1258367"/>
            <a:chOff x="5149619" y="1314650"/>
            <a:chExt cx="1258367" cy="1258367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66ECB9A-F2AE-7546-AE4B-D10EF71952EF}"/>
                </a:ext>
              </a:extLst>
            </p:cNvPr>
            <p:cNvSpPr/>
            <p:nvPr/>
          </p:nvSpPr>
          <p:spPr>
            <a:xfrm>
              <a:off x="5149619" y="1314650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88B56FE-41AA-4189-8E18-A44535C81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1345" y="1542832"/>
              <a:ext cx="758458" cy="758458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74B5E35-5793-511D-7429-42DE77192486}"/>
              </a:ext>
            </a:extLst>
          </p:cNvPr>
          <p:cNvSpPr txBox="1"/>
          <p:nvPr/>
        </p:nvSpPr>
        <p:spPr>
          <a:xfrm>
            <a:off x="628650" y="5355771"/>
            <a:ext cx="7777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system-ui"/>
              </a:rPr>
              <a:t>Let us not become weary in doing good, for at the right time we will reap a harvest, if we do not give up (Galatians 6:9).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399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151" y="386512"/>
            <a:ext cx="8467594" cy="1325563"/>
          </a:xfrm>
        </p:spPr>
        <p:txBody>
          <a:bodyPr/>
          <a:lstStyle/>
          <a:p>
            <a:r>
              <a:rPr lang="en-US" dirty="0"/>
              <a:t>4. Engage community in using Scripture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944DA5-FA3C-424B-9587-8AF9D59C35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" t="11403" r="649"/>
          <a:stretch/>
        </p:blipFill>
        <p:spPr>
          <a:xfrm>
            <a:off x="2149441" y="1049293"/>
            <a:ext cx="4795013" cy="3228133"/>
          </a:xfrm>
          <a:prstGeom prst="roundRect">
            <a:avLst>
              <a:gd name="adj" fmla="val 4609"/>
            </a:avLst>
          </a:prstGeom>
          <a:ln w="57150">
            <a:solidFill>
              <a:schemeClr val="accent2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4FB853-6204-F946-CD73-DAFBA98F379F}"/>
              </a:ext>
            </a:extLst>
          </p:cNvPr>
          <p:cNvSpPr txBox="1"/>
          <p:nvPr/>
        </p:nvSpPr>
        <p:spPr>
          <a:xfrm>
            <a:off x="713014" y="4532496"/>
            <a:ext cx="77179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All scripture has been inspired by God. It is profitable for doctrine, for conviction, for correction, and for training in righteousness. </a:t>
            </a:r>
            <a:r>
              <a:rPr lang="en-US" sz="2400" b="0" i="0" baseline="3000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17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 This is so that the man of God may be competent, equipped for every good work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ystem-ui"/>
              </a:rPr>
              <a:t>(2 Timothy 3:16-17).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6853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Share COBT with others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6B62FA-F033-40B4-A4D7-5F2AE89E8696}"/>
              </a:ext>
            </a:extLst>
          </p:cNvPr>
          <p:cNvGrpSpPr/>
          <p:nvPr/>
        </p:nvGrpSpPr>
        <p:grpSpPr>
          <a:xfrm>
            <a:off x="3579610" y="3258602"/>
            <a:ext cx="1474178" cy="1439605"/>
            <a:chOff x="4207941" y="1712074"/>
            <a:chExt cx="2066473" cy="206647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91DA0D3-CD20-4EFE-80B3-CC18DF72AE1B}"/>
                </a:ext>
              </a:extLst>
            </p:cNvPr>
            <p:cNvSpPr/>
            <p:nvPr/>
          </p:nvSpPr>
          <p:spPr>
            <a:xfrm>
              <a:off x="4207941" y="1712074"/>
              <a:ext cx="2066473" cy="2066473"/>
            </a:xfrm>
            <a:prstGeom prst="ellipse">
              <a:avLst/>
            </a:prstGeom>
            <a:solidFill>
              <a:schemeClr val="accent1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F6F22FF-E590-47B9-AB08-57630A749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4758" y="2188702"/>
              <a:ext cx="1732838" cy="1113216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3F2BBE1-56B3-4B56-80C3-AE5056BF9A6C}"/>
              </a:ext>
            </a:extLst>
          </p:cNvPr>
          <p:cNvGrpSpPr/>
          <p:nvPr/>
        </p:nvGrpSpPr>
        <p:grpSpPr>
          <a:xfrm>
            <a:off x="1726846" y="2709197"/>
            <a:ext cx="1474178" cy="1439605"/>
            <a:chOff x="1100649" y="1928997"/>
            <a:chExt cx="2066473" cy="206647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2B0973C-6CA5-458D-9032-F05D9A36A04B}"/>
                </a:ext>
              </a:extLst>
            </p:cNvPr>
            <p:cNvSpPr/>
            <p:nvPr/>
          </p:nvSpPr>
          <p:spPr>
            <a:xfrm>
              <a:off x="1100649" y="1928997"/>
              <a:ext cx="2066473" cy="2066473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F81F21A-B169-48DB-B784-D4BAB7768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7466" y="2405625"/>
              <a:ext cx="1732838" cy="1113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5C79C4-3995-4C70-9B64-3DEBBF7BD512}"/>
              </a:ext>
            </a:extLst>
          </p:cNvPr>
          <p:cNvGrpSpPr/>
          <p:nvPr/>
        </p:nvGrpSpPr>
        <p:grpSpPr>
          <a:xfrm>
            <a:off x="5564391" y="2583435"/>
            <a:ext cx="1474178" cy="1439605"/>
            <a:chOff x="5976879" y="3955015"/>
            <a:chExt cx="2066473" cy="206647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081A674-D6DA-427D-AB7E-F36AA5D24DA6}"/>
                </a:ext>
              </a:extLst>
            </p:cNvPr>
            <p:cNvSpPr/>
            <p:nvPr/>
          </p:nvSpPr>
          <p:spPr>
            <a:xfrm>
              <a:off x="5976879" y="3955015"/>
              <a:ext cx="2066473" cy="2066473"/>
            </a:xfrm>
            <a:prstGeom prst="ellipse">
              <a:avLst/>
            </a:prstGeom>
            <a:solidFill>
              <a:schemeClr val="tx2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5B80786-AA63-49AA-BBB2-E36E3DF6C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3696" y="4431643"/>
              <a:ext cx="1732838" cy="1113216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E4D9739-86A0-4E57-8D64-876FFE6161A8}"/>
              </a:ext>
            </a:extLst>
          </p:cNvPr>
          <p:cNvGrpSpPr/>
          <p:nvPr/>
        </p:nvGrpSpPr>
        <p:grpSpPr>
          <a:xfrm>
            <a:off x="3538764" y="998263"/>
            <a:ext cx="1474178" cy="1439605"/>
            <a:chOff x="2860243" y="4245166"/>
            <a:chExt cx="2066473" cy="206647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76D4A84-5EB1-42FE-871A-A09611137276}"/>
                </a:ext>
              </a:extLst>
            </p:cNvPr>
            <p:cNvSpPr/>
            <p:nvPr/>
          </p:nvSpPr>
          <p:spPr>
            <a:xfrm>
              <a:off x="2860243" y="4245166"/>
              <a:ext cx="2066473" cy="2066473"/>
            </a:xfrm>
            <a:prstGeom prst="ellipse">
              <a:avLst/>
            </a:prstGeom>
            <a:solidFill>
              <a:srgbClr val="FBA93D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059F7A7-6BBE-4E44-8F6D-C2E1AD2A2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7060" y="4721794"/>
              <a:ext cx="1732838" cy="1113216"/>
            </a:xfrm>
            <a:prstGeom prst="rect">
              <a:avLst/>
            </a:prstGeom>
          </p:spPr>
        </p:pic>
      </p:grpSp>
      <p:sp>
        <p:nvSpPr>
          <p:cNvPr id="18" name="Down Arrow 17">
            <a:extLst>
              <a:ext uri="{FF2B5EF4-FFF2-40B4-BE49-F238E27FC236}">
                <a16:creationId xmlns:a16="http://schemas.microsoft.com/office/drawing/2014/main" id="{A291CE0D-DF81-E64C-B333-9B884F9DB7D3}"/>
              </a:ext>
            </a:extLst>
          </p:cNvPr>
          <p:cNvSpPr/>
          <p:nvPr/>
        </p:nvSpPr>
        <p:spPr>
          <a:xfrm>
            <a:off x="4102990" y="2528576"/>
            <a:ext cx="345726" cy="681607"/>
          </a:xfrm>
          <a:prstGeom prst="downArrow">
            <a:avLst/>
          </a:prstGeom>
          <a:solidFill>
            <a:srgbClr val="FFC000"/>
          </a:solidFill>
        </p:spPr>
        <p:txBody>
          <a:bodyPr wrap="square" rtlCol="0" anchor="ctr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en-US" sz="2000" b="1" dirty="0">
              <a:ln/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1BDC8CC4-F4FE-B849-AE8A-D9D57C872BCD}"/>
              </a:ext>
            </a:extLst>
          </p:cNvPr>
          <p:cNvSpPr/>
          <p:nvPr/>
        </p:nvSpPr>
        <p:spPr>
          <a:xfrm rot="2039566">
            <a:off x="2972537" y="2144230"/>
            <a:ext cx="345726" cy="681607"/>
          </a:xfrm>
          <a:prstGeom prst="downArrow">
            <a:avLst/>
          </a:prstGeom>
          <a:solidFill>
            <a:srgbClr val="FFC000"/>
          </a:solidFill>
        </p:spPr>
        <p:txBody>
          <a:bodyPr wrap="square" rtlCol="0" anchor="ctr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en-US" sz="2000" b="1" dirty="0">
              <a:ln/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7F684AE7-2AB0-3447-8E0A-D955162A974E}"/>
              </a:ext>
            </a:extLst>
          </p:cNvPr>
          <p:cNvSpPr/>
          <p:nvPr/>
        </p:nvSpPr>
        <p:spPr>
          <a:xfrm rot="18930298">
            <a:off x="5202235" y="2129908"/>
            <a:ext cx="345726" cy="681606"/>
          </a:xfrm>
          <a:prstGeom prst="downArrow">
            <a:avLst/>
          </a:prstGeom>
          <a:solidFill>
            <a:srgbClr val="FFC000"/>
          </a:solidFill>
        </p:spPr>
        <p:txBody>
          <a:bodyPr wrap="square" rtlCol="0" anchor="ctr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en-US" sz="2000" b="1" dirty="0">
              <a:ln/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E0A0F-A541-D969-B26E-35CF476AF46C}"/>
              </a:ext>
            </a:extLst>
          </p:cNvPr>
          <p:cNvSpPr txBox="1"/>
          <p:nvPr/>
        </p:nvSpPr>
        <p:spPr>
          <a:xfrm>
            <a:off x="628650" y="4927530"/>
            <a:ext cx="7688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system-ui"/>
              </a:rPr>
              <a:t>He answered and said to them, "If someone has two tunics, he should share with a person who has none, and the one having food should do the same.“ (Luke 3:11)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495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26" y="386512"/>
            <a:ext cx="8705612" cy="1325563"/>
          </a:xfrm>
        </p:spPr>
        <p:txBody>
          <a:bodyPr/>
          <a:lstStyle/>
          <a:p>
            <a:r>
              <a:rPr lang="en-US" dirty="0"/>
              <a:t>6. Lead future generations to update and revise.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FE372B-FA80-456A-AE54-2015AF9D39DE}"/>
              </a:ext>
            </a:extLst>
          </p:cNvPr>
          <p:cNvGrpSpPr/>
          <p:nvPr/>
        </p:nvGrpSpPr>
        <p:grpSpPr>
          <a:xfrm>
            <a:off x="1020369" y="3111115"/>
            <a:ext cx="911436" cy="898439"/>
            <a:chOff x="351561" y="4518731"/>
            <a:chExt cx="1258367" cy="1258367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2423BD0-D6D9-F942-8B81-225C2007C666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" name="Content Placeholder 36">
              <a:extLst>
                <a:ext uri="{FF2B5EF4-FFF2-40B4-BE49-F238E27FC236}">
                  <a16:creationId xmlns:a16="http://schemas.microsoft.com/office/drawing/2014/main" id="{96B38ACC-109F-F845-A620-2208F654A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3EB0D2AD-01A3-F14D-AC1E-CCF2510CD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89" y="1604153"/>
            <a:ext cx="1293664" cy="8310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55A0C4-A8D7-D149-B953-682B076E8F32}"/>
              </a:ext>
            </a:extLst>
          </p:cNvPr>
          <p:cNvSpPr txBox="1"/>
          <p:nvPr/>
        </p:nvSpPr>
        <p:spPr>
          <a:xfrm>
            <a:off x="1020369" y="2472178"/>
            <a:ext cx="757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You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BA80236-8CFA-C445-AB84-F501FBAE2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428" y="1604153"/>
            <a:ext cx="1293664" cy="83108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B24B58C-2740-6640-803E-692608BD8E41}"/>
              </a:ext>
            </a:extLst>
          </p:cNvPr>
          <p:cNvSpPr/>
          <p:nvPr/>
        </p:nvSpPr>
        <p:spPr>
          <a:xfrm>
            <a:off x="4226758" y="2464784"/>
            <a:ext cx="11030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Your children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F50749A-25D3-9C41-BF8D-587A3ABF5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847" y="1604153"/>
            <a:ext cx="1293664" cy="83108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D5BF17B-61BE-6643-832C-EC1D2DE5EC17}"/>
              </a:ext>
            </a:extLst>
          </p:cNvPr>
          <p:cNvSpPr txBox="1"/>
          <p:nvPr/>
        </p:nvSpPr>
        <p:spPr>
          <a:xfrm>
            <a:off x="6908262" y="2491331"/>
            <a:ext cx="1630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Your grandchildren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CCB541B-DFEB-4F78-97DE-D74028F6E8CC}"/>
              </a:ext>
            </a:extLst>
          </p:cNvPr>
          <p:cNvGrpSpPr/>
          <p:nvPr/>
        </p:nvGrpSpPr>
        <p:grpSpPr>
          <a:xfrm>
            <a:off x="4327771" y="3111113"/>
            <a:ext cx="911436" cy="898439"/>
            <a:chOff x="351561" y="4518731"/>
            <a:chExt cx="1258367" cy="1258367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03059F7-D65A-497B-A723-335EEDD5E95B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2" name="Content Placeholder 36">
              <a:extLst>
                <a:ext uri="{FF2B5EF4-FFF2-40B4-BE49-F238E27FC236}">
                  <a16:creationId xmlns:a16="http://schemas.microsoft.com/office/drawing/2014/main" id="{EC145C47-E61A-49DB-AA90-959050292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C285E80-31C2-4BE2-838A-B2C9340DBA1D}"/>
              </a:ext>
            </a:extLst>
          </p:cNvPr>
          <p:cNvGrpSpPr/>
          <p:nvPr/>
        </p:nvGrpSpPr>
        <p:grpSpPr>
          <a:xfrm>
            <a:off x="7288961" y="3145491"/>
            <a:ext cx="911436" cy="898439"/>
            <a:chOff x="351561" y="4518731"/>
            <a:chExt cx="1258367" cy="1258367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19C30EA-14F8-4D38-BE27-27F30B3AA62C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0" name="Content Placeholder 36">
              <a:extLst>
                <a:ext uri="{FF2B5EF4-FFF2-40B4-BE49-F238E27FC236}">
                  <a16:creationId xmlns:a16="http://schemas.microsoft.com/office/drawing/2014/main" id="{85A48FFF-68AF-47F1-AF48-4E67AB81D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CD719ED2-AA04-42F9-A71D-7426E1527506}"/>
              </a:ext>
            </a:extLst>
          </p:cNvPr>
          <p:cNvSpPr/>
          <p:nvPr/>
        </p:nvSpPr>
        <p:spPr>
          <a:xfrm>
            <a:off x="2357606" y="3409218"/>
            <a:ext cx="1401845" cy="302231"/>
          </a:xfrm>
          <a:prstGeom prst="rightArrow">
            <a:avLst>
              <a:gd name="adj1" fmla="val 61677"/>
              <a:gd name="adj2" fmla="val 50000"/>
            </a:avLst>
          </a:prstGeom>
          <a:solidFill>
            <a:srgbClr val="B95659"/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E12DF47E-E278-4F26-A774-20EA42DF3186}"/>
              </a:ext>
            </a:extLst>
          </p:cNvPr>
          <p:cNvSpPr/>
          <p:nvPr/>
        </p:nvSpPr>
        <p:spPr>
          <a:xfrm>
            <a:off x="5686420" y="3409216"/>
            <a:ext cx="1401845" cy="302231"/>
          </a:xfrm>
          <a:prstGeom prst="rightArrow">
            <a:avLst>
              <a:gd name="adj1" fmla="val 61677"/>
              <a:gd name="adj2" fmla="val 50000"/>
            </a:avLst>
          </a:prstGeom>
          <a:solidFill>
            <a:srgbClr val="B95659"/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9C386B-38F8-633D-0F75-003820893633}"/>
              </a:ext>
            </a:extLst>
          </p:cNvPr>
          <p:cNvSpPr txBox="1"/>
          <p:nvPr/>
        </p:nvSpPr>
        <p:spPr>
          <a:xfrm>
            <a:off x="752489" y="4376057"/>
            <a:ext cx="76390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The words that I am commanding you today will be in your heart; </a:t>
            </a:r>
            <a:r>
              <a:rPr lang="en-US" baseline="30000" dirty="0">
                <a:latin typeface="+mj-lt"/>
              </a:rPr>
              <a:t>7</a:t>
            </a:r>
            <a:r>
              <a:rPr lang="en-US" dirty="0">
                <a:latin typeface="+mj-lt"/>
              </a:rPr>
              <a:t> and you will diligently teach them to your children; you will talk about them when you sit in your house, when you walk on the road, when you lie down, and when you get up 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(Deuteronomy 6:6-7).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+mj-lt"/>
            </a:endParaRPr>
          </a:p>
          <a:p>
            <a:r>
              <a:rPr lang="en-US" dirty="0">
                <a:solidFill>
                  <a:srgbClr val="000000"/>
                </a:solidFill>
                <a:latin typeface="+mj-lt"/>
              </a:rPr>
              <a:t>They read in the book, The Law of God, making it clear with interpretation and giving the meaning so the people understood the reading 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(Nehemiah 8:8).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5121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B95659"/>
        </a:solidFill>
      </a:spPr>
      <a:bodyPr wrap="square" rtlCol="0" anchor="ctr">
        <a:no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38937e4-20c5-4a73-b245-175c4ead9603">
      <Terms xmlns="http://schemas.microsoft.com/office/infopath/2007/PartnerControls"/>
    </lcf76f155ced4ddcb4097134ff3c332f>
    <TaxCatchAll xmlns="9ede4979-7183-4f81-a394-71c40c9222c4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1F634926FA043ACFB26755753006F" ma:contentTypeVersion="20" ma:contentTypeDescription="Create a new document." ma:contentTypeScope="" ma:versionID="01147358cd12b12371d0fec9faf98450">
  <xsd:schema xmlns:xsd="http://www.w3.org/2001/XMLSchema" xmlns:xs="http://www.w3.org/2001/XMLSchema" xmlns:p="http://schemas.microsoft.com/office/2006/metadata/properties" xmlns:ns1="http://schemas.microsoft.com/sharepoint/v3" xmlns:ns2="038937e4-20c5-4a73-b245-175c4ead9603" xmlns:ns3="9ede4979-7183-4f81-a394-71c40c9222c4" targetNamespace="http://schemas.microsoft.com/office/2006/metadata/properties" ma:root="true" ma:fieldsID="f71df03f361f918f6e506a987229d969" ns1:_="" ns2:_="" ns3:_="">
    <xsd:import namespace="http://schemas.microsoft.com/sharepoint/v3"/>
    <xsd:import namespace="038937e4-20c5-4a73-b245-175c4ead9603"/>
    <xsd:import namespace="9ede4979-7183-4f81-a394-71c40c9222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8937e4-20c5-4a73-b245-175c4ead96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ea59994-8317-4aa6-899c-04dff19597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de4979-7183-4f81-a394-71c40c9222c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a3a93ad-9e1c-4ee1-bbf7-4ca5dc6051e9}" ma:internalName="TaxCatchAll" ma:showField="CatchAllData" ma:web="9ede4979-7183-4f81-a394-71c40c9222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81A373-84A0-4642-A7EA-B72C55C19AB4}">
  <ds:schemaRefs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9ede4979-7183-4f81-a394-71c40c9222c4"/>
    <ds:schemaRef ds:uri="038937e4-20c5-4a73-b245-175c4ead9603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DEA7322-0E1B-4429-8004-2F91618EB4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8D5337-9C9B-4E1C-9360-0CE498587B54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3011</TotalTime>
  <Words>475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Black</vt:lpstr>
      <vt:lpstr>Calibri</vt:lpstr>
      <vt:lpstr>Noto Sans</vt:lpstr>
      <vt:lpstr>system-ui</vt:lpstr>
      <vt:lpstr>Times New Roman</vt:lpstr>
      <vt:lpstr>Office Theme</vt:lpstr>
      <vt:lpstr>Office Theme</vt:lpstr>
      <vt:lpstr>PowerPoint Presentation</vt:lpstr>
      <vt:lpstr>PowerPoint Presentation</vt:lpstr>
      <vt:lpstr>1. Accept the responsibility to do a Bible translation</vt:lpstr>
      <vt:lpstr>2. Make Bible translation accessible</vt:lpstr>
      <vt:lpstr>3. Refine and revise the translation</vt:lpstr>
      <vt:lpstr>4. Engage community in using Scripture</vt:lpstr>
      <vt:lpstr>5. Share COBT with others</vt:lpstr>
      <vt:lpstr>6. Lead future generations to update and revise.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Deborah Shaw</cp:lastModifiedBy>
  <cp:revision>159</cp:revision>
  <dcterms:created xsi:type="dcterms:W3CDTF">2019-03-18T18:21:25Z</dcterms:created>
  <dcterms:modified xsi:type="dcterms:W3CDTF">2025-06-04T18:53:41Z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0x0101003391F634926FA043ACFB26755753006F</vt:lpwstr>
  </property>
  <property fmtid="{D5CDD505-2E9C-101B-9397-08002B2CF9AE}" pid="3" name="MediaServiceImageTags">
    <vt:lpwstr/>
  </property>
</Properties>
</file>