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300" r:id="rId5"/>
    <p:sldId id="295" r:id="rId6"/>
    <p:sldId id="294" r:id="rId7"/>
    <p:sldId id="271" r:id="rId8"/>
    <p:sldId id="272" r:id="rId9"/>
    <p:sldId id="268" r:id="rId10"/>
    <p:sldId id="278" r:id="rId11"/>
    <p:sldId id="279" r:id="rId12"/>
    <p:sldId id="30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8B31"/>
    <a:srgbClr val="5B4A42"/>
    <a:srgbClr val="716557"/>
    <a:srgbClr val="FFFFFF"/>
    <a:srgbClr val="598C9E"/>
    <a:srgbClr val="70507D"/>
    <a:srgbClr val="B1CAD3"/>
    <a:srgbClr val="C5CBD9"/>
    <a:srgbClr val="D7C9DD"/>
    <a:srgbClr val="FACB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BA5F84-3408-4F4A-8325-9A59301CBD97}" v="8" dt="2025-09-17T17:57:40.5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3" d="100"/>
          <a:sy n="53" d="100"/>
        </p:scale>
        <p:origin x="1548" y="72"/>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haw" userId="79bf7848-a030-4096-934a-3abbfde4984a" providerId="ADAL" clId="{76A25041-67B3-4418-AB7E-6E11A7C6168B}"/>
    <pc:docChg chg="custSel modSld">
      <pc:chgData name="Deborah Shaw" userId="79bf7848-a030-4096-934a-3abbfde4984a" providerId="ADAL" clId="{76A25041-67B3-4418-AB7E-6E11A7C6168B}" dt="2025-01-15T01:44:50.568" v="14" actId="1076"/>
      <pc:docMkLst>
        <pc:docMk/>
      </pc:docMkLst>
      <pc:sldChg chg="delSp modSp mod">
        <pc:chgData name="Deborah Shaw" userId="79bf7848-a030-4096-934a-3abbfde4984a" providerId="ADAL" clId="{76A25041-67B3-4418-AB7E-6E11A7C6168B}" dt="2025-01-15T01:44:50.568" v="14" actId="1076"/>
        <pc:sldMkLst>
          <pc:docMk/>
          <pc:sldMk cId="1916751267" sldId="279"/>
        </pc:sldMkLst>
      </pc:sldChg>
    </pc:docChg>
  </pc:docChgLst>
  <pc:docChgLst>
    <pc:chgData name="Deborah Shaw" userId="79bf7848-a030-4096-934a-3abbfde4984a" providerId="ADAL" clId="{0DA693E7-EC85-478B-B257-CDBA07A1375D}"/>
    <pc:docChg chg="undo custSel addSld delSld modSld sldOrd">
      <pc:chgData name="Deborah Shaw" userId="79bf7848-a030-4096-934a-3abbfde4984a" providerId="ADAL" clId="{0DA693E7-EC85-478B-B257-CDBA07A1375D}" dt="2023-10-26T08:02:22.730" v="79" actId="2696"/>
      <pc:docMkLst>
        <pc:docMk/>
      </pc:docMkLst>
      <pc:sldChg chg="modSp del mod ord">
        <pc:chgData name="Deborah Shaw" userId="79bf7848-a030-4096-934a-3abbfde4984a" providerId="ADAL" clId="{0DA693E7-EC85-478B-B257-CDBA07A1375D}" dt="2023-10-26T07:51:22.453" v="14" actId="2696"/>
        <pc:sldMkLst>
          <pc:docMk/>
          <pc:sldMk cId="2126766571" sldId="260"/>
        </pc:sldMkLst>
      </pc:sldChg>
      <pc:sldChg chg="add ord">
        <pc:chgData name="Deborah Shaw" userId="79bf7848-a030-4096-934a-3abbfde4984a" providerId="ADAL" clId="{0DA693E7-EC85-478B-B257-CDBA07A1375D}" dt="2023-10-26T07:52:43.524" v="16"/>
        <pc:sldMkLst>
          <pc:docMk/>
          <pc:sldMk cId="2882483605" sldId="268"/>
        </pc:sldMkLst>
      </pc:sldChg>
      <pc:sldChg chg="del">
        <pc:chgData name="Deborah Shaw" userId="79bf7848-a030-4096-934a-3abbfde4984a" providerId="ADAL" clId="{0DA693E7-EC85-478B-B257-CDBA07A1375D}" dt="2023-10-26T07:58:05.637" v="54" actId="2696"/>
        <pc:sldMkLst>
          <pc:docMk/>
          <pc:sldMk cId="3749499715" sldId="270"/>
        </pc:sldMkLst>
      </pc:sldChg>
      <pc:sldChg chg="del">
        <pc:chgData name="Deborah Shaw" userId="79bf7848-a030-4096-934a-3abbfde4984a" providerId="ADAL" clId="{0DA693E7-EC85-478B-B257-CDBA07A1375D}" dt="2023-10-26T08:02:22.730" v="79" actId="2696"/>
        <pc:sldMkLst>
          <pc:docMk/>
          <pc:sldMk cId="3884243463" sldId="273"/>
        </pc:sldMkLst>
      </pc:sldChg>
      <pc:sldChg chg="addSp delSp modSp add mod ord">
        <pc:chgData name="Deborah Shaw" userId="79bf7848-a030-4096-934a-3abbfde4984a" providerId="ADAL" clId="{0DA693E7-EC85-478B-B257-CDBA07A1375D}" dt="2023-10-26T07:51:14.426" v="13" actId="1076"/>
        <pc:sldMkLst>
          <pc:docMk/>
          <pc:sldMk cId="748616888" sldId="291"/>
        </pc:sldMkLst>
      </pc:sldChg>
      <pc:sldChg chg="addSp delSp modSp add mod ord">
        <pc:chgData name="Deborah Shaw" userId="79bf7848-a030-4096-934a-3abbfde4984a" providerId="ADAL" clId="{0DA693E7-EC85-478B-B257-CDBA07A1375D}" dt="2023-10-26T07:57:47.327" v="53" actId="1076"/>
        <pc:sldMkLst>
          <pc:docMk/>
          <pc:sldMk cId="93862209" sldId="294"/>
        </pc:sldMkLst>
      </pc:sldChg>
      <pc:sldChg chg="modSp add mod ord">
        <pc:chgData name="Deborah Shaw" userId="79bf7848-a030-4096-934a-3abbfde4984a" providerId="ADAL" clId="{0DA693E7-EC85-478B-B257-CDBA07A1375D}" dt="2023-10-26T08:01:58.995" v="78" actId="20577"/>
        <pc:sldMkLst>
          <pc:docMk/>
          <pc:sldMk cId="2328915040" sldId="295"/>
        </pc:sldMkLst>
      </pc:sldChg>
    </pc:docChg>
  </pc:docChgLst>
  <pc:docChgLst>
    <pc:chgData name="Deborah Shaw" userId="79bf7848-a030-4096-934a-3abbfde4984a" providerId="ADAL" clId="{9FA68056-6431-4800-8A93-F000035ADD56}"/>
    <pc:docChg chg="modSld">
      <pc:chgData name="Deborah Shaw" userId="79bf7848-a030-4096-934a-3abbfde4984a" providerId="ADAL" clId="{9FA68056-6431-4800-8A93-F000035ADD56}" dt="2024-08-20T13:43:53.886" v="25" actId="20577"/>
      <pc:docMkLst>
        <pc:docMk/>
      </pc:docMkLst>
      <pc:sldChg chg="modSp mod">
        <pc:chgData name="Deborah Shaw" userId="79bf7848-a030-4096-934a-3abbfde4984a" providerId="ADAL" clId="{9FA68056-6431-4800-8A93-F000035ADD56}" dt="2024-08-20T13:43:42.954" v="19" actId="20577"/>
        <pc:sldMkLst>
          <pc:docMk/>
          <pc:sldMk cId="2183136921" sldId="261"/>
        </pc:sldMkLst>
      </pc:sldChg>
      <pc:sldChg chg="modSp mod">
        <pc:chgData name="Deborah Shaw" userId="79bf7848-a030-4096-934a-3abbfde4984a" providerId="ADAL" clId="{9FA68056-6431-4800-8A93-F000035ADD56}" dt="2024-08-20T13:43:25.514" v="7" actId="20577"/>
        <pc:sldMkLst>
          <pc:docMk/>
          <pc:sldMk cId="82628403" sldId="278"/>
        </pc:sldMkLst>
      </pc:sldChg>
      <pc:sldChg chg="modSp mod">
        <pc:chgData name="Deborah Shaw" userId="79bf7848-a030-4096-934a-3abbfde4984a" providerId="ADAL" clId="{9FA68056-6431-4800-8A93-F000035ADD56}" dt="2024-08-20T13:43:34.414" v="13" actId="20577"/>
        <pc:sldMkLst>
          <pc:docMk/>
          <pc:sldMk cId="1916751267" sldId="279"/>
        </pc:sldMkLst>
      </pc:sldChg>
      <pc:sldChg chg="modSp mod">
        <pc:chgData name="Deborah Shaw" userId="79bf7848-a030-4096-934a-3abbfde4984a" providerId="ADAL" clId="{9FA68056-6431-4800-8A93-F000035ADD56}" dt="2024-08-20T13:43:53.886" v="25" actId="20577"/>
        <pc:sldMkLst>
          <pc:docMk/>
          <pc:sldMk cId="1597988973" sldId="280"/>
        </pc:sldMkLst>
      </pc:sldChg>
      <pc:sldChg chg="modSp mod">
        <pc:chgData name="Deborah Shaw" userId="79bf7848-a030-4096-934a-3abbfde4984a" providerId="ADAL" clId="{9FA68056-6431-4800-8A93-F000035ADD56}" dt="2024-08-19T18:08:34.731" v="2" actId="18131"/>
        <pc:sldMkLst>
          <pc:docMk/>
          <pc:sldMk cId="3629754069" sldId="300"/>
        </pc:sldMkLst>
      </pc:sldChg>
    </pc:docChg>
  </pc:docChgLst>
  <pc:docChgLst>
    <pc:chgData name="Tabitha Price" userId="S::tabitha_price@wycliffeassociates.org::bccacf35-0769-497b-9c68-4281eae34250" providerId="AD" clId="Web-{C919E225-ACFC-E046-931A-74C9A38F1CEC}"/>
    <pc:docChg chg="modSld">
      <pc:chgData name="Tabitha Price" userId="S::tabitha_price@wycliffeassociates.org::bccacf35-0769-497b-9c68-4281eae34250" providerId="AD" clId="Web-{C919E225-ACFC-E046-931A-74C9A38F1CEC}" dt="2020-08-21T14:18:07.176" v="4" actId="20577"/>
      <pc:docMkLst>
        <pc:docMk/>
      </pc:docMkLst>
      <pc:sldChg chg="modSp">
        <pc:chgData name="Tabitha Price" userId="S::tabitha_price@wycliffeassociates.org::bccacf35-0769-497b-9c68-4281eae34250" providerId="AD" clId="Web-{C919E225-ACFC-E046-931A-74C9A38F1CEC}" dt="2020-08-21T14:18:07.176" v="4" actId="20577"/>
        <pc:sldMkLst>
          <pc:docMk/>
          <pc:sldMk cId="1144940741" sldId="269"/>
        </pc:sldMkLst>
      </pc:sldChg>
    </pc:docChg>
  </pc:docChgLst>
  <pc:docChgLst>
    <pc:chgData name="Deborah Shaw" userId="S::deborah_shaw@wycliffeassociates.org::79bf7848-a030-4096-934a-3abbfde4984a" providerId="AD" clId="Web-{35B60D4C-B76F-CF20-9733-1737895E1BDB}"/>
    <pc:docChg chg="addSld sldOrd">
      <pc:chgData name="Deborah Shaw" userId="S::deborah_shaw@wycliffeassociates.org::79bf7848-a030-4096-934a-3abbfde4984a" providerId="AD" clId="Web-{35B60D4C-B76F-CF20-9733-1737895E1BDB}" dt="2023-12-17T22:13:08.819" v="1"/>
      <pc:docMkLst>
        <pc:docMk/>
      </pc:docMkLst>
      <pc:sldChg chg="add ord">
        <pc:chgData name="Deborah Shaw" userId="S::deborah_shaw@wycliffeassociates.org::79bf7848-a030-4096-934a-3abbfde4984a" providerId="AD" clId="Web-{35B60D4C-B76F-CF20-9733-1737895E1BDB}" dt="2023-12-17T22:13:08.819" v="1"/>
        <pc:sldMkLst>
          <pc:docMk/>
          <pc:sldMk cId="3829610916" sldId="296"/>
        </pc:sldMkLst>
      </pc:sldChg>
    </pc:docChg>
  </pc:docChgLst>
  <pc:docChgLst>
    <pc:chgData name="Deborah Shaw" userId="79bf7848-a030-4096-934a-3abbfde4984a" providerId="ADAL" clId="{2E7BE8EC-1E42-436F-A628-B9FF1846E093}"/>
    <pc:docChg chg="undo custSel modSld">
      <pc:chgData name="Deborah Shaw" userId="79bf7848-a030-4096-934a-3abbfde4984a" providerId="ADAL" clId="{2E7BE8EC-1E42-436F-A628-B9FF1846E093}" dt="2024-04-22T20:20:40.774" v="149" actId="20577"/>
      <pc:docMkLst>
        <pc:docMk/>
      </pc:docMkLst>
      <pc:sldChg chg="modSp mod">
        <pc:chgData name="Deborah Shaw" userId="79bf7848-a030-4096-934a-3abbfde4984a" providerId="ADAL" clId="{2E7BE8EC-1E42-436F-A628-B9FF1846E093}" dt="2024-04-22T20:19:35.959" v="123" actId="207"/>
        <pc:sldMkLst>
          <pc:docMk/>
          <pc:sldMk cId="2183136921" sldId="261"/>
        </pc:sldMkLst>
      </pc:sldChg>
      <pc:sldChg chg="modSp mod">
        <pc:chgData name="Deborah Shaw" userId="79bf7848-a030-4096-934a-3abbfde4984a" providerId="ADAL" clId="{2E7BE8EC-1E42-436F-A628-B9FF1846E093}" dt="2024-04-22T20:14:42.550" v="41" actId="20577"/>
        <pc:sldMkLst>
          <pc:docMk/>
          <pc:sldMk cId="2412484145" sldId="275"/>
        </pc:sldMkLst>
      </pc:sldChg>
      <pc:sldChg chg="modSp mod">
        <pc:chgData name="Deborah Shaw" userId="79bf7848-a030-4096-934a-3abbfde4984a" providerId="ADAL" clId="{2E7BE8EC-1E42-436F-A628-B9FF1846E093}" dt="2024-04-22T20:15:15.787" v="55" actId="20577"/>
        <pc:sldMkLst>
          <pc:docMk/>
          <pc:sldMk cId="2805000228" sldId="276"/>
        </pc:sldMkLst>
      </pc:sldChg>
      <pc:sldChg chg="modSp mod">
        <pc:chgData name="Deborah Shaw" userId="79bf7848-a030-4096-934a-3abbfde4984a" providerId="ADAL" clId="{2E7BE8EC-1E42-436F-A628-B9FF1846E093}" dt="2024-04-22T20:17:16.524" v="85" actId="20577"/>
        <pc:sldMkLst>
          <pc:docMk/>
          <pc:sldMk cId="578644104" sldId="277"/>
        </pc:sldMkLst>
      </pc:sldChg>
      <pc:sldChg chg="modSp mod">
        <pc:chgData name="Deborah Shaw" userId="79bf7848-a030-4096-934a-3abbfde4984a" providerId="ADAL" clId="{2E7BE8EC-1E42-436F-A628-B9FF1846E093}" dt="2024-04-22T20:17:55.666" v="102" actId="20577"/>
        <pc:sldMkLst>
          <pc:docMk/>
          <pc:sldMk cId="82628403" sldId="278"/>
        </pc:sldMkLst>
      </pc:sldChg>
      <pc:sldChg chg="modSp mod">
        <pc:chgData name="Deborah Shaw" userId="79bf7848-a030-4096-934a-3abbfde4984a" providerId="ADAL" clId="{2E7BE8EC-1E42-436F-A628-B9FF1846E093}" dt="2024-04-22T20:18:18.658" v="118" actId="20577"/>
        <pc:sldMkLst>
          <pc:docMk/>
          <pc:sldMk cId="1916751267" sldId="279"/>
        </pc:sldMkLst>
      </pc:sldChg>
      <pc:sldChg chg="modSp mod">
        <pc:chgData name="Deborah Shaw" userId="79bf7848-a030-4096-934a-3abbfde4984a" providerId="ADAL" clId="{2E7BE8EC-1E42-436F-A628-B9FF1846E093}" dt="2024-04-22T20:19:48.475" v="125" actId="207"/>
        <pc:sldMkLst>
          <pc:docMk/>
          <pc:sldMk cId="1597988973" sldId="280"/>
        </pc:sldMkLst>
      </pc:sldChg>
      <pc:sldChg chg="modSp mod">
        <pc:chgData name="Deborah Shaw" userId="79bf7848-a030-4096-934a-3abbfde4984a" providerId="ADAL" clId="{2E7BE8EC-1E42-436F-A628-B9FF1846E093}" dt="2024-04-22T20:20:16.068" v="137" actId="20577"/>
        <pc:sldMkLst>
          <pc:docMk/>
          <pc:sldMk cId="1101790350" sldId="281"/>
        </pc:sldMkLst>
      </pc:sldChg>
      <pc:sldChg chg="modSp mod">
        <pc:chgData name="Deborah Shaw" userId="79bf7848-a030-4096-934a-3abbfde4984a" providerId="ADAL" clId="{2E7BE8EC-1E42-436F-A628-B9FF1846E093}" dt="2024-04-22T20:20:40.774" v="149" actId="20577"/>
        <pc:sldMkLst>
          <pc:docMk/>
          <pc:sldMk cId="305239486" sldId="282"/>
        </pc:sldMkLst>
      </pc:sldChg>
    </pc:docChg>
  </pc:docChgLst>
  <pc:docChgLst>
    <pc:chgData name="Deborah Shaw" userId="S::deborah_shaw@wycliffeassociates.org::79bf7848-a030-4096-934a-3abbfde4984a" providerId="AD" clId="Web-{E10F4674-B4BC-4A0F-21F1-25C465414ED1}"/>
    <pc:docChg chg="modSld">
      <pc:chgData name="Deborah Shaw" userId="S::deborah_shaw@wycliffeassociates.org::79bf7848-a030-4096-934a-3abbfde4984a" providerId="AD" clId="Web-{E10F4674-B4BC-4A0F-21F1-25C465414ED1}" dt="2023-12-26T19:22:52.972" v="7" actId="20577"/>
      <pc:docMkLst>
        <pc:docMk/>
      </pc:docMkLst>
      <pc:sldChg chg="modSp">
        <pc:chgData name="Deborah Shaw" userId="S::deborah_shaw@wycliffeassociates.org::79bf7848-a030-4096-934a-3abbfde4984a" providerId="AD" clId="Web-{E10F4674-B4BC-4A0F-21F1-25C465414ED1}" dt="2023-12-26T19:22:45.472" v="5" actId="20577"/>
        <pc:sldMkLst>
          <pc:docMk/>
          <pc:sldMk cId="2183136921" sldId="261"/>
        </pc:sldMkLst>
      </pc:sldChg>
      <pc:sldChg chg="modSp">
        <pc:chgData name="Deborah Shaw" userId="S::deborah_shaw@wycliffeassociates.org::79bf7848-a030-4096-934a-3abbfde4984a" providerId="AD" clId="Web-{E10F4674-B4BC-4A0F-21F1-25C465414ED1}" dt="2023-12-26T19:22:40.988" v="3" actId="20577"/>
        <pc:sldMkLst>
          <pc:docMk/>
          <pc:sldMk cId="1916751267" sldId="279"/>
        </pc:sldMkLst>
      </pc:sldChg>
      <pc:sldChg chg="modSp">
        <pc:chgData name="Deborah Shaw" userId="S::deborah_shaw@wycliffeassociates.org::79bf7848-a030-4096-934a-3abbfde4984a" providerId="AD" clId="Web-{E10F4674-B4BC-4A0F-21F1-25C465414ED1}" dt="2023-12-26T19:22:52.972" v="7" actId="20577"/>
        <pc:sldMkLst>
          <pc:docMk/>
          <pc:sldMk cId="1597988973" sldId="280"/>
        </pc:sldMkLst>
      </pc:sldChg>
    </pc:docChg>
  </pc:docChgLst>
  <pc:docChgLst>
    <pc:chgData clId="Web-{C919E225-ACFC-E046-931A-74C9A38F1CEC}"/>
    <pc:docChg chg="modSld">
      <pc:chgData name="" userId="" providerId="" clId="Web-{C919E225-ACFC-E046-931A-74C9A38F1CEC}" dt="2020-08-21T14:17:57.004" v="3" actId="20577"/>
      <pc:docMkLst>
        <pc:docMk/>
      </pc:docMkLst>
      <pc:sldChg chg="modSp">
        <pc:chgData name="" userId="" providerId="" clId="Web-{C919E225-ACFC-E046-931A-74C9A38F1CEC}" dt="2020-08-21T14:17:57.004" v="3" actId="20577"/>
        <pc:sldMkLst>
          <pc:docMk/>
          <pc:sldMk cId="1144940741" sldId="269"/>
        </pc:sldMkLst>
      </pc:sldChg>
    </pc:docChg>
  </pc:docChgLst>
  <pc:docChgLst>
    <pc:chgData name="Susan Quigley" userId="S::susan_quigley@wycliffeassociates.org::b85b18d0-1c40-45ee-96a2-2a728d87251b" providerId="AD" clId="Web-{7157676A-6113-1D1D-6335-71E5F6ACCBAD}"/>
    <pc:docChg chg="modSld">
      <pc:chgData name="Susan Quigley" userId="S::susan_quigley@wycliffeassociates.org::b85b18d0-1c40-45ee-96a2-2a728d87251b" providerId="AD" clId="Web-{7157676A-6113-1D1D-6335-71E5F6ACCBAD}" dt="2022-05-23T16:29:51.483" v="44" actId="20577"/>
      <pc:docMkLst>
        <pc:docMk/>
      </pc:docMkLst>
      <pc:sldChg chg="modSp">
        <pc:chgData name="Susan Quigley" userId="S::susan_quigley@wycliffeassociates.org::b85b18d0-1c40-45ee-96a2-2a728d87251b" providerId="AD" clId="Web-{7157676A-6113-1D1D-6335-71E5F6ACCBAD}" dt="2022-05-23T16:29:51.483" v="44" actId="20577"/>
        <pc:sldMkLst>
          <pc:docMk/>
          <pc:sldMk cId="2126766571" sldId="260"/>
        </pc:sldMkLst>
      </pc:sldChg>
    </pc:docChg>
  </pc:docChgLst>
  <pc:docChgLst>
    <pc:chgData name="Deborah Shaw" userId="79bf7848-a030-4096-934a-3abbfde4984a" providerId="ADAL" clId="{E2646BB4-0567-42E2-BF5F-EB0B678A36FC}"/>
    <pc:docChg chg="undo custSel delSld modSld">
      <pc:chgData name="Deborah Shaw" userId="79bf7848-a030-4096-934a-3abbfde4984a" providerId="ADAL" clId="{E2646BB4-0567-42E2-BF5F-EB0B678A36FC}" dt="2023-12-26T12:33:16.899" v="38" actId="2696"/>
      <pc:docMkLst>
        <pc:docMk/>
      </pc:docMkLst>
      <pc:sldChg chg="delSp del mod">
        <pc:chgData name="Deborah Shaw" userId="79bf7848-a030-4096-934a-3abbfde4984a" providerId="ADAL" clId="{E2646BB4-0567-42E2-BF5F-EB0B678A36FC}" dt="2023-12-26T12:33:16.899" v="38" actId="2696"/>
        <pc:sldMkLst>
          <pc:docMk/>
          <pc:sldMk cId="748616888" sldId="291"/>
        </pc:sldMkLst>
      </pc:sldChg>
      <pc:sldChg chg="del">
        <pc:chgData name="Deborah Shaw" userId="79bf7848-a030-4096-934a-3abbfde4984a" providerId="ADAL" clId="{E2646BB4-0567-42E2-BF5F-EB0B678A36FC}" dt="2023-12-26T12:29:58.659" v="0" actId="2696"/>
        <pc:sldMkLst>
          <pc:docMk/>
          <pc:sldMk cId="3829610916" sldId="296"/>
        </pc:sldMkLst>
      </pc:sldChg>
      <pc:sldChg chg="addSp modSp mod">
        <pc:chgData name="Deborah Shaw" userId="79bf7848-a030-4096-934a-3abbfde4984a" providerId="ADAL" clId="{E2646BB4-0567-42E2-BF5F-EB0B678A36FC}" dt="2023-12-26T12:33:04.659" v="37" actId="20577"/>
        <pc:sldMkLst>
          <pc:docMk/>
          <pc:sldMk cId="3629754069" sldId="300"/>
        </pc:sldMkLst>
      </pc:sldChg>
    </pc:docChg>
  </pc:docChgLst>
  <pc:docChgLst>
    <pc:chgData name="Deborah Shaw" userId="S::deborah_shaw@wycliffeassociates.org::79bf7848-a030-4096-934a-3abbfde4984a" providerId="AD" clId="Web-{0152707D-93BA-3F53-22BE-ACDD7EAFA4EB}"/>
    <pc:docChg chg="addSld modSld">
      <pc:chgData name="Deborah Shaw" userId="S::deborah_shaw@wycliffeassociates.org::79bf7848-a030-4096-934a-3abbfde4984a" providerId="AD" clId="Web-{0152707D-93BA-3F53-22BE-ACDD7EAFA4EB}" dt="2023-12-19T05:30:34.674" v="34"/>
      <pc:docMkLst>
        <pc:docMk/>
      </pc:docMkLst>
      <pc:sldChg chg="delAnim">
        <pc:chgData name="Deborah Shaw" userId="S::deborah_shaw@wycliffeassociates.org::79bf7848-a030-4096-934a-3abbfde4984a" providerId="AD" clId="Web-{0152707D-93BA-3F53-22BE-ACDD7EAFA4EB}" dt="2023-12-19T05:28:44.484" v="25"/>
        <pc:sldMkLst>
          <pc:docMk/>
          <pc:sldMk cId="2183136921" sldId="261"/>
        </pc:sldMkLst>
      </pc:sldChg>
      <pc:sldChg chg="delAnim">
        <pc:chgData name="Deborah Shaw" userId="S::deborah_shaw@wycliffeassociates.org::79bf7848-a030-4096-934a-3abbfde4984a" providerId="AD" clId="Web-{0152707D-93BA-3F53-22BE-ACDD7EAFA4EB}" dt="2023-12-19T05:27:45.389" v="5"/>
        <pc:sldMkLst>
          <pc:docMk/>
          <pc:sldMk cId="2882483605" sldId="268"/>
        </pc:sldMkLst>
      </pc:sldChg>
      <pc:sldChg chg="delAnim">
        <pc:chgData name="Deborah Shaw" userId="S::deborah_shaw@wycliffeassociates.org::79bf7848-a030-4096-934a-3abbfde4984a" providerId="AD" clId="Web-{0152707D-93BA-3F53-22BE-ACDD7EAFA4EB}" dt="2023-12-19T05:27:50.092" v="6"/>
        <pc:sldMkLst>
          <pc:docMk/>
          <pc:sldMk cId="1111228940" sldId="271"/>
        </pc:sldMkLst>
      </pc:sldChg>
      <pc:sldChg chg="delAnim">
        <pc:chgData name="Deborah Shaw" userId="S::deborah_shaw@wycliffeassociates.org::79bf7848-a030-4096-934a-3abbfde4984a" providerId="AD" clId="Web-{0152707D-93BA-3F53-22BE-ACDD7EAFA4EB}" dt="2023-12-19T05:28:04.796" v="14"/>
        <pc:sldMkLst>
          <pc:docMk/>
          <pc:sldMk cId="2922431359" sldId="272"/>
        </pc:sldMkLst>
      </pc:sldChg>
      <pc:sldChg chg="delAnim">
        <pc:chgData name="Deborah Shaw" userId="S::deborah_shaw@wycliffeassociates.org::79bf7848-a030-4096-934a-3abbfde4984a" providerId="AD" clId="Web-{0152707D-93BA-3F53-22BE-ACDD7EAFA4EB}" dt="2023-12-19T05:28:08.811" v="15"/>
        <pc:sldMkLst>
          <pc:docMk/>
          <pc:sldMk cId="2412484145" sldId="275"/>
        </pc:sldMkLst>
      </pc:sldChg>
      <pc:sldChg chg="delAnim">
        <pc:chgData name="Deborah Shaw" userId="S::deborah_shaw@wycliffeassociates.org::79bf7848-a030-4096-934a-3abbfde4984a" providerId="AD" clId="Web-{0152707D-93BA-3F53-22BE-ACDD7EAFA4EB}" dt="2023-12-19T05:28:14.437" v="16"/>
        <pc:sldMkLst>
          <pc:docMk/>
          <pc:sldMk cId="2805000228" sldId="276"/>
        </pc:sldMkLst>
      </pc:sldChg>
      <pc:sldChg chg="delAnim">
        <pc:chgData name="Deborah Shaw" userId="S::deborah_shaw@wycliffeassociates.org::79bf7848-a030-4096-934a-3abbfde4984a" providerId="AD" clId="Web-{0152707D-93BA-3F53-22BE-ACDD7EAFA4EB}" dt="2023-12-19T05:28:20.921" v="17"/>
        <pc:sldMkLst>
          <pc:docMk/>
          <pc:sldMk cId="578644104" sldId="277"/>
        </pc:sldMkLst>
      </pc:sldChg>
      <pc:sldChg chg="delAnim">
        <pc:chgData name="Deborah Shaw" userId="S::deborah_shaw@wycliffeassociates.org::79bf7848-a030-4096-934a-3abbfde4984a" providerId="AD" clId="Web-{0152707D-93BA-3F53-22BE-ACDD7EAFA4EB}" dt="2023-12-19T05:28:25.452" v="19"/>
        <pc:sldMkLst>
          <pc:docMk/>
          <pc:sldMk cId="82628403" sldId="278"/>
        </pc:sldMkLst>
      </pc:sldChg>
      <pc:sldChg chg="delAnim">
        <pc:chgData name="Deborah Shaw" userId="S::deborah_shaw@wycliffeassociates.org::79bf7848-a030-4096-934a-3abbfde4984a" providerId="AD" clId="Web-{0152707D-93BA-3F53-22BE-ACDD7EAFA4EB}" dt="2023-12-19T05:28:33.828" v="20"/>
        <pc:sldMkLst>
          <pc:docMk/>
          <pc:sldMk cId="1916751267" sldId="279"/>
        </pc:sldMkLst>
      </pc:sldChg>
      <pc:sldChg chg="delAnim">
        <pc:chgData name="Deborah Shaw" userId="S::deborah_shaw@wycliffeassociates.org::79bf7848-a030-4096-934a-3abbfde4984a" providerId="AD" clId="Web-{0152707D-93BA-3F53-22BE-ACDD7EAFA4EB}" dt="2023-12-19T05:28:49.797" v="26"/>
        <pc:sldMkLst>
          <pc:docMk/>
          <pc:sldMk cId="1597988973" sldId="280"/>
        </pc:sldMkLst>
      </pc:sldChg>
      <pc:sldChg chg="delAnim">
        <pc:chgData name="Deborah Shaw" userId="S::deborah_shaw@wycliffeassociates.org::79bf7848-a030-4096-934a-3abbfde4984a" providerId="AD" clId="Web-{0152707D-93BA-3F53-22BE-ACDD7EAFA4EB}" dt="2023-12-19T05:28:54.062" v="27"/>
        <pc:sldMkLst>
          <pc:docMk/>
          <pc:sldMk cId="1101790350" sldId="281"/>
        </pc:sldMkLst>
      </pc:sldChg>
      <pc:sldChg chg="addSp delSp modSp addAnim delAnim">
        <pc:chgData name="Deborah Shaw" userId="S::deborah_shaw@wycliffeassociates.org::79bf7848-a030-4096-934a-3abbfde4984a" providerId="AD" clId="Web-{0152707D-93BA-3F53-22BE-ACDD7EAFA4EB}" dt="2023-12-19T05:30:34.674" v="34"/>
        <pc:sldMkLst>
          <pc:docMk/>
          <pc:sldMk cId="305239486" sldId="282"/>
        </pc:sldMkLst>
      </pc:sldChg>
      <pc:sldChg chg="addSp delSp">
        <pc:chgData name="Deborah Shaw" userId="S::deborah_shaw@wycliffeassociates.org::79bf7848-a030-4096-934a-3abbfde4984a" providerId="AD" clId="Web-{0152707D-93BA-3F53-22BE-ACDD7EAFA4EB}" dt="2023-12-19T05:30:15.517" v="30"/>
        <pc:sldMkLst>
          <pc:docMk/>
          <pc:sldMk cId="748616888" sldId="291"/>
        </pc:sldMkLst>
      </pc:sldChg>
      <pc:sldChg chg="add">
        <pc:chgData name="Deborah Shaw" userId="S::deborah_shaw@wycliffeassociates.org::79bf7848-a030-4096-934a-3abbfde4984a" providerId="AD" clId="Web-{0152707D-93BA-3F53-22BE-ACDD7EAFA4EB}" dt="2023-12-19T05:27:22.764" v="0"/>
        <pc:sldMkLst>
          <pc:docMk/>
          <pc:sldMk cId="3629754069" sldId="300"/>
        </pc:sldMkLst>
      </pc:sldChg>
    </pc:docChg>
  </pc:docChgLst>
  <pc:docChgLst>
    <pc:chgData name="Deborah Shaw" userId="79bf7848-a030-4096-934a-3abbfde4984a" providerId="ADAL" clId="{8DE9E9FB-001C-4B84-83DE-E1F7ABB9FAA3}"/>
    <pc:docChg chg="undo redo custSel addSld delSld modSld sldOrd">
      <pc:chgData name="Deborah Shaw" userId="79bf7848-a030-4096-934a-3abbfde4984a" providerId="ADAL" clId="{8DE9E9FB-001C-4B84-83DE-E1F7ABB9FAA3}" dt="2025-09-17T17:58:27.482" v="445" actId="1076"/>
      <pc:docMkLst>
        <pc:docMk/>
      </pc:docMkLst>
      <pc:sldChg chg="del">
        <pc:chgData name="Deborah Shaw" userId="79bf7848-a030-4096-934a-3abbfde4984a" providerId="ADAL" clId="{8DE9E9FB-001C-4B84-83DE-E1F7ABB9FAA3}" dt="2025-09-17T16:37:55.021" v="204" actId="2696"/>
        <pc:sldMkLst>
          <pc:docMk/>
          <pc:sldMk cId="2183136921" sldId="261"/>
        </pc:sldMkLst>
      </pc:sldChg>
      <pc:sldChg chg="ord">
        <pc:chgData name="Deborah Shaw" userId="79bf7848-a030-4096-934a-3abbfde4984a" providerId="ADAL" clId="{8DE9E9FB-001C-4B84-83DE-E1F7ABB9FAA3}" dt="2025-09-17T16:19:30.756" v="59"/>
        <pc:sldMkLst>
          <pc:docMk/>
          <pc:sldMk cId="1111228940" sldId="271"/>
        </pc:sldMkLst>
      </pc:sldChg>
      <pc:sldChg chg="delSp modSp mod ord">
        <pc:chgData name="Deborah Shaw" userId="79bf7848-a030-4096-934a-3abbfde4984a" providerId="ADAL" clId="{8DE9E9FB-001C-4B84-83DE-E1F7ABB9FAA3}" dt="2025-09-17T17:50:11.991" v="252" actId="1076"/>
        <pc:sldMkLst>
          <pc:docMk/>
          <pc:sldMk cId="2922431359" sldId="272"/>
        </pc:sldMkLst>
        <pc:spChg chg="mod">
          <ac:chgData name="Deborah Shaw" userId="79bf7848-a030-4096-934a-3abbfde4984a" providerId="ADAL" clId="{8DE9E9FB-001C-4B84-83DE-E1F7ABB9FAA3}" dt="2025-09-17T17:48:34.376" v="232" actId="20577"/>
          <ac:spMkLst>
            <pc:docMk/>
            <pc:sldMk cId="2922431359" sldId="272"/>
            <ac:spMk id="5" creationId="{B841490C-BA1E-4B46-8A9F-7DCCA4B5B3AF}"/>
          </ac:spMkLst>
        </pc:spChg>
        <pc:spChg chg="mod">
          <ac:chgData name="Deborah Shaw" userId="79bf7848-a030-4096-934a-3abbfde4984a" providerId="ADAL" clId="{8DE9E9FB-001C-4B84-83DE-E1F7ABB9FAA3}" dt="2025-09-17T17:50:11.991" v="252" actId="1076"/>
          <ac:spMkLst>
            <pc:docMk/>
            <pc:sldMk cId="2922431359" sldId="272"/>
            <ac:spMk id="7" creationId="{A302EB94-EED9-4DB1-9CC9-76D0FC64C370}"/>
          </ac:spMkLst>
        </pc:spChg>
        <pc:spChg chg="mod">
          <ac:chgData name="Deborah Shaw" userId="79bf7848-a030-4096-934a-3abbfde4984a" providerId="ADAL" clId="{8DE9E9FB-001C-4B84-83DE-E1F7ABB9FAA3}" dt="2025-09-17T17:50:11.991" v="252" actId="1076"/>
          <ac:spMkLst>
            <pc:docMk/>
            <pc:sldMk cId="2922431359" sldId="272"/>
            <ac:spMk id="8" creationId="{DB512990-6F8B-442A-B9B1-9651FD36ABEC}"/>
          </ac:spMkLst>
        </pc:spChg>
        <pc:spChg chg="mod">
          <ac:chgData name="Deborah Shaw" userId="79bf7848-a030-4096-934a-3abbfde4984a" providerId="ADAL" clId="{8DE9E9FB-001C-4B84-83DE-E1F7ABB9FAA3}" dt="2025-09-17T17:50:11.991" v="252" actId="1076"/>
          <ac:spMkLst>
            <pc:docMk/>
            <pc:sldMk cId="2922431359" sldId="272"/>
            <ac:spMk id="10" creationId="{8C8A8549-63E3-475A-9AF4-583755A83EB8}"/>
          </ac:spMkLst>
        </pc:spChg>
        <pc:spChg chg="mod">
          <ac:chgData name="Deborah Shaw" userId="79bf7848-a030-4096-934a-3abbfde4984a" providerId="ADAL" clId="{8DE9E9FB-001C-4B84-83DE-E1F7ABB9FAA3}" dt="2025-09-17T17:50:11.991" v="252" actId="1076"/>
          <ac:spMkLst>
            <pc:docMk/>
            <pc:sldMk cId="2922431359" sldId="272"/>
            <ac:spMk id="11" creationId="{3566CBC5-5AB4-4CDB-BD98-19B448FF3FE5}"/>
          </ac:spMkLst>
        </pc:spChg>
        <pc:spChg chg="del">
          <ac:chgData name="Deborah Shaw" userId="79bf7848-a030-4096-934a-3abbfde4984a" providerId="ADAL" clId="{8DE9E9FB-001C-4B84-83DE-E1F7ABB9FAA3}" dt="2025-09-17T17:49:57.386" v="251" actId="21"/>
          <ac:spMkLst>
            <pc:docMk/>
            <pc:sldMk cId="2922431359" sldId="272"/>
            <ac:spMk id="12" creationId="{FEF07A2D-F0EE-4BD1-8DA3-B328D234E73C}"/>
          </ac:spMkLst>
        </pc:spChg>
        <pc:grpChg chg="mod">
          <ac:chgData name="Deborah Shaw" userId="79bf7848-a030-4096-934a-3abbfde4984a" providerId="ADAL" clId="{8DE9E9FB-001C-4B84-83DE-E1F7ABB9FAA3}" dt="2025-09-17T17:50:11.991" v="252" actId="1076"/>
          <ac:grpSpMkLst>
            <pc:docMk/>
            <pc:sldMk cId="2922431359" sldId="272"/>
            <ac:grpSpMk id="17" creationId="{88616E4B-ACD4-4F29-9608-97B4111B4FAC}"/>
          </ac:grpSpMkLst>
        </pc:grpChg>
        <pc:grpChg chg="mod">
          <ac:chgData name="Deborah Shaw" userId="79bf7848-a030-4096-934a-3abbfde4984a" providerId="ADAL" clId="{8DE9E9FB-001C-4B84-83DE-E1F7ABB9FAA3}" dt="2025-09-17T17:50:11.991" v="252" actId="1076"/>
          <ac:grpSpMkLst>
            <pc:docMk/>
            <pc:sldMk cId="2922431359" sldId="272"/>
            <ac:grpSpMk id="29" creationId="{6FFBE053-3D75-453F-8999-4C675F1E034B}"/>
          </ac:grpSpMkLst>
        </pc:grpChg>
        <pc:grpChg chg="del">
          <ac:chgData name="Deborah Shaw" userId="79bf7848-a030-4096-934a-3abbfde4984a" providerId="ADAL" clId="{8DE9E9FB-001C-4B84-83DE-E1F7ABB9FAA3}" dt="2025-09-17T17:49:55.560" v="250" actId="21"/>
          <ac:grpSpMkLst>
            <pc:docMk/>
            <pc:sldMk cId="2922431359" sldId="272"/>
            <ac:grpSpMk id="30" creationId="{8BC6A3F0-EC6C-4B36-8811-AE77FCD8000C}"/>
          </ac:grpSpMkLst>
        </pc:grpChg>
      </pc:sldChg>
      <pc:sldChg chg="del">
        <pc:chgData name="Deborah Shaw" userId="79bf7848-a030-4096-934a-3abbfde4984a" providerId="ADAL" clId="{8DE9E9FB-001C-4B84-83DE-E1F7ABB9FAA3}" dt="2025-09-17T16:34:40.379" v="146" actId="2696"/>
        <pc:sldMkLst>
          <pc:docMk/>
          <pc:sldMk cId="2412484145" sldId="275"/>
        </pc:sldMkLst>
      </pc:sldChg>
      <pc:sldChg chg="del">
        <pc:chgData name="Deborah Shaw" userId="79bf7848-a030-4096-934a-3abbfde4984a" providerId="ADAL" clId="{8DE9E9FB-001C-4B84-83DE-E1F7ABB9FAA3}" dt="2025-09-17T16:34:43.681" v="147" actId="2696"/>
        <pc:sldMkLst>
          <pc:docMk/>
          <pc:sldMk cId="2805000228" sldId="276"/>
        </pc:sldMkLst>
      </pc:sldChg>
      <pc:sldChg chg="del">
        <pc:chgData name="Deborah Shaw" userId="79bf7848-a030-4096-934a-3abbfde4984a" providerId="ADAL" clId="{8DE9E9FB-001C-4B84-83DE-E1F7ABB9FAA3}" dt="2025-09-17T16:34:48.192" v="148" actId="2696"/>
        <pc:sldMkLst>
          <pc:docMk/>
          <pc:sldMk cId="578644104" sldId="277"/>
        </pc:sldMkLst>
      </pc:sldChg>
      <pc:sldChg chg="modSp mod">
        <pc:chgData name="Deborah Shaw" userId="79bf7848-a030-4096-934a-3abbfde4984a" providerId="ADAL" clId="{8DE9E9FB-001C-4B84-83DE-E1F7ABB9FAA3}" dt="2025-09-17T16:36:24.805" v="179" actId="1076"/>
        <pc:sldMkLst>
          <pc:docMk/>
          <pc:sldMk cId="82628403" sldId="278"/>
        </pc:sldMkLst>
        <pc:spChg chg="mod">
          <ac:chgData name="Deborah Shaw" userId="79bf7848-a030-4096-934a-3abbfde4984a" providerId="ADAL" clId="{8DE9E9FB-001C-4B84-83DE-E1F7ABB9FAA3}" dt="2025-09-17T16:36:24.805" v="179" actId="1076"/>
          <ac:spMkLst>
            <pc:docMk/>
            <pc:sldMk cId="82628403" sldId="278"/>
            <ac:spMk id="2" creationId="{DD528C4D-DB70-4CD9-9207-698EB76F6F54}"/>
          </ac:spMkLst>
        </pc:spChg>
        <pc:spChg chg="mod">
          <ac:chgData name="Deborah Shaw" userId="79bf7848-a030-4096-934a-3abbfde4984a" providerId="ADAL" clId="{8DE9E9FB-001C-4B84-83DE-E1F7ABB9FAA3}" dt="2025-09-17T16:35:17.706" v="152" actId="1076"/>
          <ac:spMkLst>
            <pc:docMk/>
            <pc:sldMk cId="82628403" sldId="278"/>
            <ac:spMk id="4" creationId="{B2C9CC8E-0B01-41F6-AF4D-BCF575862A19}"/>
          </ac:spMkLst>
        </pc:spChg>
        <pc:spChg chg="mod">
          <ac:chgData name="Deborah Shaw" userId="79bf7848-a030-4096-934a-3abbfde4984a" providerId="ADAL" clId="{8DE9E9FB-001C-4B84-83DE-E1F7ABB9FAA3}" dt="2025-09-17T16:36:20.473" v="178" actId="1076"/>
          <ac:spMkLst>
            <pc:docMk/>
            <pc:sldMk cId="82628403" sldId="278"/>
            <ac:spMk id="5" creationId="{1E2A8290-1C6F-425D-9529-0341D8F68E8A}"/>
          </ac:spMkLst>
        </pc:spChg>
        <pc:spChg chg="mod">
          <ac:chgData name="Deborah Shaw" userId="79bf7848-a030-4096-934a-3abbfde4984a" providerId="ADAL" clId="{8DE9E9FB-001C-4B84-83DE-E1F7ABB9FAA3}" dt="2025-09-17T16:35:23.786" v="153" actId="1076"/>
          <ac:spMkLst>
            <pc:docMk/>
            <pc:sldMk cId="82628403" sldId="278"/>
            <ac:spMk id="24" creationId="{5F1F2830-D098-461E-ADB7-D52A5F8C9F73}"/>
          </ac:spMkLst>
        </pc:spChg>
      </pc:sldChg>
      <pc:sldChg chg="delSp modSp mod">
        <pc:chgData name="Deborah Shaw" userId="79bf7848-a030-4096-934a-3abbfde4984a" providerId="ADAL" clId="{8DE9E9FB-001C-4B84-83DE-E1F7ABB9FAA3}" dt="2025-09-17T16:37:40.732" v="203" actId="20577"/>
        <pc:sldMkLst>
          <pc:docMk/>
          <pc:sldMk cId="1916751267" sldId="279"/>
        </pc:sldMkLst>
        <pc:spChg chg="mod">
          <ac:chgData name="Deborah Shaw" userId="79bf7848-a030-4096-934a-3abbfde4984a" providerId="ADAL" clId="{8DE9E9FB-001C-4B84-83DE-E1F7ABB9FAA3}" dt="2025-09-17T16:35:41.575" v="157" actId="14100"/>
          <ac:spMkLst>
            <pc:docMk/>
            <pc:sldMk cId="1916751267" sldId="279"/>
            <ac:spMk id="2" creationId="{DD528C4D-DB70-4CD9-9207-698EB76F6F54}"/>
          </ac:spMkLst>
        </pc:spChg>
        <pc:spChg chg="del">
          <ac:chgData name="Deborah Shaw" userId="79bf7848-a030-4096-934a-3abbfde4984a" providerId="ADAL" clId="{8DE9E9FB-001C-4B84-83DE-E1F7ABB9FAA3}" dt="2025-09-17T16:37:08.712" v="197" actId="21"/>
          <ac:spMkLst>
            <pc:docMk/>
            <pc:sldMk cId="1916751267" sldId="279"/>
            <ac:spMk id="3" creationId="{E9931A73-07B8-45D3-8893-9B71EDC511A8}"/>
          </ac:spMkLst>
        </pc:spChg>
        <pc:spChg chg="mod">
          <ac:chgData name="Deborah Shaw" userId="79bf7848-a030-4096-934a-3abbfde4984a" providerId="ADAL" clId="{8DE9E9FB-001C-4B84-83DE-E1F7ABB9FAA3}" dt="2025-09-17T16:37:40.732" v="203" actId="20577"/>
          <ac:spMkLst>
            <pc:docMk/>
            <pc:sldMk cId="1916751267" sldId="279"/>
            <ac:spMk id="5" creationId="{1E2A8290-1C6F-425D-9529-0341D8F68E8A}"/>
          </ac:spMkLst>
        </pc:spChg>
        <pc:picChg chg="mod">
          <ac:chgData name="Deborah Shaw" userId="79bf7848-a030-4096-934a-3abbfde4984a" providerId="ADAL" clId="{8DE9E9FB-001C-4B84-83DE-E1F7ABB9FAA3}" dt="2025-09-17T16:37:14.279" v="199" actId="1076"/>
          <ac:picMkLst>
            <pc:docMk/>
            <pc:sldMk cId="1916751267" sldId="279"/>
            <ac:picMk id="8" creationId="{9E535098-CAEF-A97E-FB57-9CA7A52903E3}"/>
          </ac:picMkLst>
        </pc:picChg>
      </pc:sldChg>
      <pc:sldChg chg="del">
        <pc:chgData name="Deborah Shaw" userId="79bf7848-a030-4096-934a-3abbfde4984a" providerId="ADAL" clId="{8DE9E9FB-001C-4B84-83DE-E1F7ABB9FAA3}" dt="2025-09-17T16:38:04.385" v="205" actId="2696"/>
        <pc:sldMkLst>
          <pc:docMk/>
          <pc:sldMk cId="1597988973" sldId="280"/>
        </pc:sldMkLst>
      </pc:sldChg>
      <pc:sldChg chg="del">
        <pc:chgData name="Deborah Shaw" userId="79bf7848-a030-4096-934a-3abbfde4984a" providerId="ADAL" clId="{8DE9E9FB-001C-4B84-83DE-E1F7ABB9FAA3}" dt="2025-09-17T16:38:08.279" v="206" actId="2696"/>
        <pc:sldMkLst>
          <pc:docMk/>
          <pc:sldMk cId="1101790350" sldId="281"/>
        </pc:sldMkLst>
      </pc:sldChg>
      <pc:sldChg chg="add del">
        <pc:chgData name="Deborah Shaw" userId="79bf7848-a030-4096-934a-3abbfde4984a" providerId="ADAL" clId="{8DE9E9FB-001C-4B84-83DE-E1F7ABB9FAA3}" dt="2025-09-17T16:38:53.302" v="209" actId="2696"/>
        <pc:sldMkLst>
          <pc:docMk/>
          <pc:sldMk cId="305239486" sldId="282"/>
        </pc:sldMkLst>
      </pc:sldChg>
      <pc:sldChg chg="ord">
        <pc:chgData name="Deborah Shaw" userId="79bf7848-a030-4096-934a-3abbfde4984a" providerId="ADAL" clId="{8DE9E9FB-001C-4B84-83DE-E1F7ABB9FAA3}" dt="2025-09-17T16:19:25.486" v="57"/>
        <pc:sldMkLst>
          <pc:docMk/>
          <pc:sldMk cId="93862209" sldId="294"/>
        </pc:sldMkLst>
      </pc:sldChg>
      <pc:sldChg chg="modSp mod ord">
        <pc:chgData name="Deborah Shaw" userId="79bf7848-a030-4096-934a-3abbfde4984a" providerId="ADAL" clId="{8DE9E9FB-001C-4B84-83DE-E1F7ABB9FAA3}" dt="2025-09-17T16:24:19.625" v="145"/>
        <pc:sldMkLst>
          <pc:docMk/>
          <pc:sldMk cId="2328915040" sldId="295"/>
        </pc:sldMkLst>
        <pc:spChg chg="mod">
          <ac:chgData name="Deborah Shaw" userId="79bf7848-a030-4096-934a-3abbfde4984a" providerId="ADAL" clId="{8DE9E9FB-001C-4B84-83DE-E1F7ABB9FAA3}" dt="2025-09-17T16:21:13.227" v="129" actId="20577"/>
          <ac:spMkLst>
            <pc:docMk/>
            <pc:sldMk cId="2328915040" sldId="295"/>
            <ac:spMk id="17" creationId="{5ED9D44A-D2F5-4655-B1A2-825C732F575F}"/>
          </ac:spMkLst>
        </pc:spChg>
        <pc:spChg chg="mod">
          <ac:chgData name="Deborah Shaw" userId="79bf7848-a030-4096-934a-3abbfde4984a" providerId="ADAL" clId="{8DE9E9FB-001C-4B84-83DE-E1F7ABB9FAA3}" dt="2025-09-17T16:21:59.358" v="143" actId="20577"/>
          <ac:spMkLst>
            <pc:docMk/>
            <pc:sldMk cId="2328915040" sldId="295"/>
            <ac:spMk id="19" creationId="{0A0D6323-09C6-4F47-96CF-E4372FB3FB40}"/>
          </ac:spMkLst>
        </pc:spChg>
      </pc:sldChg>
      <pc:sldChg chg="delSp modSp mod">
        <pc:chgData name="Deborah Shaw" userId="79bf7848-a030-4096-934a-3abbfde4984a" providerId="ADAL" clId="{8DE9E9FB-001C-4B84-83DE-E1F7ABB9FAA3}" dt="2025-09-17T14:41:10.375" v="55" actId="18131"/>
        <pc:sldMkLst>
          <pc:docMk/>
          <pc:sldMk cId="3629754069" sldId="300"/>
        </pc:sldMkLst>
        <pc:spChg chg="del">
          <ac:chgData name="Deborah Shaw" userId="79bf7848-a030-4096-934a-3abbfde4984a" providerId="ADAL" clId="{8DE9E9FB-001C-4B84-83DE-E1F7ABB9FAA3}" dt="2025-09-17T14:37:03.351" v="51" actId="21"/>
          <ac:spMkLst>
            <pc:docMk/>
            <pc:sldMk cId="3629754069" sldId="300"/>
            <ac:spMk id="2" creationId="{35DCCE59-A417-3BFA-056C-DE4EB6E557CD}"/>
          </ac:spMkLst>
        </pc:spChg>
        <pc:spChg chg="mod">
          <ac:chgData name="Deborah Shaw" userId="79bf7848-a030-4096-934a-3abbfde4984a" providerId="ADAL" clId="{8DE9E9FB-001C-4B84-83DE-E1F7ABB9FAA3}" dt="2025-09-17T14:36:33.937" v="14" actId="1076"/>
          <ac:spMkLst>
            <pc:docMk/>
            <pc:sldMk cId="3629754069" sldId="300"/>
            <ac:spMk id="3" creationId="{117E80A5-0A88-072D-D373-1B79DB1B2DCA}"/>
          </ac:spMkLst>
        </pc:spChg>
        <pc:spChg chg="mod">
          <ac:chgData name="Deborah Shaw" userId="79bf7848-a030-4096-934a-3abbfde4984a" providerId="ADAL" clId="{8DE9E9FB-001C-4B84-83DE-E1F7ABB9FAA3}" dt="2025-09-17T14:37:07.183" v="52" actId="1076"/>
          <ac:spMkLst>
            <pc:docMk/>
            <pc:sldMk cId="3629754069" sldId="300"/>
            <ac:spMk id="7" creationId="{6D1C5468-2E27-9AF9-E8A7-9D00C2F6695F}"/>
          </ac:spMkLst>
        </pc:spChg>
        <pc:picChg chg="mod modCrop">
          <ac:chgData name="Deborah Shaw" userId="79bf7848-a030-4096-934a-3abbfde4984a" providerId="ADAL" clId="{8DE9E9FB-001C-4B84-83DE-E1F7ABB9FAA3}" dt="2025-09-17T14:41:10.375" v="55" actId="18131"/>
          <ac:picMkLst>
            <pc:docMk/>
            <pc:sldMk cId="3629754069" sldId="300"/>
            <ac:picMk id="6" creationId="{4B1342BB-B465-1A3D-28BC-F5045ABD0A0E}"/>
          </ac:picMkLst>
        </pc:picChg>
      </pc:sldChg>
      <pc:sldChg chg="addSp modSp add mod ord">
        <pc:chgData name="Deborah Shaw" userId="79bf7848-a030-4096-934a-3abbfde4984a" providerId="ADAL" clId="{8DE9E9FB-001C-4B84-83DE-E1F7ABB9FAA3}" dt="2025-09-17T17:58:27.482" v="445" actId="1076"/>
        <pc:sldMkLst>
          <pc:docMk/>
          <pc:sldMk cId="1339233156" sldId="301"/>
        </pc:sldMkLst>
        <pc:spChg chg="mod">
          <ac:chgData name="Deborah Shaw" userId="79bf7848-a030-4096-934a-3abbfde4984a" providerId="ADAL" clId="{8DE9E9FB-001C-4B84-83DE-E1F7ABB9FAA3}" dt="2025-09-17T17:52:46.625" v="281" actId="1076"/>
          <ac:spMkLst>
            <pc:docMk/>
            <pc:sldMk cId="1339233156" sldId="301"/>
            <ac:spMk id="2" creationId="{81010FBA-097D-8BA9-B6AE-8893485F6484}"/>
          </ac:spMkLst>
        </pc:spChg>
        <pc:spChg chg="add mod">
          <ac:chgData name="Deborah Shaw" userId="79bf7848-a030-4096-934a-3abbfde4984a" providerId="ADAL" clId="{8DE9E9FB-001C-4B84-83DE-E1F7ABB9FAA3}" dt="2025-09-17T17:58:27.482" v="445" actId="1076"/>
          <ac:spMkLst>
            <pc:docMk/>
            <pc:sldMk cId="1339233156" sldId="301"/>
            <ac:spMk id="3" creationId="{E30513BC-ECDD-C906-49EC-D09FDE726BB8}"/>
          </ac:spMkLst>
        </pc:spChg>
        <pc:spChg chg="add mod">
          <ac:chgData name="Deborah Shaw" userId="79bf7848-a030-4096-934a-3abbfde4984a" providerId="ADAL" clId="{8DE9E9FB-001C-4B84-83DE-E1F7ABB9FAA3}" dt="2025-09-17T17:54:08.591" v="294"/>
          <ac:spMkLst>
            <pc:docMk/>
            <pc:sldMk cId="1339233156" sldId="301"/>
            <ac:spMk id="4" creationId="{23934899-5865-B40B-3BA7-78C9B35904F4}"/>
          </ac:spMkLst>
        </pc:spChg>
        <pc:spChg chg="mod">
          <ac:chgData name="Deborah Shaw" userId="79bf7848-a030-4096-934a-3abbfde4984a" providerId="ADAL" clId="{8DE9E9FB-001C-4B84-83DE-E1F7ABB9FAA3}" dt="2025-09-17T17:58:27.482" v="445" actId="1076"/>
          <ac:spMkLst>
            <pc:docMk/>
            <pc:sldMk cId="1339233156" sldId="301"/>
            <ac:spMk id="7" creationId="{3439C26F-0549-7235-BDDD-17BAA5F769EC}"/>
          </ac:spMkLst>
        </pc:spChg>
        <pc:spChg chg="mod">
          <ac:chgData name="Deborah Shaw" userId="79bf7848-a030-4096-934a-3abbfde4984a" providerId="ADAL" clId="{8DE9E9FB-001C-4B84-83DE-E1F7ABB9FAA3}" dt="2025-09-17T17:58:27.482" v="445" actId="1076"/>
          <ac:spMkLst>
            <pc:docMk/>
            <pc:sldMk cId="1339233156" sldId="301"/>
            <ac:spMk id="8" creationId="{CF5C2497-B899-9AD0-DB5E-7E9B60734A2C}"/>
          </ac:spMkLst>
        </pc:spChg>
        <pc:spChg chg="add mod">
          <ac:chgData name="Deborah Shaw" userId="79bf7848-a030-4096-934a-3abbfde4984a" providerId="ADAL" clId="{8DE9E9FB-001C-4B84-83DE-E1F7ABB9FAA3}" dt="2025-09-17T17:58:27.482" v="445" actId="1076"/>
          <ac:spMkLst>
            <pc:docMk/>
            <pc:sldMk cId="1339233156" sldId="301"/>
            <ac:spMk id="9" creationId="{2D13A1E4-2BE7-87CD-1660-E2BC7AC78B9B}"/>
          </ac:spMkLst>
        </pc:spChg>
        <pc:spChg chg="mod">
          <ac:chgData name="Deborah Shaw" userId="79bf7848-a030-4096-934a-3abbfde4984a" providerId="ADAL" clId="{8DE9E9FB-001C-4B84-83DE-E1F7ABB9FAA3}" dt="2025-09-17T17:58:27.482" v="445" actId="1076"/>
          <ac:spMkLst>
            <pc:docMk/>
            <pc:sldMk cId="1339233156" sldId="301"/>
            <ac:spMk id="10" creationId="{36933602-4071-A3BD-C441-E8307696E520}"/>
          </ac:spMkLst>
        </pc:spChg>
        <pc:spChg chg="mod">
          <ac:chgData name="Deborah Shaw" userId="79bf7848-a030-4096-934a-3abbfde4984a" providerId="ADAL" clId="{8DE9E9FB-001C-4B84-83DE-E1F7ABB9FAA3}" dt="2025-09-17T17:58:27.482" v="445" actId="1076"/>
          <ac:spMkLst>
            <pc:docMk/>
            <pc:sldMk cId="1339233156" sldId="301"/>
            <ac:spMk id="11" creationId="{094A136B-AC55-4771-90C9-8E11BE5C977A}"/>
          </ac:spMkLst>
        </pc:spChg>
        <pc:spChg chg="mod">
          <ac:chgData name="Deborah Shaw" userId="79bf7848-a030-4096-934a-3abbfde4984a" providerId="ADAL" clId="{8DE9E9FB-001C-4B84-83DE-E1F7ABB9FAA3}" dt="2025-09-17T17:58:27.482" v="445" actId="1076"/>
          <ac:spMkLst>
            <pc:docMk/>
            <pc:sldMk cId="1339233156" sldId="301"/>
            <ac:spMk id="12" creationId="{73BB82CE-518B-0FAE-8A2B-2E7CCBFA2AF4}"/>
          </ac:spMkLst>
        </pc:spChg>
        <pc:spChg chg="mod">
          <ac:chgData name="Deborah Shaw" userId="79bf7848-a030-4096-934a-3abbfde4984a" providerId="ADAL" clId="{8DE9E9FB-001C-4B84-83DE-E1F7ABB9FAA3}" dt="2025-09-17T17:57:40.580" v="441"/>
          <ac:spMkLst>
            <pc:docMk/>
            <pc:sldMk cId="1339233156" sldId="301"/>
            <ac:spMk id="18" creationId="{D989B76D-D473-7FB0-B37F-7FF7382D8EDC}"/>
          </ac:spMkLst>
        </pc:spChg>
        <pc:grpChg chg="mod">
          <ac:chgData name="Deborah Shaw" userId="79bf7848-a030-4096-934a-3abbfde4984a" providerId="ADAL" clId="{8DE9E9FB-001C-4B84-83DE-E1F7ABB9FAA3}" dt="2025-09-17T17:58:27.482" v="445" actId="1076"/>
          <ac:grpSpMkLst>
            <pc:docMk/>
            <pc:sldMk cId="1339233156" sldId="301"/>
            <ac:grpSpMk id="17" creationId="{85B38514-D8AA-1B65-399C-82EAD0EC1327}"/>
          </ac:grpSpMkLst>
        </pc:grpChg>
        <pc:grpChg chg="mod">
          <ac:chgData name="Deborah Shaw" userId="79bf7848-a030-4096-934a-3abbfde4984a" providerId="ADAL" clId="{8DE9E9FB-001C-4B84-83DE-E1F7ABB9FAA3}" dt="2025-09-17T17:58:27.482" v="445" actId="1076"/>
          <ac:grpSpMkLst>
            <pc:docMk/>
            <pc:sldMk cId="1339233156" sldId="301"/>
            <ac:grpSpMk id="29" creationId="{5146CC37-AE35-A4B6-399E-0045B0AA1484}"/>
          </ac:grpSpMkLst>
        </pc:grpChg>
        <pc:grpChg chg="mod">
          <ac:chgData name="Deborah Shaw" userId="79bf7848-a030-4096-934a-3abbfde4984a" providerId="ADAL" clId="{8DE9E9FB-001C-4B84-83DE-E1F7ABB9FAA3}" dt="2025-09-17T17:58:27.482" v="445" actId="1076"/>
          <ac:grpSpMkLst>
            <pc:docMk/>
            <pc:sldMk cId="1339233156" sldId="301"/>
            <ac:grpSpMk id="30" creationId="{644A0C30-42AF-242A-3077-0EED07E8DFD1}"/>
          </ac:grpSpMkLst>
        </pc:grpChg>
      </pc:sldChg>
    </pc:docChg>
  </pc:docChgLst>
  <pc:docChgLst>
    <pc:chgData name="Deborah Shaw" userId="79bf7848-a030-4096-934a-3abbfde4984a" providerId="ADAL" clId="{D6BBAB29-25CF-4594-BBC3-87F636FFE54F}"/>
    <pc:docChg chg="undo custSel delSld modSld">
      <pc:chgData name="Deborah Shaw" userId="79bf7848-a030-4096-934a-3abbfde4984a" providerId="ADAL" clId="{D6BBAB29-25CF-4594-BBC3-87F636FFE54F}" dt="2023-09-16T03:06:59.924" v="424" actId="2696"/>
      <pc:docMkLst>
        <pc:docMk/>
      </pc:docMkLst>
      <pc:sldChg chg="del">
        <pc:chgData name="Deborah Shaw" userId="79bf7848-a030-4096-934a-3abbfde4984a" providerId="ADAL" clId="{D6BBAB29-25CF-4594-BBC3-87F636FFE54F}" dt="2023-09-16T03:06:59.924" v="424" actId="2696"/>
        <pc:sldMkLst>
          <pc:docMk/>
          <pc:sldMk cId="993735979" sldId="259"/>
        </pc:sldMkLst>
      </pc:sldChg>
      <pc:sldChg chg="del">
        <pc:chgData name="Deborah Shaw" userId="79bf7848-a030-4096-934a-3abbfde4984a" providerId="ADAL" clId="{D6BBAB29-25CF-4594-BBC3-87F636FFE54F}" dt="2023-09-16T02:10:24.324" v="0" actId="2696"/>
        <pc:sldMkLst>
          <pc:docMk/>
          <pc:sldMk cId="1144940741" sldId="269"/>
        </pc:sldMkLst>
      </pc:sldChg>
      <pc:sldChg chg="modSp mod">
        <pc:chgData name="Deborah Shaw" userId="79bf7848-a030-4096-934a-3abbfde4984a" providerId="ADAL" clId="{D6BBAB29-25CF-4594-BBC3-87F636FFE54F}" dt="2023-09-16T02:11:40.283" v="32" actId="20577"/>
        <pc:sldMkLst>
          <pc:docMk/>
          <pc:sldMk cId="1111228940" sldId="271"/>
        </pc:sldMkLst>
      </pc:sldChg>
      <pc:sldChg chg="modSp">
        <pc:chgData name="Deborah Shaw" userId="79bf7848-a030-4096-934a-3abbfde4984a" providerId="ADAL" clId="{D6BBAB29-25CF-4594-BBC3-87F636FFE54F}" dt="2023-09-16T02:15:40.589" v="46" actId="20577"/>
        <pc:sldMkLst>
          <pc:docMk/>
          <pc:sldMk cId="3884243463" sldId="273"/>
        </pc:sldMkLst>
      </pc:sldChg>
      <pc:sldChg chg="del">
        <pc:chgData name="Deborah Shaw" userId="79bf7848-a030-4096-934a-3abbfde4984a" providerId="ADAL" clId="{D6BBAB29-25CF-4594-BBC3-87F636FFE54F}" dt="2023-09-16T02:15:51.285" v="47" actId="2696"/>
        <pc:sldMkLst>
          <pc:docMk/>
          <pc:sldMk cId="1541229712" sldId="274"/>
        </pc:sldMkLst>
      </pc:sldChg>
      <pc:sldChg chg="addSp delSp modSp mod">
        <pc:chgData name="Deborah Shaw" userId="79bf7848-a030-4096-934a-3abbfde4984a" providerId="ADAL" clId="{D6BBAB29-25CF-4594-BBC3-87F636FFE54F}" dt="2023-09-16T02:21:39.288" v="131" actId="255"/>
        <pc:sldMkLst>
          <pc:docMk/>
          <pc:sldMk cId="2412484145" sldId="275"/>
        </pc:sldMkLst>
      </pc:sldChg>
      <pc:sldChg chg="addSp delSp modSp mod">
        <pc:chgData name="Deborah Shaw" userId="79bf7848-a030-4096-934a-3abbfde4984a" providerId="ADAL" clId="{D6BBAB29-25CF-4594-BBC3-87F636FFE54F}" dt="2023-09-16T02:23:41.115" v="237" actId="20577"/>
        <pc:sldMkLst>
          <pc:docMk/>
          <pc:sldMk cId="2805000228" sldId="276"/>
        </pc:sldMkLst>
      </pc:sldChg>
      <pc:sldChg chg="addSp delSp modSp mod">
        <pc:chgData name="Deborah Shaw" userId="79bf7848-a030-4096-934a-3abbfde4984a" providerId="ADAL" clId="{D6BBAB29-25CF-4594-BBC3-87F636FFE54F}" dt="2023-09-16T02:25:50.753" v="281" actId="20577"/>
        <pc:sldMkLst>
          <pc:docMk/>
          <pc:sldMk cId="578644104" sldId="277"/>
        </pc:sldMkLst>
      </pc:sldChg>
      <pc:sldChg chg="addSp delSp modSp mod">
        <pc:chgData name="Deborah Shaw" userId="79bf7848-a030-4096-934a-3abbfde4984a" providerId="ADAL" clId="{D6BBAB29-25CF-4594-BBC3-87F636FFE54F}" dt="2023-09-16T02:30:58.649" v="298" actId="14100"/>
        <pc:sldMkLst>
          <pc:docMk/>
          <pc:sldMk cId="1916751267" sldId="279"/>
        </pc:sldMkLst>
      </pc:sldChg>
      <pc:sldChg chg="addSp delSp modSp mod">
        <pc:chgData name="Deborah Shaw" userId="79bf7848-a030-4096-934a-3abbfde4984a" providerId="ADAL" clId="{D6BBAB29-25CF-4594-BBC3-87F636FFE54F}" dt="2023-09-16T03:03:05.937" v="387" actId="14100"/>
        <pc:sldMkLst>
          <pc:docMk/>
          <pc:sldMk cId="1597988973" sldId="280"/>
        </pc:sldMkLst>
      </pc:sldChg>
      <pc:sldChg chg="addSp delSp modSp mod">
        <pc:chgData name="Deborah Shaw" userId="79bf7848-a030-4096-934a-3abbfde4984a" providerId="ADAL" clId="{D6BBAB29-25CF-4594-BBC3-87F636FFE54F}" dt="2023-09-16T03:02:43.177" v="362" actId="20577"/>
        <pc:sldMkLst>
          <pc:docMk/>
          <pc:sldMk cId="1101790350" sldId="281"/>
        </pc:sldMkLst>
      </pc:sldChg>
      <pc:sldChg chg="addSp delSp modSp mod">
        <pc:chgData name="Deborah Shaw" userId="79bf7848-a030-4096-934a-3abbfde4984a" providerId="ADAL" clId="{D6BBAB29-25CF-4594-BBC3-87F636FFE54F}" dt="2023-09-16T03:02:33.333" v="348" actId="20577"/>
        <pc:sldMkLst>
          <pc:docMk/>
          <pc:sldMk cId="305239486" sldId="282"/>
        </pc:sldMkLst>
      </pc:sldChg>
      <pc:sldChg chg="delSp modSp del mod">
        <pc:chgData name="Deborah Shaw" userId="79bf7848-a030-4096-934a-3abbfde4984a" providerId="ADAL" clId="{D6BBAB29-25CF-4594-BBC3-87F636FFE54F}" dt="2023-09-16T03:06:28.853" v="421" actId="2696"/>
        <pc:sldMkLst>
          <pc:docMk/>
          <pc:sldMk cId="4282487424" sldId="283"/>
        </pc:sldMkLst>
      </pc:sldChg>
      <pc:sldChg chg="del">
        <pc:chgData name="Deborah Shaw" userId="79bf7848-a030-4096-934a-3abbfde4984a" providerId="ADAL" clId="{D6BBAB29-25CF-4594-BBC3-87F636FFE54F}" dt="2023-09-16T03:06:55.554" v="423" actId="2696"/>
        <pc:sldMkLst>
          <pc:docMk/>
          <pc:sldMk cId="2597560626" sldId="284"/>
        </pc:sldMkLst>
      </pc:sldChg>
      <pc:sldChg chg="del">
        <pc:chgData name="Deborah Shaw" userId="79bf7848-a030-4096-934a-3abbfde4984a" providerId="ADAL" clId="{D6BBAB29-25CF-4594-BBC3-87F636FFE54F}" dt="2023-09-16T03:06:38.247" v="422" actId="2696"/>
        <pc:sldMkLst>
          <pc:docMk/>
          <pc:sldMk cId="3950810295" sldId="285"/>
        </pc:sldMkLst>
      </pc:sldChg>
    </pc:docChg>
  </pc:docChgLst>
  <pc:docChgLst>
    <pc:chgData name="Tabitha Price" userId="S::tabitha_price@wycliffeassociates.org::bccacf35-0769-497b-9c68-4281eae34250" providerId="AD" clId="Web-{6C5FC521-06DF-F04F-CEAB-1A77427F34B3}"/>
    <pc:docChg chg="modSld">
      <pc:chgData name="Tabitha Price" userId="S::tabitha_price@wycliffeassociates.org::bccacf35-0769-497b-9c68-4281eae34250" providerId="AD" clId="Web-{6C5FC521-06DF-F04F-CEAB-1A77427F34B3}" dt="2020-08-20T16:55:45.108" v="25" actId="20577"/>
      <pc:docMkLst>
        <pc:docMk/>
      </pc:docMkLst>
      <pc:sldChg chg="modSp">
        <pc:chgData name="Tabitha Price" userId="S::tabitha_price@wycliffeassociates.org::bccacf35-0769-497b-9c68-4281eae34250" providerId="AD" clId="Web-{6C5FC521-06DF-F04F-CEAB-1A77427F34B3}" dt="2020-08-20T16:54:41.654" v="3" actId="20577"/>
        <pc:sldMkLst>
          <pc:docMk/>
          <pc:sldMk cId="1144940741" sldId="269"/>
        </pc:sldMkLst>
      </pc:sldChg>
      <pc:sldChg chg="modSp">
        <pc:chgData name="Tabitha Price" userId="S::tabitha_price@wycliffeassociates.org::bccacf35-0769-497b-9c68-4281eae34250" providerId="AD" clId="Web-{6C5FC521-06DF-F04F-CEAB-1A77427F34B3}" dt="2020-08-20T16:54:57.013" v="9" actId="20577"/>
        <pc:sldMkLst>
          <pc:docMk/>
          <pc:sldMk cId="2922431359" sldId="272"/>
        </pc:sldMkLst>
      </pc:sldChg>
      <pc:sldChg chg="modSp">
        <pc:chgData name="Tabitha Price" userId="S::tabitha_price@wycliffeassociates.org::bccacf35-0769-497b-9c68-4281eae34250" providerId="AD" clId="Web-{6C5FC521-06DF-F04F-CEAB-1A77427F34B3}" dt="2020-08-20T16:55:04.248" v="11" actId="20577"/>
        <pc:sldMkLst>
          <pc:docMk/>
          <pc:sldMk cId="3884243463" sldId="273"/>
        </pc:sldMkLst>
      </pc:sldChg>
      <pc:sldChg chg="modSp">
        <pc:chgData name="Tabitha Price" userId="S::tabitha_price@wycliffeassociates.org::bccacf35-0769-497b-9c68-4281eae34250" providerId="AD" clId="Web-{6C5FC521-06DF-F04F-CEAB-1A77427F34B3}" dt="2020-08-20T16:55:36.499" v="22" actId="20577"/>
        <pc:sldMkLst>
          <pc:docMk/>
          <pc:sldMk cId="2412484145" sldId="275"/>
        </pc:sldMkLst>
      </pc:sldChg>
      <pc:sldChg chg="modSp">
        <pc:chgData name="Tabitha Price" userId="S::tabitha_price@wycliffeassociates.org::bccacf35-0769-497b-9c68-4281eae34250" providerId="AD" clId="Web-{6C5FC521-06DF-F04F-CEAB-1A77427F34B3}" dt="2020-08-20T16:55:45.108" v="25" actId="20577"/>
        <pc:sldMkLst>
          <pc:docMk/>
          <pc:sldMk cId="578644104"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91F0A-913A-4C9C-A8D0-483093330669}" type="datetimeFigureOut">
              <a:rPr lang="en-US" smtClean="0"/>
              <a:t>9/16/2025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92C56F-B58C-4632-BE74-1017E02171FE}" type="slidenum">
              <a:rPr lang="en-US" smtClean="0"/>
              <a:t>‹#›</a:t>
            </a:fld>
            <a:endParaRPr lang="en-US"/>
          </a:p>
        </p:txBody>
      </p:sp>
    </p:spTree>
    <p:extLst>
      <p:ext uri="{BB962C8B-B14F-4D97-AF65-F5344CB8AC3E}">
        <p14:creationId xmlns:p14="http://schemas.microsoft.com/office/powerpoint/2010/main" val="2488606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latin typeface="Arial" panose="020B0604020202020204" pitchFamily="34" charset="0"/>
                <a:cs typeface="Arial" panose="020B0604020202020204" pitchFamily="34" charset="0"/>
              </a:rPr>
              <a:t>Automatic build</a:t>
            </a:r>
          </a:p>
        </p:txBody>
      </p:sp>
      <p:sp>
        <p:nvSpPr>
          <p:cNvPr id="4" name="Slide Number Placeholder 3"/>
          <p:cNvSpPr>
            <a:spLocks noGrp="1"/>
          </p:cNvSpPr>
          <p:nvPr>
            <p:ph type="sldNum" sz="quarter" idx="5"/>
          </p:nvPr>
        </p:nvSpPr>
        <p:spPr/>
        <p:txBody>
          <a:bodyPr/>
          <a:lstStyle/>
          <a:p>
            <a:fld id="{7E92C56F-B58C-4632-BE74-1017E02171FE}" type="slidenum">
              <a:rPr lang="en-US" smtClean="0"/>
              <a:t>4</a:t>
            </a:fld>
            <a:endParaRPr lang="en-US"/>
          </a:p>
        </p:txBody>
      </p:sp>
    </p:spTree>
    <p:extLst>
      <p:ext uri="{BB962C8B-B14F-4D97-AF65-F5344CB8AC3E}">
        <p14:creationId xmlns:p14="http://schemas.microsoft.com/office/powerpoint/2010/main" val="33691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Click to build each number</a:t>
            </a:r>
          </a:p>
        </p:txBody>
      </p:sp>
      <p:sp>
        <p:nvSpPr>
          <p:cNvPr id="4" name="Slide Number Placeholder 3"/>
          <p:cNvSpPr>
            <a:spLocks noGrp="1"/>
          </p:cNvSpPr>
          <p:nvPr>
            <p:ph type="sldNum" sz="quarter" idx="5"/>
          </p:nvPr>
        </p:nvSpPr>
        <p:spPr/>
        <p:txBody>
          <a:bodyPr/>
          <a:lstStyle/>
          <a:p>
            <a:fld id="{7E92C56F-B58C-4632-BE74-1017E02171FE}" type="slidenum">
              <a:rPr lang="en-US" smtClean="0"/>
              <a:t>5</a:t>
            </a:fld>
            <a:endParaRPr lang="en-US"/>
          </a:p>
        </p:txBody>
      </p:sp>
    </p:spTree>
    <p:extLst>
      <p:ext uri="{BB962C8B-B14F-4D97-AF65-F5344CB8AC3E}">
        <p14:creationId xmlns:p14="http://schemas.microsoft.com/office/powerpoint/2010/main" val="1580508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Automatic build</a:t>
            </a:r>
          </a:p>
          <a:p>
            <a:endParaRPr lang="en-US"/>
          </a:p>
        </p:txBody>
      </p:sp>
      <p:sp>
        <p:nvSpPr>
          <p:cNvPr id="4" name="Slide Number Placeholder 3"/>
          <p:cNvSpPr>
            <a:spLocks noGrp="1"/>
          </p:cNvSpPr>
          <p:nvPr>
            <p:ph type="sldNum" sz="quarter" idx="5"/>
          </p:nvPr>
        </p:nvSpPr>
        <p:spPr/>
        <p:txBody>
          <a:bodyPr/>
          <a:lstStyle/>
          <a:p>
            <a:fld id="{7E92C56F-B58C-4632-BE74-1017E02171FE}" type="slidenum">
              <a:rPr lang="en-US" smtClean="0"/>
              <a:t>7</a:t>
            </a:fld>
            <a:endParaRPr lang="en-US"/>
          </a:p>
        </p:txBody>
      </p:sp>
    </p:spTree>
    <p:extLst>
      <p:ext uri="{BB962C8B-B14F-4D97-AF65-F5344CB8AC3E}">
        <p14:creationId xmlns:p14="http://schemas.microsoft.com/office/powerpoint/2010/main" val="2518459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Automatic build</a:t>
            </a:r>
          </a:p>
          <a:p>
            <a:endParaRPr lang="en-US"/>
          </a:p>
        </p:txBody>
      </p:sp>
      <p:sp>
        <p:nvSpPr>
          <p:cNvPr id="4" name="Slide Number Placeholder 3"/>
          <p:cNvSpPr>
            <a:spLocks noGrp="1"/>
          </p:cNvSpPr>
          <p:nvPr>
            <p:ph type="sldNum" sz="quarter" idx="5"/>
          </p:nvPr>
        </p:nvSpPr>
        <p:spPr/>
        <p:txBody>
          <a:bodyPr/>
          <a:lstStyle/>
          <a:p>
            <a:fld id="{7E92C56F-B58C-4632-BE74-1017E02171FE}" type="slidenum">
              <a:rPr lang="en-US" smtClean="0"/>
              <a:t>8</a:t>
            </a:fld>
            <a:endParaRPr lang="en-US"/>
          </a:p>
        </p:txBody>
      </p:sp>
    </p:spTree>
    <p:extLst>
      <p:ext uri="{BB962C8B-B14F-4D97-AF65-F5344CB8AC3E}">
        <p14:creationId xmlns:p14="http://schemas.microsoft.com/office/powerpoint/2010/main" val="1244335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25450-C07F-38CC-F867-FC3A8DEAA6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2C244-C8F0-3E46-0464-5EFCA5E2F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50912-EE6D-15AC-1C7E-9B5CF73125C3}"/>
              </a:ext>
            </a:extLst>
          </p:cNvPr>
          <p:cNvSpPr>
            <a:spLocks noGrp="1"/>
          </p:cNvSpPr>
          <p:nvPr>
            <p:ph type="body" idx="1"/>
          </p:nvPr>
        </p:nvSpPr>
        <p:spPr/>
        <p:txBody>
          <a:bodyPr/>
          <a:lstStyle/>
          <a:p>
            <a:r>
              <a:rPr lang="en-US" b="1">
                <a:latin typeface="Arial" panose="020B0604020202020204" pitchFamily="34" charset="0"/>
                <a:cs typeface="Arial" panose="020B0604020202020204" pitchFamily="34" charset="0"/>
              </a:rPr>
              <a:t>Click to build each number</a:t>
            </a:r>
          </a:p>
        </p:txBody>
      </p:sp>
      <p:sp>
        <p:nvSpPr>
          <p:cNvPr id="4" name="Slide Number Placeholder 3">
            <a:extLst>
              <a:ext uri="{FF2B5EF4-FFF2-40B4-BE49-F238E27FC236}">
                <a16:creationId xmlns:a16="http://schemas.microsoft.com/office/drawing/2014/main" id="{C85960CE-C1F1-64FF-CBE7-29A84C1E72AF}"/>
              </a:ext>
            </a:extLst>
          </p:cNvPr>
          <p:cNvSpPr>
            <a:spLocks noGrp="1"/>
          </p:cNvSpPr>
          <p:nvPr>
            <p:ph type="sldNum" sz="quarter" idx="5"/>
          </p:nvPr>
        </p:nvSpPr>
        <p:spPr/>
        <p:txBody>
          <a:bodyPr/>
          <a:lstStyle/>
          <a:p>
            <a:fld id="{7E92C56F-B58C-4632-BE74-1017E02171FE}" type="slidenum">
              <a:rPr lang="en-US" smtClean="0"/>
              <a:t>9</a:t>
            </a:fld>
            <a:endParaRPr lang="en-US"/>
          </a:p>
        </p:txBody>
      </p:sp>
    </p:spTree>
    <p:extLst>
      <p:ext uri="{BB962C8B-B14F-4D97-AF65-F5344CB8AC3E}">
        <p14:creationId xmlns:p14="http://schemas.microsoft.com/office/powerpoint/2010/main" val="1386150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9/16/2025</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uende.us/about/" TargetMode="External"/><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hyperlink" Target="http://commons.wikimedia.org/wiki/File:Square_-_black_simple.svg"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1342BB-B465-1A3D-28BC-F5045ABD0A0E}"/>
              </a:ext>
            </a:extLst>
          </p:cNvPr>
          <p:cNvPicPr>
            <a:picLocks noChangeAspect="1"/>
          </p:cNvPicPr>
          <p:nvPr/>
        </p:nvPicPr>
        <p:blipFill rotWithShape="1">
          <a:blip r:embed="rId2">
            <a:extLst>
              <a:ext uri="{28A0092B-C50C-407E-A947-70E740481C1C}">
                <a14:useLocalDpi xmlns:a14="http://schemas.microsoft.com/office/drawing/2010/main" val="0"/>
              </a:ext>
            </a:extLst>
          </a:blip>
          <a:srcRect t="-1648" r="4820" b="31710"/>
          <a:stretch>
            <a:fillRect/>
          </a:stretch>
        </p:blipFill>
        <p:spPr>
          <a:xfrm>
            <a:off x="20" y="146817"/>
            <a:ext cx="9143980" cy="3511365"/>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117E80A5-0A88-072D-D373-1B79DB1B2DCA}"/>
              </a:ext>
            </a:extLst>
          </p:cNvPr>
          <p:cNvSpPr>
            <a:spLocks noGrp="1"/>
          </p:cNvSpPr>
          <p:nvPr>
            <p:ph idx="1"/>
          </p:nvPr>
        </p:nvSpPr>
        <p:spPr>
          <a:xfrm>
            <a:off x="2971800" y="3547792"/>
            <a:ext cx="6066495" cy="3080639"/>
          </a:xfrm>
        </p:spPr>
        <p:txBody>
          <a:bodyPr anchor="ctr">
            <a:normAutofit fontScale="77500" lnSpcReduction="20000"/>
          </a:bodyPr>
          <a:lstStyle/>
          <a:p>
            <a:pPr marL="0" marR="0" indent="0" fontAlgn="base">
              <a:spcBef>
                <a:spcPts val="0"/>
              </a:spcBef>
              <a:spcAft>
                <a:spcPts val="0"/>
              </a:spcAft>
              <a:buNone/>
            </a:pPr>
            <a:r>
              <a:rPr lang="en-US" sz="2600" dirty="0">
                <a:solidFill>
                  <a:schemeClr val="accent1">
                    <a:lumMod val="50000"/>
                  </a:schemeClr>
                </a:solidFill>
                <a:effectLst/>
                <a:latin typeface="Arial" panose="020B0604020202020204" pitchFamily="34" charset="0"/>
                <a:ea typeface="Times New Roman" panose="02020603050405020304" pitchFamily="18" charset="0"/>
              </a:rPr>
              <a:t>For we have many members in one body, but not all the members have the same function. In the same way, we who are many are one body in Christ, and are individually members of each other. We have different gifts according to the grace that was given to us (</a:t>
            </a:r>
            <a:r>
              <a:rPr lang="en-US" sz="2600" b="1" dirty="0">
                <a:solidFill>
                  <a:schemeClr val="accent1">
                    <a:lumMod val="50000"/>
                  </a:schemeClr>
                </a:solidFill>
                <a:effectLst/>
                <a:latin typeface="Arial" panose="020B0604020202020204" pitchFamily="34" charset="0"/>
                <a:ea typeface="Times New Roman" panose="02020603050405020304" pitchFamily="18" charset="0"/>
              </a:rPr>
              <a:t>Rom. 12:4-6a</a:t>
            </a:r>
            <a:r>
              <a:rPr lang="en-US" sz="2600" dirty="0">
                <a:solidFill>
                  <a:schemeClr val="accent1">
                    <a:lumMod val="50000"/>
                  </a:schemeClr>
                </a:solidFill>
                <a:effectLst/>
                <a:latin typeface="Arial" panose="020B0604020202020204" pitchFamily="34" charset="0"/>
                <a:ea typeface="Times New Roman" panose="02020603050405020304" pitchFamily="18" charset="0"/>
              </a:rPr>
              <a:t>). </a:t>
            </a:r>
            <a:endParaRPr lang="en-US" sz="2600" dirty="0">
              <a:solidFill>
                <a:schemeClr val="accent1">
                  <a:lumMod val="50000"/>
                </a:schemeClr>
              </a:solidFill>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r>
              <a:rPr lang="en-US" sz="2600" dirty="0">
                <a:solidFill>
                  <a:schemeClr val="accent1">
                    <a:lumMod val="50000"/>
                  </a:schemeClr>
                </a:solidFill>
                <a:effectLst/>
                <a:latin typeface="Arial" panose="020B0604020202020204" pitchFamily="34" charset="0"/>
                <a:ea typeface="Times New Roman" panose="02020603050405020304" pitchFamily="18" charset="0"/>
              </a:rPr>
              <a:t>Now there are different gifts, but the same Spirit. There are different ministries, but the same Lord; and there are different kinds of work, but it is the same God who works all in all (</a:t>
            </a:r>
            <a:r>
              <a:rPr lang="en-US" sz="2600" b="1" dirty="0">
                <a:solidFill>
                  <a:schemeClr val="accent1">
                    <a:lumMod val="50000"/>
                  </a:schemeClr>
                </a:solidFill>
                <a:effectLst/>
                <a:latin typeface="Arial" panose="020B0604020202020204" pitchFamily="34" charset="0"/>
                <a:ea typeface="Times New Roman" panose="02020603050405020304" pitchFamily="18" charset="0"/>
              </a:rPr>
              <a:t>1 Cor. 12:4-6</a:t>
            </a:r>
            <a:r>
              <a:rPr lang="en-US" sz="2600" dirty="0">
                <a:solidFill>
                  <a:schemeClr val="accent1">
                    <a:lumMod val="50000"/>
                  </a:schemeClr>
                </a:solidFill>
                <a:effectLst/>
                <a:latin typeface="Arial" panose="020B0604020202020204" pitchFamily="34" charset="0"/>
                <a:ea typeface="Times New Roman" panose="02020603050405020304" pitchFamily="18" charset="0"/>
              </a:rPr>
              <a:t>). </a:t>
            </a:r>
            <a:endParaRPr lang="en-US" sz="2600" dirty="0">
              <a:solidFill>
                <a:schemeClr val="accent1">
                  <a:lumMod val="50000"/>
                </a:schemeClr>
              </a:solidFill>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endParaRPr lang="en-US" sz="1600" dirty="0">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r>
              <a:rPr lang="en-US" sz="1600" dirty="0">
                <a:latin typeface="Calibri"/>
                <a:ea typeface="Times New Roman" panose="02020603050405020304" pitchFamily="18" charset="0"/>
                <a:cs typeface="Arial"/>
              </a:rPr>
              <a:t>All Scripture taken from the English Unlocked Literal Bible (ULB), ©2017, 2022 Wycliffe Associates, Available at https://bibleineverylanguage.org/translations, licensed under the Creative Commons Attribution-</a:t>
            </a:r>
            <a:r>
              <a:rPr lang="en-US" sz="1600" dirty="0" err="1">
                <a:latin typeface="Calibri"/>
                <a:ea typeface="Times New Roman" panose="02020603050405020304" pitchFamily="18" charset="0"/>
                <a:cs typeface="Arial"/>
              </a:rPr>
              <a:t>ShareAlike</a:t>
            </a:r>
            <a:r>
              <a:rPr lang="en-US" sz="1600" dirty="0">
                <a:latin typeface="Calibri"/>
                <a:ea typeface="Times New Roman" panose="02020603050405020304" pitchFamily="18" charset="0"/>
                <a:cs typeface="Arial"/>
              </a:rPr>
              <a:t> 4.0 International License. </a:t>
            </a:r>
          </a:p>
          <a:p>
            <a:pPr marL="0" marR="0" indent="0" fontAlgn="base">
              <a:spcBef>
                <a:spcPts val="0"/>
              </a:spcBef>
              <a:spcAft>
                <a:spcPts val="0"/>
              </a:spcAft>
              <a:buNone/>
            </a:pPr>
            <a:r>
              <a:rPr lang="en-US" sz="1600" dirty="0">
                <a:latin typeface="Calibri"/>
                <a:ea typeface="Times New Roman" panose="02020603050405020304" pitchFamily="18" charset="0"/>
                <a:cs typeface="Arial"/>
              </a:rPr>
              <a:t>The English ULB is based on the </a:t>
            </a:r>
            <a:r>
              <a:rPr lang="en-US" sz="1600" dirty="0" err="1">
                <a:latin typeface="Calibri"/>
                <a:ea typeface="Times New Roman" panose="02020603050405020304" pitchFamily="18" charset="0"/>
                <a:cs typeface="Arial"/>
              </a:rPr>
              <a:t>unfoldingWord</a:t>
            </a:r>
            <a:r>
              <a:rPr lang="en-US" sz="1600" dirty="0">
                <a:latin typeface="Calibri"/>
                <a:ea typeface="Times New Roman" panose="02020603050405020304" pitchFamily="18" charset="0"/>
                <a:cs typeface="Arial"/>
              </a:rPr>
              <a:t>® Literal Text, CC BY-SA 4.0. The original work of the </a:t>
            </a:r>
            <a:r>
              <a:rPr lang="en-US" sz="1600" dirty="0" err="1">
                <a:latin typeface="Calibri"/>
                <a:ea typeface="Times New Roman" panose="02020603050405020304" pitchFamily="18" charset="0"/>
                <a:cs typeface="Arial"/>
              </a:rPr>
              <a:t>unfoldingWord</a:t>
            </a:r>
            <a:r>
              <a:rPr lang="en-US" sz="1600" dirty="0">
                <a:latin typeface="Calibri"/>
                <a:ea typeface="Times New Roman" panose="02020603050405020304" pitchFamily="18" charset="0"/>
                <a:cs typeface="Arial"/>
              </a:rPr>
              <a:t>® Literal Text is available at https://unfoldingword.bible/ult/.</a:t>
            </a:r>
          </a:p>
        </p:txBody>
      </p:sp>
      <p:sp>
        <p:nvSpPr>
          <p:cNvPr id="7" name="Rectangle 6">
            <a:extLst>
              <a:ext uri="{FF2B5EF4-FFF2-40B4-BE49-F238E27FC236}">
                <a16:creationId xmlns:a16="http://schemas.microsoft.com/office/drawing/2014/main" id="{6D1C5468-2E27-9AF9-E8A7-9D00C2F6695F}"/>
              </a:ext>
            </a:extLst>
          </p:cNvPr>
          <p:cNvSpPr/>
          <p:nvPr/>
        </p:nvSpPr>
        <p:spPr>
          <a:xfrm>
            <a:off x="-68236" y="3933949"/>
            <a:ext cx="3040036" cy="2308324"/>
          </a:xfrm>
          <a:prstGeom prst="rect">
            <a:avLst/>
          </a:prstGeom>
        </p:spPr>
        <p:txBody>
          <a:bodyPr wrap="square" lIns="91440" tIns="45720" rIns="91440" bIns="4572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b="1" dirty="0">
                <a:solidFill>
                  <a:srgbClr val="B95659"/>
                </a:solidFill>
                <a:latin typeface="Arial"/>
                <a:ea typeface="+mj-ea"/>
                <a:cs typeface="Arial"/>
              </a:rPr>
              <a:t>Building Teams and Harnessing Skills</a:t>
            </a:r>
            <a:endParaRPr lang="en-US" sz="3600" dirty="0"/>
          </a:p>
        </p:txBody>
      </p:sp>
      <p:cxnSp>
        <p:nvCxnSpPr>
          <p:cNvPr id="8" name="Straight Arrow Connector 7">
            <a:extLst>
              <a:ext uri="{FF2B5EF4-FFF2-40B4-BE49-F238E27FC236}">
                <a16:creationId xmlns:a16="http://schemas.microsoft.com/office/drawing/2014/main" id="{A525E1EC-2B3D-B92F-74BA-AE9AEC3DD826}"/>
              </a:ext>
            </a:extLst>
          </p:cNvPr>
          <p:cNvCxnSpPr/>
          <p:nvPr/>
        </p:nvCxnSpPr>
        <p:spPr>
          <a:xfrm flipH="1">
            <a:off x="2856798" y="4028010"/>
            <a:ext cx="7549" cy="2246153"/>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10" name="Parallelogram 9">
            <a:extLst>
              <a:ext uri="{FF2B5EF4-FFF2-40B4-BE49-F238E27FC236}">
                <a16:creationId xmlns:a16="http://schemas.microsoft.com/office/drawing/2014/main" id="{8935C890-2269-E49E-86DF-C211A0DE5924}"/>
              </a:ext>
            </a:extLst>
          </p:cNvPr>
          <p:cNvSpPr/>
          <p:nvPr/>
        </p:nvSpPr>
        <p:spPr>
          <a:xfrm flipH="1">
            <a:off x="-127730" y="6628431"/>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a:extLst>
              <a:ext uri="{FF2B5EF4-FFF2-40B4-BE49-F238E27FC236}">
                <a16:creationId xmlns:a16="http://schemas.microsoft.com/office/drawing/2014/main" id="{DDF8B0AC-4967-3644-B916-F6C2ECC53264}"/>
              </a:ext>
            </a:extLst>
          </p:cNvPr>
          <p:cNvSpPr/>
          <p:nvPr/>
        </p:nvSpPr>
        <p:spPr>
          <a:xfrm flipH="1">
            <a:off x="2971800" y="6628431"/>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5AE8FE71-03A0-CB9B-C12A-D84F3A382A80}"/>
              </a:ext>
            </a:extLst>
          </p:cNvPr>
          <p:cNvSpPr/>
          <p:nvPr/>
        </p:nvSpPr>
        <p:spPr>
          <a:xfrm flipH="1">
            <a:off x="6071330" y="6628431"/>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754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61DD2C8-0410-446B-ACA3-C4E16AF5CC8F}"/>
              </a:ext>
            </a:extLst>
          </p:cNvPr>
          <p:cNvSpPr/>
          <p:nvPr/>
        </p:nvSpPr>
        <p:spPr>
          <a:xfrm>
            <a:off x="1567543" y="2051854"/>
            <a:ext cx="2656114" cy="1915885"/>
          </a:xfrm>
          <a:prstGeom prst="rect">
            <a:avLst/>
          </a:prstGeom>
          <a:solidFill>
            <a:schemeClr val="accent2">
              <a:lumMod val="20000"/>
              <a:lumOff val="80000"/>
            </a:schemeClr>
          </a:solidFill>
          <a:ln>
            <a:noFill/>
          </a:ln>
        </p:spPr>
        <p:txBody>
          <a:bodyPr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716557"/>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7FC95C1B-B635-45DB-905B-C1A01196021D}"/>
              </a:ext>
            </a:extLst>
          </p:cNvPr>
          <p:cNvSpPr>
            <a:spLocks noGrp="1"/>
          </p:cNvSpPr>
          <p:nvPr>
            <p:ph type="title"/>
          </p:nvPr>
        </p:nvSpPr>
        <p:spPr/>
        <p:txBody>
          <a:bodyPr/>
          <a:lstStyle/>
          <a:p>
            <a:r>
              <a:rPr lang="en-US" dirty="0"/>
              <a:t>Team Skills Inventory</a:t>
            </a:r>
          </a:p>
        </p:txBody>
      </p:sp>
      <p:sp>
        <p:nvSpPr>
          <p:cNvPr id="19" name="Rectangle 18">
            <a:extLst>
              <a:ext uri="{FF2B5EF4-FFF2-40B4-BE49-F238E27FC236}">
                <a16:creationId xmlns:a16="http://schemas.microsoft.com/office/drawing/2014/main" id="{0A0D6323-09C6-4F47-96CF-E4372FB3FB40}"/>
              </a:ext>
            </a:extLst>
          </p:cNvPr>
          <p:cNvSpPr/>
          <p:nvPr/>
        </p:nvSpPr>
        <p:spPr>
          <a:xfrm>
            <a:off x="0" y="5265121"/>
            <a:ext cx="9144000" cy="1092136"/>
          </a:xfrm>
          <a:prstGeom prst="rect">
            <a:avLst/>
          </a:prstGeom>
          <a:solidFill>
            <a:schemeClr val="accent2">
              <a:lumMod val="20000"/>
              <a:lumOff val="80000"/>
            </a:schemeClr>
          </a:solidFill>
          <a:ln>
            <a:noFill/>
          </a:ln>
        </p:spPr>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B4A42"/>
                </a:solidFill>
                <a:effectLst/>
                <a:uLnTx/>
                <a:uFillTx/>
                <a:latin typeface="Arial" panose="020B0604020202020204" pitchFamily="34" charset="0"/>
                <a:ea typeface="+mn-ea"/>
                <a:cs typeface="Arial" panose="020B0604020202020204" pitchFamily="34" charset="0"/>
              </a:rPr>
              <a:t>What needs prevent translator focus?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B4A42"/>
                </a:solidFill>
                <a:effectLst/>
                <a:uLnTx/>
                <a:uFillTx/>
                <a:latin typeface="Arial" panose="020B0604020202020204" pitchFamily="34" charset="0"/>
                <a:ea typeface="+mn-ea"/>
                <a:cs typeface="Arial" panose="020B0604020202020204" pitchFamily="34" charset="0"/>
              </a:rPr>
              <a:t>How will </a:t>
            </a:r>
            <a:r>
              <a:rPr lang="en-US" sz="2400" dirty="0">
                <a:solidFill>
                  <a:srgbClr val="5B4A42"/>
                </a:solidFill>
                <a:latin typeface="Arial" panose="020B0604020202020204" pitchFamily="34" charset="0"/>
                <a:cs typeface="Arial" panose="020B0604020202020204" pitchFamily="34" charset="0"/>
              </a:rPr>
              <a:t>workshop </a:t>
            </a:r>
            <a:r>
              <a:rPr kumimoji="0" lang="en-US" sz="2400" b="0" i="0" u="none" strike="noStrike" kern="1200" cap="none" spc="0" normalizeH="0" baseline="0" noProof="0" dirty="0">
                <a:ln>
                  <a:noFill/>
                </a:ln>
                <a:solidFill>
                  <a:srgbClr val="5B4A42"/>
                </a:solidFill>
                <a:effectLst/>
                <a:uLnTx/>
                <a:uFillTx/>
                <a:latin typeface="Arial" panose="020B0604020202020204" pitchFamily="34" charset="0"/>
                <a:ea typeface="+mn-ea"/>
                <a:cs typeface="Arial" panose="020B0604020202020204" pitchFamily="34" charset="0"/>
              </a:rPr>
              <a:t>leaders provide for these needs?</a:t>
            </a:r>
          </a:p>
        </p:txBody>
      </p:sp>
      <p:grpSp>
        <p:nvGrpSpPr>
          <p:cNvPr id="5" name="Group 4">
            <a:extLst>
              <a:ext uri="{FF2B5EF4-FFF2-40B4-BE49-F238E27FC236}">
                <a16:creationId xmlns:a16="http://schemas.microsoft.com/office/drawing/2014/main" id="{A695C2C1-49B7-4AF4-8D29-611BC6BD3C34}"/>
              </a:ext>
            </a:extLst>
          </p:cNvPr>
          <p:cNvGrpSpPr/>
          <p:nvPr/>
        </p:nvGrpSpPr>
        <p:grpSpPr>
          <a:xfrm>
            <a:off x="3378496" y="1839582"/>
            <a:ext cx="2340429" cy="2340429"/>
            <a:chOff x="3173186" y="1634745"/>
            <a:chExt cx="2340429" cy="2340429"/>
          </a:xfrm>
        </p:grpSpPr>
        <p:sp>
          <p:nvSpPr>
            <p:cNvPr id="4" name="Oval 3">
              <a:extLst>
                <a:ext uri="{FF2B5EF4-FFF2-40B4-BE49-F238E27FC236}">
                  <a16:creationId xmlns:a16="http://schemas.microsoft.com/office/drawing/2014/main" id="{0C1BCC1E-506F-49B3-9438-F4152FB57D41}"/>
                </a:ext>
              </a:extLst>
            </p:cNvPr>
            <p:cNvSpPr/>
            <p:nvPr/>
          </p:nvSpPr>
          <p:spPr>
            <a:xfrm>
              <a:off x="3173186" y="1634745"/>
              <a:ext cx="2340429" cy="2340429"/>
            </a:xfrm>
            <a:prstGeom prst="ellipse">
              <a:avLst/>
            </a:prstGeom>
            <a:solidFill>
              <a:schemeClr val="accent2"/>
            </a:solidFill>
            <a:ln>
              <a:noFill/>
            </a:ln>
            <a:effectLst>
              <a:outerShdw blurRad="50800" dist="38100" dir="5400000" algn="t" rotWithShape="0">
                <a:prstClr val="black">
                  <a:alpha val="40000"/>
                </a:prstClr>
              </a:outerShdw>
            </a:effectLst>
          </p:spPr>
          <p:txBody>
            <a:bodyPr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716557"/>
                </a:solidFill>
                <a:effectLst/>
                <a:uLnTx/>
                <a:uFillTx/>
                <a:latin typeface="Arial" panose="020B060402020202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5EA824CF-ACE0-463E-8B94-CC143BD8C264}"/>
                </a:ext>
              </a:extLst>
            </p:cNvPr>
            <p:cNvSpPr txBox="1"/>
            <p:nvPr/>
          </p:nvSpPr>
          <p:spPr>
            <a:xfrm>
              <a:off x="3287486" y="2020129"/>
              <a:ext cx="2111828" cy="156966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rial Black" panose="020B0A04020102020204" pitchFamily="34" charset="0"/>
                  <a:ea typeface="+mn-ea"/>
                  <a:cs typeface="+mn-cs"/>
                </a:rPr>
                <a:t>Form teams that work well together</a:t>
              </a:r>
            </a:p>
          </p:txBody>
        </p:sp>
      </p:grpSp>
      <p:sp>
        <p:nvSpPr>
          <p:cNvPr id="17" name="TextBox 16">
            <a:extLst>
              <a:ext uri="{FF2B5EF4-FFF2-40B4-BE49-F238E27FC236}">
                <a16:creationId xmlns:a16="http://schemas.microsoft.com/office/drawing/2014/main" id="{5ED9D44A-D2F5-4655-B1A2-825C732F575F}"/>
              </a:ext>
            </a:extLst>
          </p:cNvPr>
          <p:cNvSpPr txBox="1"/>
          <p:nvPr/>
        </p:nvSpPr>
        <p:spPr>
          <a:xfrm>
            <a:off x="6437380" y="1317026"/>
            <a:ext cx="2443842" cy="3385542"/>
          </a:xfrm>
          <a:prstGeom prst="rect">
            <a:avLst/>
          </a:prstGeom>
          <a:noFill/>
        </p:spPr>
        <p:txBody>
          <a:bodyPr wrap="square" anchor="ctr">
            <a:spAutoFit/>
          </a:bodyPr>
          <a:lstStyle/>
          <a:p>
            <a:pPr marL="174625" marR="0" lvl="0" indent="-174625" algn="l" defTabSz="4572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5B4A42"/>
                </a:solidFill>
                <a:effectLst/>
                <a:uLnTx/>
                <a:uFillTx/>
                <a:latin typeface="Arial" panose="020B0604020202020204" pitchFamily="34" charset="0"/>
                <a:ea typeface="Calibri" panose="020F0502020204030204" pitchFamily="34" charset="0"/>
                <a:cs typeface="Times New Roman" panose="02020603050405020304" pitchFamily="18" charset="0"/>
              </a:rPr>
              <a:t>GL ability</a:t>
            </a:r>
          </a:p>
          <a:p>
            <a:pPr marL="174625" marR="0" lvl="0" indent="-174625" algn="l" defTabSz="4572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5B4A42"/>
                </a:solidFill>
                <a:effectLst/>
                <a:uLnTx/>
                <a:uFillTx/>
                <a:latin typeface="Arial" panose="020B0604020202020204" pitchFamily="34" charset="0"/>
                <a:ea typeface="Calibri" panose="020F0502020204030204" pitchFamily="34" charset="0"/>
                <a:cs typeface="Times New Roman" panose="02020603050405020304" pitchFamily="18" charset="0"/>
              </a:rPr>
              <a:t>HL ability</a:t>
            </a:r>
          </a:p>
          <a:p>
            <a:pPr marL="174625" marR="0" lvl="0" indent="-174625" algn="l" defTabSz="4572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5B4A42"/>
                </a:solidFill>
                <a:effectLst/>
                <a:uLnTx/>
                <a:uFillTx/>
                <a:latin typeface="Arial" panose="020B0604020202020204" pitchFamily="34" charset="0"/>
                <a:ea typeface="Calibri" panose="020F0502020204030204" pitchFamily="34" charset="0"/>
                <a:cs typeface="Times New Roman" panose="02020603050405020304" pitchFamily="18" charset="0"/>
              </a:rPr>
              <a:t>Bible knowledge</a:t>
            </a:r>
          </a:p>
          <a:p>
            <a:pPr marL="174625" marR="0" lvl="0" indent="-174625" algn="l" defTabSz="4572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5B4A42"/>
                </a:solidFill>
                <a:effectLst/>
                <a:uLnTx/>
                <a:uFillTx/>
                <a:latin typeface="Arial" panose="020B0604020202020204" pitchFamily="34" charset="0"/>
                <a:ea typeface="Calibri" panose="020F0502020204030204" pitchFamily="34" charset="0"/>
                <a:cs typeface="Times New Roman" panose="02020603050405020304" pitchFamily="18" charset="0"/>
              </a:rPr>
              <a:t>Tech Knowledge</a:t>
            </a:r>
          </a:p>
          <a:p>
            <a:pPr marL="174625" marR="0" lvl="0" indent="-174625" algn="l" defTabSz="4572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sz="2200" dirty="0">
                <a:solidFill>
                  <a:srgbClr val="5B4A42"/>
                </a:solidFill>
                <a:latin typeface="Arial" panose="020B0604020202020204" pitchFamily="34" charset="0"/>
                <a:ea typeface="Calibri" panose="020F0502020204030204" pitchFamily="34" charset="0"/>
                <a:cs typeface="Times New Roman" panose="02020603050405020304" pitchFamily="18" charset="0"/>
              </a:rPr>
              <a:t>Background</a:t>
            </a:r>
            <a:endParaRPr kumimoji="0" lang="en-US" sz="2200" b="0" i="0" u="none" strike="noStrike" kern="1200" cap="none" spc="0" normalizeH="0" baseline="0" noProof="0" dirty="0">
              <a:ln>
                <a:noFill/>
              </a:ln>
              <a:solidFill>
                <a:srgbClr val="5B4A42"/>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174625" marR="0" lvl="0" indent="-174625" algn="l" defTabSz="4572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sz="2200" dirty="0">
                <a:solidFill>
                  <a:srgbClr val="5B4A42"/>
                </a:solidFill>
                <a:latin typeface="Arial" panose="020B0604020202020204" pitchFamily="34" charset="0"/>
                <a:ea typeface="Calibri" panose="020F0502020204030204" pitchFamily="34" charset="0"/>
                <a:cs typeface="Times New Roman" panose="02020603050405020304" pitchFamily="18" charset="0"/>
              </a:rPr>
              <a:t>Personality</a:t>
            </a:r>
          </a:p>
          <a:p>
            <a:pPr marL="174625" marR="0" lvl="0" indent="-174625" algn="l" defTabSz="4572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5B4A42"/>
                </a:solidFill>
                <a:effectLst/>
                <a:uLnTx/>
                <a:uFillTx/>
                <a:latin typeface="Arial" panose="020B0604020202020204" pitchFamily="34" charset="0"/>
                <a:ea typeface="Calibri" panose="020F0502020204030204" pitchFamily="34" charset="0"/>
                <a:cs typeface="Times New Roman" panose="02020603050405020304" pitchFamily="18" charset="0"/>
              </a:rPr>
              <a:t>Thinking Style</a:t>
            </a:r>
          </a:p>
        </p:txBody>
      </p:sp>
      <p:sp>
        <p:nvSpPr>
          <p:cNvPr id="7" name="Arrow: Right 6">
            <a:extLst>
              <a:ext uri="{FF2B5EF4-FFF2-40B4-BE49-F238E27FC236}">
                <a16:creationId xmlns:a16="http://schemas.microsoft.com/office/drawing/2014/main" id="{6919AF51-7C78-4018-B1BC-639616E0B7E6}"/>
              </a:ext>
            </a:extLst>
          </p:cNvPr>
          <p:cNvSpPr/>
          <p:nvPr/>
        </p:nvSpPr>
        <p:spPr>
          <a:xfrm>
            <a:off x="5833225" y="2522045"/>
            <a:ext cx="566057" cy="975503"/>
          </a:xfrm>
          <a:prstGeom prst="rightArrow">
            <a:avLst>
              <a:gd name="adj1" fmla="val 54464"/>
              <a:gd name="adj2" fmla="val 50000"/>
            </a:avLst>
          </a:prstGeom>
          <a:solidFill>
            <a:schemeClr val="accent3"/>
          </a:solidFill>
          <a:ln>
            <a:noFill/>
          </a:ln>
        </p:spPr>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716557"/>
              </a:solidFill>
              <a:effectLst/>
              <a:uLnTx/>
              <a:uFillTx/>
              <a:latin typeface="Arial" panose="020B0604020202020204" pitchFamily="34" charset="0"/>
              <a:ea typeface="+mn-ea"/>
              <a:cs typeface="Arial" panose="020B0604020202020204" pitchFamily="34" charset="0"/>
            </a:endParaRPr>
          </a:p>
        </p:txBody>
      </p:sp>
      <p:pic>
        <p:nvPicPr>
          <p:cNvPr id="28" name="Picture 27">
            <a:extLst>
              <a:ext uri="{FF2B5EF4-FFF2-40B4-BE49-F238E27FC236}">
                <a16:creationId xmlns:a16="http://schemas.microsoft.com/office/drawing/2014/main" id="{66674B9C-9DE8-473D-ACE9-9FA26D426EE1}"/>
              </a:ext>
            </a:extLst>
          </p:cNvPr>
          <p:cNvPicPr>
            <a:picLocks noChangeAspect="1"/>
          </p:cNvPicPr>
          <p:nvPr/>
        </p:nvPicPr>
        <p:blipFill rotWithShape="1">
          <a:blip r:embed="rId2">
            <a:extLst>
              <a:ext uri="{28A0092B-C50C-407E-A947-70E740481C1C}">
                <a14:useLocalDpi xmlns:a14="http://schemas.microsoft.com/office/drawing/2010/main" val="0"/>
              </a:ext>
            </a:extLst>
          </a:blip>
          <a:srcRect l="1118" t="1053" r="31386" b="8926"/>
          <a:stretch/>
        </p:blipFill>
        <p:spPr>
          <a:xfrm>
            <a:off x="1304766" y="962590"/>
            <a:ext cx="1724184" cy="1724687"/>
          </a:xfrm>
          <a:prstGeom prst="ellipse">
            <a:avLst/>
          </a:prstGeom>
          <a:ln w="38100">
            <a:solidFill>
              <a:schemeClr val="accent3"/>
            </a:solidFill>
          </a:ln>
          <a:effectLst>
            <a:outerShdw blurRad="50800" dist="38100" dir="5400000" algn="t" rotWithShape="0">
              <a:prstClr val="black">
                <a:alpha val="40000"/>
              </a:prstClr>
            </a:outerShdw>
          </a:effectLst>
        </p:spPr>
      </p:pic>
      <p:pic>
        <p:nvPicPr>
          <p:cNvPr id="30" name="Picture 29">
            <a:extLst>
              <a:ext uri="{FF2B5EF4-FFF2-40B4-BE49-F238E27FC236}">
                <a16:creationId xmlns:a16="http://schemas.microsoft.com/office/drawing/2014/main" id="{16496796-3394-4878-80F2-F9989EBA6AC7}"/>
              </a:ext>
            </a:extLst>
          </p:cNvPr>
          <p:cNvPicPr>
            <a:picLocks noChangeAspect="1"/>
          </p:cNvPicPr>
          <p:nvPr/>
        </p:nvPicPr>
        <p:blipFill>
          <a:blip r:embed="rId3">
            <a:extLst>
              <a:ext uri="{28A0092B-C50C-407E-A947-70E740481C1C}">
                <a14:useLocalDpi xmlns:a14="http://schemas.microsoft.com/office/drawing/2010/main" val="0"/>
              </a:ext>
            </a:extLst>
          </a:blip>
          <a:srcRect l="15" r="15"/>
          <a:stretch/>
        </p:blipFill>
        <p:spPr>
          <a:xfrm>
            <a:off x="1601399" y="3282359"/>
            <a:ext cx="1724184" cy="1724687"/>
          </a:xfrm>
          <a:prstGeom prst="ellipse">
            <a:avLst/>
          </a:prstGeom>
          <a:ln w="38100">
            <a:solidFill>
              <a:schemeClr val="accent3"/>
            </a:solidFill>
          </a:ln>
          <a:effectLst>
            <a:outerShdw blurRad="50800" dist="38100" dir="5400000" algn="t" rotWithShape="0">
              <a:prstClr val="black">
                <a:alpha val="40000"/>
              </a:prstClr>
            </a:outerShdw>
          </a:effectLst>
        </p:spPr>
      </p:pic>
      <p:pic>
        <p:nvPicPr>
          <p:cNvPr id="29" name="Picture 28">
            <a:extLst>
              <a:ext uri="{FF2B5EF4-FFF2-40B4-BE49-F238E27FC236}">
                <a16:creationId xmlns:a16="http://schemas.microsoft.com/office/drawing/2014/main" id="{0BFE2991-5749-4340-A97C-088CC9976F69}"/>
              </a:ext>
            </a:extLst>
          </p:cNvPr>
          <p:cNvPicPr>
            <a:picLocks noChangeAspect="1"/>
          </p:cNvPicPr>
          <p:nvPr/>
        </p:nvPicPr>
        <p:blipFill>
          <a:blip r:embed="rId4">
            <a:extLst>
              <a:ext uri="{28A0092B-C50C-407E-A947-70E740481C1C}">
                <a14:useLocalDpi xmlns:a14="http://schemas.microsoft.com/office/drawing/2010/main" val="0"/>
              </a:ext>
            </a:extLst>
          </a:blip>
          <a:srcRect l="15" r="15"/>
          <a:stretch/>
        </p:blipFill>
        <p:spPr>
          <a:xfrm>
            <a:off x="342583" y="2237608"/>
            <a:ext cx="1724184" cy="1724687"/>
          </a:xfrm>
          <a:prstGeom prst="ellipse">
            <a:avLst/>
          </a:prstGeom>
          <a:ln w="38100">
            <a:solidFill>
              <a:schemeClr val="accent3"/>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328915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C95C1B-B635-45DB-905B-C1A01196021D}"/>
              </a:ext>
            </a:extLst>
          </p:cNvPr>
          <p:cNvSpPr>
            <a:spLocks noGrp="1"/>
          </p:cNvSpPr>
          <p:nvPr>
            <p:ph type="title"/>
          </p:nvPr>
        </p:nvSpPr>
        <p:spPr>
          <a:xfrm>
            <a:off x="316860" y="2141022"/>
            <a:ext cx="2897010" cy="863169"/>
          </a:xfrm>
        </p:spPr>
        <p:txBody>
          <a:bodyPr/>
          <a:lstStyle/>
          <a:p>
            <a:r>
              <a:rPr lang="en-US" sz="2400" dirty="0"/>
              <a:t>Zone of Proximal </a:t>
            </a:r>
            <a:br>
              <a:rPr lang="en-US" sz="2400" dirty="0"/>
            </a:br>
            <a:r>
              <a:rPr lang="en-US" sz="2400" dirty="0"/>
              <a:t>Development</a:t>
            </a:r>
          </a:p>
        </p:txBody>
      </p:sp>
      <p:sp>
        <p:nvSpPr>
          <p:cNvPr id="16" name="TextBox 15">
            <a:extLst>
              <a:ext uri="{FF2B5EF4-FFF2-40B4-BE49-F238E27FC236}">
                <a16:creationId xmlns:a16="http://schemas.microsoft.com/office/drawing/2014/main" id="{A1011BEF-B975-4CBD-AD74-8C03AE7D5365}"/>
              </a:ext>
            </a:extLst>
          </p:cNvPr>
          <p:cNvSpPr txBox="1"/>
          <p:nvPr/>
        </p:nvSpPr>
        <p:spPr>
          <a:xfrm>
            <a:off x="-4747278" y="454736"/>
            <a:ext cx="4702628" cy="4532587"/>
          </a:xfrm>
          <a:prstGeom prst="rect">
            <a:avLst/>
          </a:prstGeom>
          <a:noFill/>
        </p:spPr>
        <p:txBody>
          <a:bodyPr wrap="square">
            <a:spAutoFit/>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Team Skills Inventory</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457200" rtl="0" eaLnBrk="1" fontAlgn="auto" latinLnBrk="0" hangingPunct="1">
              <a:lnSpc>
                <a:spcPct val="107000"/>
              </a:lnSpc>
              <a:spcBef>
                <a:spcPts val="0"/>
              </a:spcBef>
              <a:spcAft>
                <a:spcPts val="0"/>
              </a:spcAft>
              <a:buClrTx/>
              <a:buSzTx/>
              <a:buFont typeface="Calibri" panose="020F050202020403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3-circle drawing for ZPD</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457200" rtl="0" eaLnBrk="1" fontAlgn="auto" latinLnBrk="0" hangingPunct="1">
              <a:lnSpc>
                <a:spcPct val="107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A learner increases his skill by working with someone 1 step ahead.</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457200" rtl="0" eaLnBrk="1" fontAlgn="auto" latinLnBrk="0" hangingPunct="1">
              <a:lnSpc>
                <a:spcPct val="107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An outer ring of skill is still beyond learner. </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457200" rtl="0" eaLnBrk="1" fontAlgn="auto" latinLnBrk="0" hangingPunct="1">
              <a:lnSpc>
                <a:spcPct val="107000"/>
              </a:lnSpc>
              <a:spcBef>
                <a:spcPts val="0"/>
              </a:spcBef>
              <a:spcAft>
                <a:spcPts val="0"/>
              </a:spcAft>
              <a:buClrTx/>
              <a:buSzTx/>
              <a:buFont typeface="Calibri" panose="020F050202020403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Example of ZPD—baby learning to walk; learning to ride a bike. </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457200" rtl="0" eaLnBrk="1" fontAlgn="auto" latinLnBrk="0" hangingPunct="1">
              <a:lnSpc>
                <a:spcPct val="107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Learners do better with someone who will meet them in the middle circle.. </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457200" rtl="0" eaLnBrk="1" fontAlgn="auto" latinLnBrk="0" hangingPunct="1">
              <a:lnSpc>
                <a:spcPct val="107000"/>
              </a:lnSpc>
              <a:spcBef>
                <a:spcPts val="0"/>
              </a:spcBef>
              <a:spcAft>
                <a:spcPts val="0"/>
              </a:spcAft>
              <a:buClrTx/>
              <a:buSzTx/>
              <a:buFont typeface="Calibri" panose="020F050202020403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Picture of scaffolding</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457200" rtl="0" eaLnBrk="1" fontAlgn="auto" latinLnBrk="0" hangingPunct="1">
              <a:lnSpc>
                <a:spcPct val="107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Learners receive support like a scaffold in layers so they can reach higher.</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457200" rtl="0" eaLnBrk="1" fontAlgn="auto" latinLnBrk="0" hangingPunct="1">
              <a:lnSpc>
                <a:spcPct val="107000"/>
              </a:lnSpc>
              <a:spcBef>
                <a:spcPts val="0"/>
              </a:spcBef>
              <a:spcAft>
                <a:spcPts val="0"/>
              </a:spcAft>
              <a:buClrTx/>
              <a:buSzTx/>
              <a:buFont typeface="Calibri" panose="020F050202020403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Teams Skills Inventory helps leaders form teams of translators that can work well together. </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457200" rtl="0" eaLnBrk="1" fontAlgn="auto" latinLnBrk="0" hangingPunct="1">
              <a:lnSpc>
                <a:spcPct val="107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Should be done at beginning of workshop.</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457200" rtl="0" eaLnBrk="1" fontAlgn="auto" latinLnBrk="0" hangingPunct="1">
              <a:lnSpc>
                <a:spcPct val="107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Group translators with others of similar skill level.</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l" defTabSz="457200" rtl="0" eaLnBrk="1" fontAlgn="auto" latinLnBrk="0" hangingPunct="1">
              <a:lnSpc>
                <a:spcPct val="107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Skills assessed: GL ability, HL ability, Bible knowledge, Tech Knowledge, thinking style.</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457200" rtl="0" eaLnBrk="1" fontAlgn="auto" latinLnBrk="0" hangingPunct="1">
              <a:lnSpc>
                <a:spcPct val="107000"/>
              </a:lnSpc>
              <a:spcBef>
                <a:spcPts val="0"/>
              </a:spcBef>
              <a:spcAft>
                <a:spcPts val="0"/>
              </a:spcAft>
              <a:buClrTx/>
              <a:buSzTx/>
              <a:buFont typeface="Calibri" panose="020F050202020403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What kinds of needs might keep translators from focusing on work?</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457200" rtl="0" eaLnBrk="1" fontAlgn="auto" latinLnBrk="0" hangingPunct="1">
              <a:lnSpc>
                <a:spcPct val="107000"/>
              </a:lnSpc>
              <a:spcBef>
                <a:spcPts val="0"/>
              </a:spcBef>
              <a:spcAft>
                <a:spcPts val="800"/>
              </a:spcAft>
              <a:buClrTx/>
              <a:buSzTx/>
              <a:buFont typeface="Calibri" panose="020F050202020403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Calibri" panose="020F0502020204030204" pitchFamily="34" charset="0"/>
                <a:cs typeface="Times New Roman" panose="02020603050405020304" pitchFamily="18" charset="0"/>
              </a:rPr>
              <a:t>How do leaders at a MAST event help provide for these needs so translators can learn and work?</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1" name="Oval 20">
            <a:extLst>
              <a:ext uri="{FF2B5EF4-FFF2-40B4-BE49-F238E27FC236}">
                <a16:creationId xmlns:a16="http://schemas.microsoft.com/office/drawing/2014/main" id="{9665ABB3-D54D-4E57-902D-B09F6C530BE2}"/>
              </a:ext>
            </a:extLst>
          </p:cNvPr>
          <p:cNvSpPr/>
          <p:nvPr/>
        </p:nvSpPr>
        <p:spPr>
          <a:xfrm>
            <a:off x="2946482" y="2369359"/>
            <a:ext cx="3622122" cy="3622122"/>
          </a:xfrm>
          <a:prstGeom prst="ellipse">
            <a:avLst/>
          </a:prstGeom>
          <a:solidFill>
            <a:schemeClr val="accent1">
              <a:lumMod val="20000"/>
              <a:lumOff val="80000"/>
            </a:schemeClr>
          </a:solidFill>
          <a:effectLst>
            <a:outerShdw blurRad="50800" dist="38100" dir="5400000" algn="t" rotWithShape="0">
              <a:prstClr val="black">
                <a:alpha val="40000"/>
              </a:prstClr>
            </a:outerShdw>
          </a:effectLst>
        </p:spPr>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6557"/>
              </a:solidFill>
              <a:effectLst/>
              <a:uLnTx/>
              <a:uFillTx/>
              <a:latin typeface="Arial" panose="020B0604020202020204" pitchFamily="34" charset="0"/>
              <a:ea typeface="+mn-ea"/>
              <a:cs typeface="Arial" panose="020B0604020202020204" pitchFamily="34" charset="0"/>
            </a:endParaRPr>
          </a:p>
        </p:txBody>
      </p:sp>
      <p:sp>
        <p:nvSpPr>
          <p:cNvPr id="22" name="TextBox 21">
            <a:extLst>
              <a:ext uri="{FF2B5EF4-FFF2-40B4-BE49-F238E27FC236}">
                <a16:creationId xmlns:a16="http://schemas.microsoft.com/office/drawing/2014/main" id="{2EA814C7-DC34-431A-BEE1-7B666D81FAD6}"/>
              </a:ext>
            </a:extLst>
          </p:cNvPr>
          <p:cNvSpPr txBox="1"/>
          <p:nvPr/>
        </p:nvSpPr>
        <p:spPr>
          <a:xfrm>
            <a:off x="3662128" y="4501640"/>
            <a:ext cx="2190830" cy="1317477"/>
          </a:xfrm>
          <a:prstGeom prst="rect">
            <a:avLst/>
          </a:prstGeom>
          <a:noFill/>
        </p:spPr>
        <p:txBody>
          <a:bodyPr wrap="none" rtlCol="0" anchor="ctr">
            <a:prstTxWarp prst="textArchDown">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5B4A42"/>
                </a:solidFill>
                <a:effectLst/>
                <a:uLnTx/>
                <a:uFillTx/>
                <a:latin typeface="Arial" panose="020B0604020202020204"/>
                <a:ea typeface="+mn-ea"/>
                <a:cs typeface="+mn-cs"/>
              </a:rPr>
              <a:t>Learner cannot do</a:t>
            </a:r>
          </a:p>
        </p:txBody>
      </p:sp>
      <p:sp>
        <p:nvSpPr>
          <p:cNvPr id="23" name="Oval 22">
            <a:extLst>
              <a:ext uri="{FF2B5EF4-FFF2-40B4-BE49-F238E27FC236}">
                <a16:creationId xmlns:a16="http://schemas.microsoft.com/office/drawing/2014/main" id="{91146765-0814-4520-BF47-C03F706FF6DB}"/>
              </a:ext>
            </a:extLst>
          </p:cNvPr>
          <p:cNvSpPr/>
          <p:nvPr/>
        </p:nvSpPr>
        <p:spPr>
          <a:xfrm>
            <a:off x="3422146" y="2845024"/>
            <a:ext cx="2670794" cy="2670794"/>
          </a:xfrm>
          <a:prstGeom prst="ellipse">
            <a:avLst/>
          </a:prstGeom>
          <a:solidFill>
            <a:schemeClr val="accent1">
              <a:lumMod val="60000"/>
              <a:lumOff val="40000"/>
            </a:schemeClr>
          </a:solidFill>
          <a:effectLst>
            <a:outerShdw blurRad="50800" dist="38100" dir="5400000" algn="t" rotWithShape="0">
              <a:prstClr val="black">
                <a:alpha val="40000"/>
              </a:prstClr>
            </a:outerShdw>
          </a:effectLst>
        </p:spPr>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6557"/>
              </a:solidFill>
              <a:effectLst/>
              <a:uLnTx/>
              <a:uFillTx/>
              <a:latin typeface="Arial" panose="020B0604020202020204" pitchFamily="34" charset="0"/>
              <a:ea typeface="+mn-ea"/>
              <a:cs typeface="Arial" panose="020B0604020202020204" pitchFamily="34" charset="0"/>
            </a:endParaRPr>
          </a:p>
        </p:txBody>
      </p:sp>
      <p:sp>
        <p:nvSpPr>
          <p:cNvPr id="24" name="Oval 23">
            <a:extLst>
              <a:ext uri="{FF2B5EF4-FFF2-40B4-BE49-F238E27FC236}">
                <a16:creationId xmlns:a16="http://schemas.microsoft.com/office/drawing/2014/main" id="{E1A1E5BC-4894-48F9-9892-667388CA2984}"/>
              </a:ext>
            </a:extLst>
          </p:cNvPr>
          <p:cNvSpPr/>
          <p:nvPr/>
        </p:nvSpPr>
        <p:spPr>
          <a:xfrm>
            <a:off x="3928116" y="3350994"/>
            <a:ext cx="1658854" cy="1658854"/>
          </a:xfrm>
          <a:prstGeom prst="ellipse">
            <a:avLst/>
          </a:prstGeom>
          <a:solidFill>
            <a:schemeClr val="accent1"/>
          </a:solidFill>
          <a:effectLst>
            <a:outerShdw blurRad="50800" dist="38100" dir="5400000" algn="t" rotWithShape="0">
              <a:prstClr val="black">
                <a:alpha val="40000"/>
              </a:prstClr>
            </a:outerShdw>
          </a:effectLst>
        </p:spPr>
        <p:txBody>
          <a:bodyPr lIns="0" r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Learner</a:t>
            </a:r>
            <a:br>
              <a:rPr kumimoji="0" lang="en-US" sz="2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br>
            <a:r>
              <a:rPr kumimoji="0" lang="en-US" sz="2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can do</a:t>
            </a:r>
            <a:br>
              <a:rPr kumimoji="0" lang="en-US" sz="2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br>
            <a:r>
              <a:rPr kumimoji="0" lang="en-US" sz="2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unaided</a:t>
            </a:r>
          </a:p>
        </p:txBody>
      </p:sp>
      <p:sp>
        <p:nvSpPr>
          <p:cNvPr id="26" name="TextBox 25">
            <a:extLst>
              <a:ext uri="{FF2B5EF4-FFF2-40B4-BE49-F238E27FC236}">
                <a16:creationId xmlns:a16="http://schemas.microsoft.com/office/drawing/2014/main" id="{0D65492F-DCBA-427F-8DAE-50A9D33B3602}"/>
              </a:ext>
            </a:extLst>
          </p:cNvPr>
          <p:cNvSpPr txBox="1"/>
          <p:nvPr/>
        </p:nvSpPr>
        <p:spPr>
          <a:xfrm>
            <a:off x="717242" y="2910110"/>
            <a:ext cx="2096246" cy="771691"/>
          </a:xfrm>
          <a:prstGeom prst="rect">
            <a:avLst/>
          </a:prstGeom>
          <a:noFill/>
        </p:spPr>
        <p:txBody>
          <a:bodyPr wrap="non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5B4A42"/>
                </a:solidFill>
                <a:effectLst/>
                <a:uLnTx/>
                <a:uFillTx/>
                <a:latin typeface="Arial" panose="020B0604020202020204"/>
                <a:ea typeface="+mn-ea"/>
                <a:cs typeface="+mn-cs"/>
              </a:rPr>
              <a:t>Learner can do</a:t>
            </a:r>
            <a:br>
              <a:rPr kumimoji="0" lang="en-US" sz="2200" b="0" i="0" u="none" strike="noStrike" kern="1200" cap="none" spc="0" normalizeH="0" baseline="0" noProof="0" dirty="0">
                <a:ln>
                  <a:noFill/>
                </a:ln>
                <a:solidFill>
                  <a:srgbClr val="5B4A42"/>
                </a:solidFill>
                <a:effectLst/>
                <a:uLnTx/>
                <a:uFillTx/>
                <a:latin typeface="Arial" panose="020B0604020202020204"/>
                <a:ea typeface="+mn-ea"/>
                <a:cs typeface="+mn-cs"/>
              </a:rPr>
            </a:br>
            <a:r>
              <a:rPr kumimoji="0" lang="en-US" sz="2200" b="0" i="0" u="none" strike="noStrike" kern="1200" cap="none" spc="0" normalizeH="0" baseline="0" noProof="0" dirty="0">
                <a:ln>
                  <a:noFill/>
                </a:ln>
                <a:solidFill>
                  <a:srgbClr val="5B4A42"/>
                </a:solidFill>
                <a:effectLst/>
                <a:uLnTx/>
                <a:uFillTx/>
                <a:latin typeface="Arial" panose="020B0604020202020204"/>
                <a:ea typeface="+mn-ea"/>
                <a:cs typeface="+mn-cs"/>
              </a:rPr>
              <a:t>with guidance</a:t>
            </a:r>
          </a:p>
        </p:txBody>
      </p:sp>
      <p:sp>
        <p:nvSpPr>
          <p:cNvPr id="27" name="Isosceles Triangle 26">
            <a:extLst>
              <a:ext uri="{FF2B5EF4-FFF2-40B4-BE49-F238E27FC236}">
                <a16:creationId xmlns:a16="http://schemas.microsoft.com/office/drawing/2014/main" id="{A23D39EB-6E5D-4AD3-9F38-48710EBD1DBD}"/>
              </a:ext>
            </a:extLst>
          </p:cNvPr>
          <p:cNvSpPr/>
          <p:nvPr/>
        </p:nvSpPr>
        <p:spPr>
          <a:xfrm rot="7280520">
            <a:off x="3299166" y="2793397"/>
            <a:ext cx="123954" cy="1099198"/>
          </a:xfrm>
          <a:prstGeom prst="triangle">
            <a:avLst/>
          </a:prstGeom>
          <a:solidFill>
            <a:schemeClr val="tx2"/>
          </a:solidFill>
        </p:spPr>
        <p:txBody>
          <a:bodyPr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16557"/>
              </a:solidFill>
              <a:effectLst/>
              <a:uLnTx/>
              <a:uFillTx/>
              <a:latin typeface="Arial" panose="020B060402020202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E088800E-815B-3BBB-187C-EB7E80688FA8}"/>
              </a:ext>
            </a:extLst>
          </p:cNvPr>
          <p:cNvSpPr txBox="1"/>
          <p:nvPr/>
        </p:nvSpPr>
        <p:spPr>
          <a:xfrm>
            <a:off x="3650384" y="500544"/>
            <a:ext cx="1843232" cy="707886"/>
          </a:xfrm>
          <a:prstGeom prst="rect">
            <a:avLst/>
          </a:prstGeom>
          <a:noFill/>
        </p:spPr>
        <p:txBody>
          <a:bodyPr wrap="square" rtlCol="0">
            <a:spAutoFit/>
          </a:bodyPr>
          <a:lstStyle/>
          <a:p>
            <a:pPr algn="ctr"/>
            <a:r>
              <a:rPr lang="en-US" sz="4000" b="1" dirty="0">
                <a:solidFill>
                  <a:schemeClr val="accent1">
                    <a:lumMod val="75000"/>
                  </a:schemeClr>
                </a:solidFill>
              </a:rPr>
              <a:t>ZPD</a:t>
            </a:r>
          </a:p>
        </p:txBody>
      </p:sp>
    </p:spTree>
    <p:extLst>
      <p:ext uri="{BB962C8B-B14F-4D97-AF65-F5344CB8AC3E}">
        <p14:creationId xmlns:p14="http://schemas.microsoft.com/office/powerpoint/2010/main" val="93862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FE833-37C0-47CA-8062-0666DE6B73F1}"/>
              </a:ext>
            </a:extLst>
          </p:cNvPr>
          <p:cNvSpPr>
            <a:spLocks noGrp="1"/>
          </p:cNvSpPr>
          <p:nvPr>
            <p:ph type="title"/>
          </p:nvPr>
        </p:nvSpPr>
        <p:spPr/>
        <p:txBody>
          <a:bodyPr/>
          <a:lstStyle/>
          <a:p>
            <a:r>
              <a:rPr lang="en-US"/>
              <a:t>Scaffolding</a:t>
            </a:r>
          </a:p>
        </p:txBody>
      </p:sp>
      <p:pic>
        <p:nvPicPr>
          <p:cNvPr id="4" name="Picture 3">
            <a:extLst>
              <a:ext uri="{FF2B5EF4-FFF2-40B4-BE49-F238E27FC236}">
                <a16:creationId xmlns:a16="http://schemas.microsoft.com/office/drawing/2014/main" id="{0716CBCA-B75A-411A-BAC0-389178DBE6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1407275"/>
            <a:ext cx="3001774" cy="4780075"/>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6DB1E452-6F8F-4403-AF7A-6B0F30D015EA}"/>
              </a:ext>
            </a:extLst>
          </p:cNvPr>
          <p:cNvSpPr txBox="1"/>
          <p:nvPr/>
        </p:nvSpPr>
        <p:spPr>
          <a:xfrm>
            <a:off x="3899854" y="2289207"/>
            <a:ext cx="4699860" cy="1815882"/>
          </a:xfrm>
          <a:prstGeom prst="rect">
            <a:avLst/>
          </a:prstGeom>
          <a:noFill/>
        </p:spPr>
        <p:txBody>
          <a:bodyPr wrap="square" rtlCol="0" anchor="ctr">
            <a:spAutoFit/>
          </a:bodyPr>
          <a:lstStyle/>
          <a:p>
            <a:pPr algn="ctr"/>
            <a:r>
              <a:rPr lang="en-US" sz="2800" b="1" dirty="0">
                <a:solidFill>
                  <a:schemeClr val="accent1"/>
                </a:solidFill>
              </a:rPr>
              <a:t>Process of training students by providing support</a:t>
            </a:r>
            <a:br>
              <a:rPr lang="en-US" sz="2800" b="1" dirty="0">
                <a:solidFill>
                  <a:schemeClr val="accent1"/>
                </a:solidFill>
              </a:rPr>
            </a:br>
            <a:r>
              <a:rPr lang="en-US" sz="2800" b="1" dirty="0">
                <a:solidFill>
                  <a:schemeClr val="accent1"/>
                </a:solidFill>
              </a:rPr>
              <a:t>to reach higher</a:t>
            </a:r>
            <a:endParaRPr lang="en-US" sz="2800" dirty="0">
              <a:solidFill>
                <a:schemeClr val="accent1"/>
              </a:solidFill>
            </a:endParaRPr>
          </a:p>
        </p:txBody>
      </p:sp>
    </p:spTree>
    <p:extLst>
      <p:ext uri="{BB962C8B-B14F-4D97-AF65-F5344CB8AC3E}">
        <p14:creationId xmlns:p14="http://schemas.microsoft.com/office/powerpoint/2010/main" val="1111228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8C8A8549-63E3-475A-9AF4-583755A83EB8}"/>
              </a:ext>
            </a:extLst>
          </p:cNvPr>
          <p:cNvSpPr/>
          <p:nvPr/>
        </p:nvSpPr>
        <p:spPr>
          <a:xfrm>
            <a:off x="3572416" y="3121184"/>
            <a:ext cx="2054776" cy="2054776"/>
          </a:xfrm>
          <a:prstGeom prst="ellipse">
            <a:avLst/>
          </a:prstGeom>
          <a:solidFill>
            <a:schemeClr val="accent2"/>
          </a:solidFill>
        </p:spPr>
        <p:txBody>
          <a:bodyPr wrap="none" lIns="0" tIns="45720" rIns="0" bIns="45720" rtlCol="0" anchor="ctr">
            <a:noAutofit/>
          </a:bodyPr>
          <a:lstStyle/>
          <a:p>
            <a:pPr algn="ctr"/>
            <a:r>
              <a:rPr lang="en-US" b="1" dirty="0">
                <a:solidFill>
                  <a:schemeClr val="bg1"/>
                </a:solidFill>
              </a:rPr>
              <a:t>Lower skilled </a:t>
            </a:r>
          </a:p>
          <a:p>
            <a:pPr algn="ctr"/>
            <a:r>
              <a:rPr lang="en-US" b="1" dirty="0">
                <a:solidFill>
                  <a:schemeClr val="bg1"/>
                </a:solidFill>
              </a:rPr>
              <a:t>translators</a:t>
            </a:r>
            <a:br>
              <a:rPr lang="en-US" b="1" dirty="0">
                <a:solidFill>
                  <a:schemeClr val="bg1"/>
                </a:solidFill>
              </a:rPr>
            </a:br>
            <a:r>
              <a:rPr lang="en-US" b="1" dirty="0">
                <a:solidFill>
                  <a:schemeClr val="bg1"/>
                </a:solidFill>
              </a:rPr>
              <a:t>supported</a:t>
            </a:r>
            <a:br>
              <a:rPr lang="en-US" b="1" dirty="0">
                <a:solidFill>
                  <a:schemeClr val="bg1"/>
                </a:solidFill>
              </a:rPr>
            </a:br>
            <a:r>
              <a:rPr lang="en-US" b="1" dirty="0">
                <a:solidFill>
                  <a:schemeClr val="bg1"/>
                </a:solidFill>
              </a:rPr>
              <a:t>for the ZPD</a:t>
            </a:r>
            <a:br>
              <a:rPr lang="en-US" b="1" dirty="0">
                <a:solidFill>
                  <a:schemeClr val="bg1"/>
                </a:solidFill>
              </a:rPr>
            </a:br>
            <a:r>
              <a:rPr lang="en-US" b="1" dirty="0">
                <a:solidFill>
                  <a:schemeClr val="bg1"/>
                </a:solidFill>
              </a:rPr>
              <a:t>“mid-circle”</a:t>
            </a:r>
          </a:p>
        </p:txBody>
      </p:sp>
      <p:sp>
        <p:nvSpPr>
          <p:cNvPr id="2" name="Title 1">
            <a:extLst>
              <a:ext uri="{FF2B5EF4-FFF2-40B4-BE49-F238E27FC236}">
                <a16:creationId xmlns:a16="http://schemas.microsoft.com/office/drawing/2014/main" id="{9273A94C-2797-4C2E-9B4D-26E9D08ED302}"/>
              </a:ext>
            </a:extLst>
          </p:cNvPr>
          <p:cNvSpPr>
            <a:spLocks noGrp="1"/>
          </p:cNvSpPr>
          <p:nvPr>
            <p:ph type="title"/>
          </p:nvPr>
        </p:nvSpPr>
        <p:spPr/>
        <p:txBody>
          <a:bodyPr/>
          <a:lstStyle/>
          <a:p>
            <a:r>
              <a:rPr lang="en-US"/>
              <a:t>Assessing Translators</a:t>
            </a:r>
            <a:br>
              <a:rPr lang="en-US"/>
            </a:br>
            <a:r>
              <a:rPr lang="en-US"/>
              <a:t>for Group Placement</a:t>
            </a:r>
          </a:p>
        </p:txBody>
      </p:sp>
      <p:grpSp>
        <p:nvGrpSpPr>
          <p:cNvPr id="29" name="Group 28">
            <a:extLst>
              <a:ext uri="{FF2B5EF4-FFF2-40B4-BE49-F238E27FC236}">
                <a16:creationId xmlns:a16="http://schemas.microsoft.com/office/drawing/2014/main" id="{6FFBE053-3D75-453F-8999-4C675F1E034B}"/>
              </a:ext>
            </a:extLst>
          </p:cNvPr>
          <p:cNvGrpSpPr/>
          <p:nvPr/>
        </p:nvGrpSpPr>
        <p:grpSpPr>
          <a:xfrm>
            <a:off x="1220789" y="3028432"/>
            <a:ext cx="2054776" cy="2054776"/>
            <a:chOff x="234200" y="2739675"/>
            <a:chExt cx="2054776" cy="2054776"/>
          </a:xfrm>
        </p:grpSpPr>
        <p:sp>
          <p:nvSpPr>
            <p:cNvPr id="5" name="TextBox 4">
              <a:extLst>
                <a:ext uri="{FF2B5EF4-FFF2-40B4-BE49-F238E27FC236}">
                  <a16:creationId xmlns:a16="http://schemas.microsoft.com/office/drawing/2014/main" id="{B841490C-BA1E-4B46-8A9F-7DCCA4B5B3AF}"/>
                </a:ext>
              </a:extLst>
            </p:cNvPr>
            <p:cNvSpPr txBox="1"/>
            <p:nvPr/>
          </p:nvSpPr>
          <p:spPr>
            <a:xfrm>
              <a:off x="234200" y="3028400"/>
              <a:ext cx="2054776" cy="1477328"/>
            </a:xfrm>
            <a:prstGeom prst="rect">
              <a:avLst/>
            </a:prstGeom>
            <a:noFill/>
          </p:spPr>
          <p:txBody>
            <a:bodyPr wrap="square" rtlCol="0" anchor="ctr">
              <a:spAutoFit/>
            </a:bodyPr>
            <a:lstStyle/>
            <a:p>
              <a:pPr algn="ctr"/>
              <a:r>
                <a:rPr lang="en-US" b="1" dirty="0">
                  <a:solidFill>
                    <a:srgbClr val="716557"/>
                  </a:solidFill>
                </a:rPr>
                <a:t>Lower skilled translators</a:t>
              </a:r>
            </a:p>
            <a:p>
              <a:pPr algn="ctr"/>
              <a:r>
                <a:rPr lang="en-US" b="1" dirty="0">
                  <a:solidFill>
                    <a:srgbClr val="716557"/>
                  </a:solidFill>
                </a:rPr>
                <a:t>with</a:t>
              </a:r>
            </a:p>
            <a:p>
              <a:pPr algn="ctr"/>
              <a:r>
                <a:rPr lang="en-US" b="1" dirty="0">
                  <a:solidFill>
                    <a:srgbClr val="716557"/>
                  </a:solidFill>
                </a:rPr>
                <a:t>advanced translators</a:t>
              </a:r>
            </a:p>
          </p:txBody>
        </p:sp>
        <p:sp>
          <p:nvSpPr>
            <p:cNvPr id="6" name="&quot;Not Allowed&quot; Symbol 5">
              <a:extLst>
                <a:ext uri="{FF2B5EF4-FFF2-40B4-BE49-F238E27FC236}">
                  <a16:creationId xmlns:a16="http://schemas.microsoft.com/office/drawing/2014/main" id="{1CE99363-7DE0-466C-8504-4C74EF5674C5}"/>
                </a:ext>
              </a:extLst>
            </p:cNvPr>
            <p:cNvSpPr/>
            <p:nvPr/>
          </p:nvSpPr>
          <p:spPr>
            <a:xfrm>
              <a:off x="234200" y="2739675"/>
              <a:ext cx="2054776" cy="2054776"/>
            </a:xfrm>
            <a:prstGeom prst="noSmoking">
              <a:avLst>
                <a:gd name="adj" fmla="val 2744"/>
              </a:avLst>
            </a:prstGeom>
            <a:solidFill>
              <a:srgbClr val="FF0000"/>
            </a:solidFill>
          </p:spPr>
          <p:txBody>
            <a:bodyPr rtlCol="0" anchor="ctr">
              <a:noAutofit/>
            </a:bodyPr>
            <a:lstStyle/>
            <a:p>
              <a:pPr algn="ctr"/>
              <a:endParaRPr lang="en-US" sz="2000">
                <a:solidFill>
                  <a:srgbClr val="716557"/>
                </a:solidFill>
                <a:latin typeface="Arial" panose="020B0604020202020204" pitchFamily="34" charset="0"/>
                <a:cs typeface="Arial" panose="020B0604020202020204" pitchFamily="34" charset="0"/>
              </a:endParaRPr>
            </a:p>
          </p:txBody>
        </p:sp>
      </p:grpSp>
      <p:sp>
        <p:nvSpPr>
          <p:cNvPr id="7" name="Oval 6">
            <a:extLst>
              <a:ext uri="{FF2B5EF4-FFF2-40B4-BE49-F238E27FC236}">
                <a16:creationId xmlns:a16="http://schemas.microsoft.com/office/drawing/2014/main" id="{A302EB94-EED9-4DB1-9CC9-76D0FC64C370}"/>
              </a:ext>
            </a:extLst>
          </p:cNvPr>
          <p:cNvSpPr/>
          <p:nvPr/>
        </p:nvSpPr>
        <p:spPr>
          <a:xfrm>
            <a:off x="1999315" y="2389694"/>
            <a:ext cx="497725" cy="497725"/>
          </a:xfrm>
          <a:prstGeom prst="ellipse">
            <a:avLst/>
          </a:prstGeom>
          <a:solidFill>
            <a:srgbClr val="716557"/>
          </a:solidFill>
        </p:spPr>
        <p:txBody>
          <a:bodyPr rtlCol="0" anchor="ctr">
            <a:noAutofit/>
          </a:bodyPr>
          <a:lstStyle/>
          <a:p>
            <a:pPr algn="ctr"/>
            <a:r>
              <a:rPr lang="en-US" sz="2000" b="1">
                <a:solidFill>
                  <a:schemeClr val="bg1"/>
                </a:solidFill>
                <a:latin typeface="Arial" panose="020B0604020202020204" pitchFamily="34" charset="0"/>
                <a:cs typeface="Arial" panose="020B0604020202020204" pitchFamily="34" charset="0"/>
              </a:rPr>
              <a:t>1</a:t>
            </a:r>
          </a:p>
        </p:txBody>
      </p:sp>
      <p:sp>
        <p:nvSpPr>
          <p:cNvPr id="8" name="Oval 7">
            <a:extLst>
              <a:ext uri="{FF2B5EF4-FFF2-40B4-BE49-F238E27FC236}">
                <a16:creationId xmlns:a16="http://schemas.microsoft.com/office/drawing/2014/main" id="{DB512990-6F8B-442A-B9B1-9651FD36ABEC}"/>
              </a:ext>
            </a:extLst>
          </p:cNvPr>
          <p:cNvSpPr/>
          <p:nvPr/>
        </p:nvSpPr>
        <p:spPr>
          <a:xfrm>
            <a:off x="4350941" y="2389694"/>
            <a:ext cx="497725" cy="497725"/>
          </a:xfrm>
          <a:prstGeom prst="ellipse">
            <a:avLst/>
          </a:prstGeom>
          <a:solidFill>
            <a:srgbClr val="716557"/>
          </a:solidFill>
        </p:spPr>
        <p:txBody>
          <a:bodyPr rtlCol="0" anchor="ctr">
            <a:noAutofit/>
          </a:bodyPr>
          <a:lstStyle/>
          <a:p>
            <a:pPr algn="ctr"/>
            <a:r>
              <a:rPr lang="en-US" sz="2000" b="1">
                <a:solidFill>
                  <a:schemeClr val="bg1"/>
                </a:solidFill>
                <a:latin typeface="Arial" panose="020B0604020202020204" pitchFamily="34" charset="0"/>
                <a:cs typeface="Arial" panose="020B0604020202020204" pitchFamily="34" charset="0"/>
              </a:rPr>
              <a:t>2</a:t>
            </a:r>
          </a:p>
        </p:txBody>
      </p:sp>
      <p:sp>
        <p:nvSpPr>
          <p:cNvPr id="11" name="Oval 10">
            <a:extLst>
              <a:ext uri="{FF2B5EF4-FFF2-40B4-BE49-F238E27FC236}">
                <a16:creationId xmlns:a16="http://schemas.microsoft.com/office/drawing/2014/main" id="{3566CBC5-5AB4-4CDB-BD98-19B448FF3FE5}"/>
              </a:ext>
            </a:extLst>
          </p:cNvPr>
          <p:cNvSpPr/>
          <p:nvPr/>
        </p:nvSpPr>
        <p:spPr>
          <a:xfrm>
            <a:off x="6682255" y="2389694"/>
            <a:ext cx="497725" cy="497725"/>
          </a:xfrm>
          <a:prstGeom prst="ellipse">
            <a:avLst/>
          </a:prstGeom>
          <a:solidFill>
            <a:srgbClr val="716557"/>
          </a:solidFill>
        </p:spPr>
        <p:txBody>
          <a:bodyPr rtlCol="0" anchor="ctr">
            <a:noAutofit/>
          </a:bodyPr>
          <a:lstStyle/>
          <a:p>
            <a:pPr algn="ctr"/>
            <a:r>
              <a:rPr lang="en-US" sz="2000" b="1">
                <a:solidFill>
                  <a:schemeClr val="bg1"/>
                </a:solidFill>
                <a:latin typeface="Arial" panose="020B0604020202020204" pitchFamily="34" charset="0"/>
                <a:cs typeface="Arial" panose="020B0604020202020204" pitchFamily="34" charset="0"/>
              </a:rPr>
              <a:t>3</a:t>
            </a:r>
          </a:p>
        </p:txBody>
      </p:sp>
      <p:grpSp>
        <p:nvGrpSpPr>
          <p:cNvPr id="17" name="Group 16">
            <a:extLst>
              <a:ext uri="{FF2B5EF4-FFF2-40B4-BE49-F238E27FC236}">
                <a16:creationId xmlns:a16="http://schemas.microsoft.com/office/drawing/2014/main" id="{88616E4B-ACD4-4F29-9608-97B4111B4FAC}"/>
              </a:ext>
            </a:extLst>
          </p:cNvPr>
          <p:cNvGrpSpPr/>
          <p:nvPr/>
        </p:nvGrpSpPr>
        <p:grpSpPr>
          <a:xfrm>
            <a:off x="5924043" y="3140216"/>
            <a:ext cx="2014150" cy="1942992"/>
            <a:chOff x="1519794" y="4455366"/>
            <a:chExt cx="2014150" cy="1942992"/>
          </a:xfrm>
        </p:grpSpPr>
        <p:pic>
          <p:nvPicPr>
            <p:cNvPr id="14" name="Picture 13">
              <a:extLst>
                <a:ext uri="{FF2B5EF4-FFF2-40B4-BE49-F238E27FC236}">
                  <a16:creationId xmlns:a16="http://schemas.microsoft.com/office/drawing/2014/main" id="{1A13C9D4-95AF-414E-BF3A-B8523A940959}"/>
                </a:ext>
              </a:extLst>
            </p:cNvPr>
            <p:cNvPicPr>
              <a:picLocks noChangeAspect="1"/>
            </p:cNvPicPr>
            <p:nvPr/>
          </p:nvPicPr>
          <p:blipFill rotWithShape="1">
            <a:blip r:embed="rId3">
              <a:extLst>
                <a:ext uri="{28A0092B-C50C-407E-A947-70E740481C1C}">
                  <a14:useLocalDpi xmlns:a14="http://schemas.microsoft.com/office/drawing/2010/main" val="0"/>
                </a:ext>
              </a:extLst>
            </a:blip>
            <a:srcRect t="17017" b="20124"/>
            <a:stretch/>
          </p:blipFill>
          <p:spPr>
            <a:xfrm>
              <a:off x="1556324" y="4455366"/>
              <a:ext cx="1941091" cy="1942992"/>
            </a:xfrm>
            <a:prstGeom prst="roundRect">
              <a:avLst/>
            </a:prstGeom>
          </p:spPr>
        </p:pic>
        <p:sp>
          <p:nvSpPr>
            <p:cNvPr id="16" name="TextBox 15">
              <a:extLst>
                <a:ext uri="{FF2B5EF4-FFF2-40B4-BE49-F238E27FC236}">
                  <a16:creationId xmlns:a16="http://schemas.microsoft.com/office/drawing/2014/main" id="{F19D8D37-F62C-41E2-880F-F71001D05F00}"/>
                </a:ext>
              </a:extLst>
            </p:cNvPr>
            <p:cNvSpPr txBox="1"/>
            <p:nvPr/>
          </p:nvSpPr>
          <p:spPr>
            <a:xfrm>
              <a:off x="1519794" y="5211419"/>
              <a:ext cx="2014150" cy="430887"/>
            </a:xfrm>
            <a:prstGeom prst="rect">
              <a:avLst/>
            </a:prstGeom>
            <a:noFill/>
          </p:spPr>
          <p:txBody>
            <a:bodyPr wrap="square" anchor="ctr">
              <a:spAutoFit/>
            </a:bodyPr>
            <a:lstStyle/>
            <a:p>
              <a:pPr algn="ctr"/>
              <a:r>
                <a:rPr lang="en-US" sz="2200" b="1">
                  <a:solidFill>
                    <a:schemeClr val="bg1"/>
                  </a:solidFill>
                  <a:effectLst>
                    <a:glow rad="330200">
                      <a:schemeClr val="tx2">
                        <a:lumMod val="75000"/>
                        <a:alpha val="97000"/>
                      </a:schemeClr>
                    </a:glow>
                  </a:effectLst>
                </a:rPr>
                <a:t>Scaffold</a:t>
              </a:r>
              <a:endParaRPr lang="en-US" sz="2200">
                <a:effectLst>
                  <a:glow rad="330200">
                    <a:schemeClr val="tx2">
                      <a:lumMod val="75000"/>
                      <a:alpha val="97000"/>
                    </a:schemeClr>
                  </a:glow>
                </a:effectLst>
              </a:endParaRPr>
            </a:p>
          </p:txBody>
        </p:sp>
      </p:grpSp>
    </p:spTree>
    <p:extLst>
      <p:ext uri="{BB962C8B-B14F-4D97-AF65-F5344CB8AC3E}">
        <p14:creationId xmlns:p14="http://schemas.microsoft.com/office/powerpoint/2010/main" val="2922431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06CC0-0004-4F1D-A152-BB5FA2071F49}"/>
              </a:ext>
            </a:extLst>
          </p:cNvPr>
          <p:cNvSpPr>
            <a:spLocks noGrp="1"/>
          </p:cNvSpPr>
          <p:nvPr>
            <p:ph type="title"/>
          </p:nvPr>
        </p:nvSpPr>
        <p:spPr>
          <a:xfrm>
            <a:off x="628650" y="386512"/>
            <a:ext cx="7886700" cy="823265"/>
          </a:xfrm>
        </p:spPr>
        <p:txBody>
          <a:bodyPr/>
          <a:lstStyle/>
          <a:p>
            <a:r>
              <a:rPr lang="en-US" sz="3600" dirty="0"/>
              <a:t>Personality Shapes</a:t>
            </a:r>
            <a:br>
              <a:rPr lang="en-US" sz="2000" dirty="0"/>
            </a:br>
            <a:br>
              <a:rPr lang="en-US" sz="2000" dirty="0"/>
            </a:br>
            <a:endParaRPr lang="en-US" sz="2000" dirty="0">
              <a:solidFill>
                <a:srgbClr val="83A83F"/>
              </a:solidFill>
            </a:endParaRPr>
          </a:p>
        </p:txBody>
      </p:sp>
      <p:pic>
        <p:nvPicPr>
          <p:cNvPr id="24" name="Picture 23">
            <a:extLst>
              <a:ext uri="{FF2B5EF4-FFF2-40B4-BE49-F238E27FC236}">
                <a16:creationId xmlns:a16="http://schemas.microsoft.com/office/drawing/2014/main" id="{CE29F8D7-B2AF-47C8-BB9B-962F5BB84822}"/>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t="1" r="26040" b="411"/>
          <a:stretch/>
        </p:blipFill>
        <p:spPr>
          <a:xfrm rot="14357960">
            <a:off x="6027539" y="2761648"/>
            <a:ext cx="2647344" cy="1432900"/>
          </a:xfrm>
          <a:prstGeom prst="rect">
            <a:avLst/>
          </a:prstGeom>
        </p:spPr>
      </p:pic>
      <p:pic>
        <p:nvPicPr>
          <p:cNvPr id="31" name="Picture 30">
            <a:extLst>
              <a:ext uri="{FF2B5EF4-FFF2-40B4-BE49-F238E27FC236}">
                <a16:creationId xmlns:a16="http://schemas.microsoft.com/office/drawing/2014/main" id="{35A0E532-5843-4657-9028-CC9AD8E23CB3}"/>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94301" y="2184489"/>
            <a:ext cx="2489021" cy="2489021"/>
          </a:xfrm>
          <a:prstGeom prst="rect">
            <a:avLst/>
          </a:prstGeom>
        </p:spPr>
      </p:pic>
      <p:sp>
        <p:nvSpPr>
          <p:cNvPr id="6" name="Triangle 5">
            <a:extLst>
              <a:ext uri="{FF2B5EF4-FFF2-40B4-BE49-F238E27FC236}">
                <a16:creationId xmlns:a16="http://schemas.microsoft.com/office/drawing/2014/main" id="{03C61B2E-C1BC-2D9E-3774-C81CAE7B467B}"/>
              </a:ext>
            </a:extLst>
          </p:cNvPr>
          <p:cNvSpPr/>
          <p:nvPr/>
        </p:nvSpPr>
        <p:spPr>
          <a:xfrm>
            <a:off x="2527403" y="2754483"/>
            <a:ext cx="1793942" cy="1371600"/>
          </a:xfrm>
          <a:prstGeom prst="triangle">
            <a:avLst/>
          </a:prstGeom>
          <a:noFill/>
          <a:ln w="38100">
            <a:solidFill>
              <a:schemeClr val="tx1"/>
            </a:solidFill>
          </a:ln>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7" name="Oval 6">
            <a:extLst>
              <a:ext uri="{FF2B5EF4-FFF2-40B4-BE49-F238E27FC236}">
                <a16:creationId xmlns:a16="http://schemas.microsoft.com/office/drawing/2014/main" id="{B7AE25C5-678C-3AD7-1C45-A8251B88FAFB}"/>
              </a:ext>
            </a:extLst>
          </p:cNvPr>
          <p:cNvSpPr/>
          <p:nvPr/>
        </p:nvSpPr>
        <p:spPr>
          <a:xfrm>
            <a:off x="4776305" y="2662908"/>
            <a:ext cx="1581665" cy="1554751"/>
          </a:xfrm>
          <a:prstGeom prst="ellipse">
            <a:avLst/>
          </a:prstGeom>
          <a:noFill/>
          <a:ln w="38100">
            <a:solidFill>
              <a:schemeClr val="tx1"/>
            </a:solidFill>
          </a:ln>
        </p:spPr>
        <p:txBody>
          <a:bodyPr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92A4F51-BE89-CBF3-85B7-AC197F2464CD}"/>
              </a:ext>
            </a:extLst>
          </p:cNvPr>
          <p:cNvSpPr txBox="1"/>
          <p:nvPr/>
        </p:nvSpPr>
        <p:spPr>
          <a:xfrm>
            <a:off x="2864031" y="5762365"/>
            <a:ext cx="3415937" cy="461665"/>
          </a:xfrm>
          <a:prstGeom prst="rect">
            <a:avLst/>
          </a:prstGeom>
          <a:noFill/>
        </p:spPr>
        <p:txBody>
          <a:bodyPr wrap="square" rtlCol="0">
            <a:spAutoFit/>
          </a:bodyPr>
          <a:lstStyle/>
          <a:p>
            <a:pPr algn="ctr"/>
            <a:r>
              <a:rPr lang="en-US" sz="2400" b="1" dirty="0">
                <a:solidFill>
                  <a:srgbClr val="83A83F"/>
                </a:solidFill>
              </a:rPr>
              <a:t>What’s Your Shape?</a:t>
            </a:r>
            <a:endParaRPr lang="en-US" sz="2400" b="1" dirty="0"/>
          </a:p>
        </p:txBody>
      </p:sp>
    </p:spTree>
    <p:extLst>
      <p:ext uri="{BB962C8B-B14F-4D97-AF65-F5344CB8AC3E}">
        <p14:creationId xmlns:p14="http://schemas.microsoft.com/office/powerpoint/2010/main" val="2882483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28C4D-DB70-4CD9-9207-698EB76F6F54}"/>
              </a:ext>
            </a:extLst>
          </p:cNvPr>
          <p:cNvSpPr>
            <a:spLocks noGrp="1"/>
          </p:cNvSpPr>
          <p:nvPr>
            <p:ph type="title"/>
          </p:nvPr>
        </p:nvSpPr>
        <p:spPr>
          <a:xfrm>
            <a:off x="628650" y="454504"/>
            <a:ext cx="7886700" cy="1325563"/>
          </a:xfrm>
        </p:spPr>
        <p:txBody>
          <a:bodyPr/>
          <a:lstStyle/>
          <a:p>
            <a:r>
              <a:rPr lang="en-US" dirty="0"/>
              <a:t>Thinking Style</a:t>
            </a:r>
          </a:p>
        </p:txBody>
      </p:sp>
      <p:sp>
        <p:nvSpPr>
          <p:cNvPr id="5" name="Content Placeholder 4">
            <a:extLst>
              <a:ext uri="{FF2B5EF4-FFF2-40B4-BE49-F238E27FC236}">
                <a16:creationId xmlns:a16="http://schemas.microsoft.com/office/drawing/2014/main" id="{1E2A8290-1C6F-425D-9529-0341D8F68E8A}"/>
              </a:ext>
            </a:extLst>
          </p:cNvPr>
          <p:cNvSpPr>
            <a:spLocks noGrp="1"/>
          </p:cNvSpPr>
          <p:nvPr>
            <p:ph idx="1"/>
          </p:nvPr>
        </p:nvSpPr>
        <p:spPr>
          <a:xfrm>
            <a:off x="468095" y="1371960"/>
            <a:ext cx="8207810" cy="424732"/>
          </a:xfrm>
        </p:spPr>
        <p:txBody>
          <a:bodyPr anchor="t" anchorCtr="0">
            <a:spAutoFit/>
          </a:bodyPr>
          <a:lstStyle/>
          <a:p>
            <a:pPr marL="0" indent="0" algn="ctr">
              <a:spcBef>
                <a:spcPts val="0"/>
              </a:spcBef>
              <a:spcAft>
                <a:spcPts val="1200"/>
              </a:spcAft>
              <a:buNone/>
            </a:pPr>
            <a:r>
              <a:rPr lang="en-US" dirty="0"/>
              <a:t>Which traits best describe you?</a:t>
            </a:r>
          </a:p>
        </p:txBody>
      </p:sp>
      <p:sp>
        <p:nvSpPr>
          <p:cNvPr id="4" name="Rectangle: Rounded Corners 3">
            <a:extLst>
              <a:ext uri="{FF2B5EF4-FFF2-40B4-BE49-F238E27FC236}">
                <a16:creationId xmlns:a16="http://schemas.microsoft.com/office/drawing/2014/main" id="{B2C9CC8E-0B01-41F6-AF4D-BCF575862A19}"/>
              </a:ext>
            </a:extLst>
          </p:cNvPr>
          <p:cNvSpPr/>
          <p:nvPr/>
        </p:nvSpPr>
        <p:spPr>
          <a:xfrm>
            <a:off x="628650" y="2306041"/>
            <a:ext cx="3645074" cy="2934222"/>
          </a:xfrm>
          <a:prstGeom prst="roundRect">
            <a:avLst>
              <a:gd name="adj" fmla="val 6848"/>
            </a:avLst>
          </a:prstGeom>
          <a:solidFill>
            <a:schemeClr val="bg1"/>
          </a:solidFill>
          <a:ln w="19050">
            <a:solidFill>
              <a:schemeClr val="accent1"/>
            </a:solidFill>
          </a:ln>
          <a:effectLst>
            <a:outerShdw blurRad="50800" dist="38100" dir="5400000" algn="t" rotWithShape="0">
              <a:prstClr val="black">
                <a:alpha val="40000"/>
              </a:prstClr>
            </a:outerShdw>
          </a:effectLst>
        </p:spPr>
        <p:txBody>
          <a:bodyPr rtlCol="0" anchor="t">
            <a:noAutofit/>
          </a:bodyPr>
          <a:lstStyle/>
          <a:p>
            <a:r>
              <a:rPr lang="en-US" sz="2400" b="1" dirty="0">
                <a:solidFill>
                  <a:srgbClr val="716557"/>
                </a:solidFill>
                <a:latin typeface="Arial" panose="020B0604020202020204" pitchFamily="34" charset="0"/>
                <a:cs typeface="Arial" panose="020B0604020202020204" pitchFamily="34" charset="0"/>
              </a:rPr>
              <a:t>Left Brain:</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Uses logic</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Detail oriented</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Facts rule</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Words &amp; language</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Present &amp; past</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Math &amp; science</a:t>
            </a:r>
          </a:p>
        </p:txBody>
      </p:sp>
      <p:sp>
        <p:nvSpPr>
          <p:cNvPr id="24" name="Rectangle: Rounded Corners 23">
            <a:extLst>
              <a:ext uri="{FF2B5EF4-FFF2-40B4-BE49-F238E27FC236}">
                <a16:creationId xmlns:a16="http://schemas.microsoft.com/office/drawing/2014/main" id="{5F1F2830-D098-461E-ADB7-D52A5F8C9F73}"/>
              </a:ext>
            </a:extLst>
          </p:cNvPr>
          <p:cNvSpPr/>
          <p:nvPr/>
        </p:nvSpPr>
        <p:spPr>
          <a:xfrm>
            <a:off x="4572000" y="2306041"/>
            <a:ext cx="4103905" cy="2934222"/>
          </a:xfrm>
          <a:prstGeom prst="roundRect">
            <a:avLst>
              <a:gd name="adj" fmla="val 6848"/>
            </a:avLst>
          </a:prstGeom>
          <a:solidFill>
            <a:schemeClr val="bg1"/>
          </a:solidFill>
          <a:ln w="19050">
            <a:solidFill>
              <a:schemeClr val="accent1"/>
            </a:solidFill>
          </a:ln>
          <a:effectLst>
            <a:outerShdw blurRad="50800" dist="38100" dir="5400000" algn="t" rotWithShape="0">
              <a:prstClr val="black">
                <a:alpha val="40000"/>
              </a:prstClr>
            </a:outerShdw>
          </a:effectLst>
        </p:spPr>
        <p:txBody>
          <a:bodyPr rtlCol="0" anchor="t">
            <a:noAutofit/>
          </a:bodyPr>
          <a:lstStyle/>
          <a:p>
            <a:r>
              <a:rPr lang="en-US" sz="2400" b="1" dirty="0">
                <a:solidFill>
                  <a:srgbClr val="716557"/>
                </a:solidFill>
                <a:latin typeface="Arial" panose="020B0604020202020204" pitchFamily="34" charset="0"/>
                <a:cs typeface="Arial" panose="020B0604020202020204" pitchFamily="34" charset="0"/>
              </a:rPr>
              <a:t>Right Brain:</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Uses feeling</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“Big picture” oriented</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Creative problem solver</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Imagination rules</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Symbols &amp; images</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Present &amp; future</a:t>
            </a:r>
          </a:p>
          <a:p>
            <a:pPr marL="576263" indent="-238125">
              <a:buFont typeface="Arial" panose="020B0604020202020204" pitchFamily="34" charset="0"/>
              <a:buChar char="•"/>
            </a:pPr>
            <a:r>
              <a:rPr lang="en-US" sz="2200" dirty="0">
                <a:solidFill>
                  <a:srgbClr val="716557"/>
                </a:solidFill>
                <a:latin typeface="Arial" panose="020B0604020202020204" pitchFamily="34" charset="0"/>
                <a:cs typeface="Arial" panose="020B0604020202020204" pitchFamily="34" charset="0"/>
              </a:rPr>
              <a:t>Philosophy &amp; religion</a:t>
            </a:r>
          </a:p>
        </p:txBody>
      </p:sp>
    </p:spTree>
    <p:extLst>
      <p:ext uri="{BB962C8B-B14F-4D97-AF65-F5344CB8AC3E}">
        <p14:creationId xmlns:p14="http://schemas.microsoft.com/office/powerpoint/2010/main" val="82628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28C4D-DB70-4CD9-9207-698EB76F6F54}"/>
              </a:ext>
            </a:extLst>
          </p:cNvPr>
          <p:cNvSpPr>
            <a:spLocks noGrp="1"/>
          </p:cNvSpPr>
          <p:nvPr>
            <p:ph type="title"/>
          </p:nvPr>
        </p:nvSpPr>
        <p:spPr>
          <a:xfrm>
            <a:off x="628650" y="386512"/>
            <a:ext cx="7886700" cy="898123"/>
          </a:xfrm>
        </p:spPr>
        <p:txBody>
          <a:bodyPr/>
          <a:lstStyle/>
          <a:p>
            <a:r>
              <a:rPr lang="en-US" dirty="0">
                <a:latin typeface="Arial"/>
                <a:cs typeface="Arial"/>
              </a:rPr>
              <a:t>Thinking Style</a:t>
            </a:r>
          </a:p>
        </p:txBody>
      </p:sp>
      <p:sp>
        <p:nvSpPr>
          <p:cNvPr id="5" name="Content Placeholder 4">
            <a:extLst>
              <a:ext uri="{FF2B5EF4-FFF2-40B4-BE49-F238E27FC236}">
                <a16:creationId xmlns:a16="http://schemas.microsoft.com/office/drawing/2014/main" id="{1E2A8290-1C6F-425D-9529-0341D8F68E8A}"/>
              </a:ext>
            </a:extLst>
          </p:cNvPr>
          <p:cNvSpPr>
            <a:spLocks noGrp="1"/>
          </p:cNvSpPr>
          <p:nvPr>
            <p:ph idx="1"/>
          </p:nvPr>
        </p:nvSpPr>
        <p:spPr>
          <a:xfrm>
            <a:off x="1700650" y="899914"/>
            <a:ext cx="5742700" cy="769441"/>
          </a:xfrm>
        </p:spPr>
        <p:txBody>
          <a:bodyPr wrap="square" anchor="t" anchorCtr="0">
            <a:spAutoFit/>
          </a:bodyPr>
          <a:lstStyle/>
          <a:p>
            <a:pPr lvl="1">
              <a:lnSpc>
                <a:spcPct val="100000"/>
              </a:lnSpc>
              <a:spcBef>
                <a:spcPts val="0"/>
              </a:spcBef>
            </a:pPr>
            <a:r>
              <a:rPr lang="en-US" sz="2200" dirty="0"/>
              <a:t>Which pictures best describe you?</a:t>
            </a:r>
          </a:p>
          <a:p>
            <a:pPr lvl="1">
              <a:lnSpc>
                <a:spcPct val="100000"/>
              </a:lnSpc>
              <a:spcBef>
                <a:spcPts val="0"/>
              </a:spcBef>
            </a:pPr>
            <a:r>
              <a:rPr lang="en-US" sz="2200" dirty="0"/>
              <a:t>Which side of the brain fits you better?</a:t>
            </a:r>
          </a:p>
        </p:txBody>
      </p:sp>
      <p:pic>
        <p:nvPicPr>
          <p:cNvPr id="8" name="Picture 7">
            <a:extLst>
              <a:ext uri="{FF2B5EF4-FFF2-40B4-BE49-F238E27FC236}">
                <a16:creationId xmlns:a16="http://schemas.microsoft.com/office/drawing/2014/main" id="{9E535098-CAEF-A97E-FB57-9CA7A52903E3}"/>
              </a:ext>
            </a:extLst>
          </p:cNvPr>
          <p:cNvPicPr>
            <a:picLocks noChangeAspect="1"/>
          </p:cNvPicPr>
          <p:nvPr/>
        </p:nvPicPr>
        <p:blipFill>
          <a:blip r:embed="rId3">
            <a:extLst>
              <a:ext uri="{28A0092B-C50C-407E-A947-70E740481C1C}">
                <a14:useLocalDpi xmlns:a14="http://schemas.microsoft.com/office/drawing/2010/main" val="0"/>
              </a:ext>
            </a:extLst>
          </a:blip>
          <a:srcRect t="7992" b="8064"/>
          <a:stretch/>
        </p:blipFill>
        <p:spPr>
          <a:xfrm>
            <a:off x="468095" y="1875755"/>
            <a:ext cx="8212110" cy="4595733"/>
          </a:xfrm>
          <a:prstGeom prst="rect">
            <a:avLst/>
          </a:prstGeom>
          <a:ln w="38100">
            <a:solidFill>
              <a:schemeClr val="accent2">
                <a:lumMod val="60000"/>
                <a:lumOff val="40000"/>
              </a:schemeClr>
            </a:solidFill>
          </a:ln>
        </p:spPr>
      </p:pic>
    </p:spTree>
    <p:extLst>
      <p:ext uri="{BB962C8B-B14F-4D97-AF65-F5344CB8AC3E}">
        <p14:creationId xmlns:p14="http://schemas.microsoft.com/office/powerpoint/2010/main" val="1916751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474E5-26B1-A9C0-66EA-C5779E97B9FF}"/>
            </a:ext>
          </a:extLst>
        </p:cNvPr>
        <p:cNvGrpSpPr/>
        <p:nvPr/>
      </p:nvGrpSpPr>
      <p:grpSpPr>
        <a:xfrm>
          <a:off x="0" y="0"/>
          <a:ext cx="0" cy="0"/>
          <a:chOff x="0" y="0"/>
          <a:chExt cx="0" cy="0"/>
        </a:xfrm>
      </p:grpSpPr>
      <p:sp>
        <p:nvSpPr>
          <p:cNvPr id="10" name="Oval 9">
            <a:extLst>
              <a:ext uri="{FF2B5EF4-FFF2-40B4-BE49-F238E27FC236}">
                <a16:creationId xmlns:a16="http://schemas.microsoft.com/office/drawing/2014/main" id="{36933602-4071-A3BD-C441-E8307696E520}"/>
              </a:ext>
            </a:extLst>
          </p:cNvPr>
          <p:cNvSpPr/>
          <p:nvPr/>
        </p:nvSpPr>
        <p:spPr>
          <a:xfrm>
            <a:off x="3605989" y="1717620"/>
            <a:ext cx="2054776" cy="2054776"/>
          </a:xfrm>
          <a:prstGeom prst="ellipse">
            <a:avLst/>
          </a:prstGeom>
          <a:solidFill>
            <a:schemeClr val="accent2"/>
          </a:solidFill>
        </p:spPr>
        <p:txBody>
          <a:bodyPr wrap="none" lIns="0" tIns="45720" rIns="0" bIns="45720" rtlCol="0" anchor="ctr">
            <a:noAutofit/>
          </a:bodyPr>
          <a:lstStyle/>
          <a:p>
            <a:pPr algn="ctr"/>
            <a:endParaRPr lang="en-US" b="1" dirty="0">
              <a:solidFill>
                <a:schemeClr val="bg1"/>
              </a:solidFill>
            </a:endParaRPr>
          </a:p>
          <a:p>
            <a:pPr algn="ctr"/>
            <a:r>
              <a:rPr lang="en-US" b="1" dirty="0">
                <a:solidFill>
                  <a:schemeClr val="bg1"/>
                </a:solidFill>
              </a:rPr>
              <a:t>Lower skilled </a:t>
            </a:r>
          </a:p>
          <a:p>
            <a:pPr algn="ctr"/>
            <a:r>
              <a:rPr lang="en-US" b="1" dirty="0">
                <a:solidFill>
                  <a:schemeClr val="bg1"/>
                </a:solidFill>
              </a:rPr>
              <a:t>translators</a:t>
            </a:r>
            <a:br>
              <a:rPr lang="en-US" b="1" dirty="0">
                <a:solidFill>
                  <a:schemeClr val="bg1"/>
                </a:solidFill>
              </a:rPr>
            </a:br>
            <a:r>
              <a:rPr lang="en-US" b="1" dirty="0">
                <a:solidFill>
                  <a:schemeClr val="bg1"/>
                </a:solidFill>
              </a:rPr>
              <a:t>supported</a:t>
            </a:r>
            <a:br>
              <a:rPr lang="en-US" b="1" dirty="0">
                <a:solidFill>
                  <a:schemeClr val="bg1"/>
                </a:solidFill>
              </a:rPr>
            </a:br>
            <a:r>
              <a:rPr lang="en-US" b="1" dirty="0">
                <a:solidFill>
                  <a:schemeClr val="bg1"/>
                </a:solidFill>
              </a:rPr>
              <a:t>for the ZPD</a:t>
            </a:r>
            <a:br>
              <a:rPr lang="en-US" b="1" dirty="0">
                <a:solidFill>
                  <a:schemeClr val="bg1"/>
                </a:solidFill>
              </a:rPr>
            </a:br>
            <a:r>
              <a:rPr lang="en-US" b="1" dirty="0">
                <a:solidFill>
                  <a:schemeClr val="bg1"/>
                </a:solidFill>
              </a:rPr>
              <a:t>“mid-circle”</a:t>
            </a:r>
          </a:p>
        </p:txBody>
      </p:sp>
      <p:sp>
        <p:nvSpPr>
          <p:cNvPr id="2" name="Title 1">
            <a:extLst>
              <a:ext uri="{FF2B5EF4-FFF2-40B4-BE49-F238E27FC236}">
                <a16:creationId xmlns:a16="http://schemas.microsoft.com/office/drawing/2014/main" id="{81010FBA-097D-8BA9-B6AE-8893485F6484}"/>
              </a:ext>
            </a:extLst>
          </p:cNvPr>
          <p:cNvSpPr>
            <a:spLocks noGrp="1"/>
          </p:cNvSpPr>
          <p:nvPr>
            <p:ph type="title"/>
          </p:nvPr>
        </p:nvSpPr>
        <p:spPr>
          <a:xfrm>
            <a:off x="628650" y="319868"/>
            <a:ext cx="7886700" cy="1325563"/>
          </a:xfrm>
        </p:spPr>
        <p:txBody>
          <a:bodyPr/>
          <a:lstStyle/>
          <a:p>
            <a:r>
              <a:rPr lang="en-US" dirty="0"/>
              <a:t>Building Teams</a:t>
            </a:r>
          </a:p>
        </p:txBody>
      </p:sp>
      <p:grpSp>
        <p:nvGrpSpPr>
          <p:cNvPr id="29" name="Group 28">
            <a:extLst>
              <a:ext uri="{FF2B5EF4-FFF2-40B4-BE49-F238E27FC236}">
                <a16:creationId xmlns:a16="http://schemas.microsoft.com/office/drawing/2014/main" id="{5146CC37-AE35-A4B6-399E-0045B0AA1484}"/>
              </a:ext>
            </a:extLst>
          </p:cNvPr>
          <p:cNvGrpSpPr/>
          <p:nvPr/>
        </p:nvGrpSpPr>
        <p:grpSpPr>
          <a:xfrm>
            <a:off x="628650" y="1621387"/>
            <a:ext cx="2054776" cy="2054776"/>
            <a:chOff x="234200" y="2739675"/>
            <a:chExt cx="2054776" cy="2054776"/>
          </a:xfrm>
        </p:grpSpPr>
        <p:sp>
          <p:nvSpPr>
            <p:cNvPr id="5" name="TextBox 4">
              <a:extLst>
                <a:ext uri="{FF2B5EF4-FFF2-40B4-BE49-F238E27FC236}">
                  <a16:creationId xmlns:a16="http://schemas.microsoft.com/office/drawing/2014/main" id="{C43D0AE3-6D8D-DFB3-F03B-840643F07506}"/>
                </a:ext>
              </a:extLst>
            </p:cNvPr>
            <p:cNvSpPr txBox="1"/>
            <p:nvPr/>
          </p:nvSpPr>
          <p:spPr>
            <a:xfrm>
              <a:off x="234200" y="3028400"/>
              <a:ext cx="2054776" cy="1477328"/>
            </a:xfrm>
            <a:prstGeom prst="rect">
              <a:avLst/>
            </a:prstGeom>
            <a:noFill/>
          </p:spPr>
          <p:txBody>
            <a:bodyPr wrap="square" rtlCol="0" anchor="ctr">
              <a:spAutoFit/>
            </a:bodyPr>
            <a:lstStyle/>
            <a:p>
              <a:pPr algn="ctr"/>
              <a:r>
                <a:rPr lang="en-US" b="1" dirty="0">
                  <a:solidFill>
                    <a:srgbClr val="716557"/>
                  </a:solidFill>
                </a:rPr>
                <a:t>Lower skilled translators</a:t>
              </a:r>
            </a:p>
            <a:p>
              <a:pPr algn="ctr"/>
              <a:r>
                <a:rPr lang="en-US" b="1" dirty="0">
                  <a:solidFill>
                    <a:srgbClr val="716557"/>
                  </a:solidFill>
                </a:rPr>
                <a:t>with</a:t>
              </a:r>
            </a:p>
            <a:p>
              <a:pPr algn="ctr"/>
              <a:r>
                <a:rPr lang="en-US" b="1" dirty="0">
                  <a:solidFill>
                    <a:srgbClr val="716557"/>
                  </a:solidFill>
                </a:rPr>
                <a:t>advanced translators</a:t>
              </a:r>
            </a:p>
          </p:txBody>
        </p:sp>
        <p:sp>
          <p:nvSpPr>
            <p:cNvPr id="6" name="&quot;Not Allowed&quot; Symbol 5">
              <a:extLst>
                <a:ext uri="{FF2B5EF4-FFF2-40B4-BE49-F238E27FC236}">
                  <a16:creationId xmlns:a16="http://schemas.microsoft.com/office/drawing/2014/main" id="{369B26AD-F912-DE0D-07DC-97AE9FF2F006}"/>
                </a:ext>
              </a:extLst>
            </p:cNvPr>
            <p:cNvSpPr/>
            <p:nvPr/>
          </p:nvSpPr>
          <p:spPr>
            <a:xfrm>
              <a:off x="234200" y="2739675"/>
              <a:ext cx="2054776" cy="2054776"/>
            </a:xfrm>
            <a:prstGeom prst="noSmoking">
              <a:avLst>
                <a:gd name="adj" fmla="val 2744"/>
              </a:avLst>
            </a:prstGeom>
            <a:solidFill>
              <a:srgbClr val="FF0000"/>
            </a:solidFill>
          </p:spPr>
          <p:txBody>
            <a:bodyPr rtlCol="0" anchor="ctr">
              <a:noAutofit/>
            </a:bodyPr>
            <a:lstStyle/>
            <a:p>
              <a:pPr algn="ctr"/>
              <a:endParaRPr lang="en-US" sz="2000">
                <a:solidFill>
                  <a:srgbClr val="716557"/>
                </a:solidFill>
                <a:latin typeface="Arial" panose="020B0604020202020204" pitchFamily="34" charset="0"/>
                <a:cs typeface="Arial" panose="020B0604020202020204" pitchFamily="34" charset="0"/>
              </a:endParaRPr>
            </a:p>
          </p:txBody>
        </p:sp>
      </p:grpSp>
      <p:sp>
        <p:nvSpPr>
          <p:cNvPr id="7" name="Oval 6">
            <a:extLst>
              <a:ext uri="{FF2B5EF4-FFF2-40B4-BE49-F238E27FC236}">
                <a16:creationId xmlns:a16="http://schemas.microsoft.com/office/drawing/2014/main" id="{3439C26F-0549-7235-BDDD-17BAA5F769EC}"/>
              </a:ext>
            </a:extLst>
          </p:cNvPr>
          <p:cNvSpPr/>
          <p:nvPr/>
        </p:nvSpPr>
        <p:spPr>
          <a:xfrm>
            <a:off x="1407176" y="982649"/>
            <a:ext cx="497725" cy="497725"/>
          </a:xfrm>
          <a:prstGeom prst="ellipse">
            <a:avLst/>
          </a:prstGeom>
          <a:solidFill>
            <a:srgbClr val="716557"/>
          </a:solidFill>
        </p:spPr>
        <p:txBody>
          <a:bodyPr rtlCol="0" anchor="ctr">
            <a:noAutofit/>
          </a:bodyPr>
          <a:lstStyle/>
          <a:p>
            <a:pPr algn="ctr"/>
            <a:r>
              <a:rPr lang="en-US" sz="2000" b="1">
                <a:solidFill>
                  <a:schemeClr val="bg1"/>
                </a:solidFill>
                <a:latin typeface="Arial" panose="020B0604020202020204" pitchFamily="34" charset="0"/>
                <a:cs typeface="Arial" panose="020B0604020202020204" pitchFamily="34" charset="0"/>
              </a:rPr>
              <a:t>1</a:t>
            </a:r>
          </a:p>
        </p:txBody>
      </p:sp>
      <p:sp>
        <p:nvSpPr>
          <p:cNvPr id="8" name="Oval 7">
            <a:extLst>
              <a:ext uri="{FF2B5EF4-FFF2-40B4-BE49-F238E27FC236}">
                <a16:creationId xmlns:a16="http://schemas.microsoft.com/office/drawing/2014/main" id="{CF5C2497-B899-9AD0-DB5E-7E9B60734A2C}"/>
              </a:ext>
            </a:extLst>
          </p:cNvPr>
          <p:cNvSpPr/>
          <p:nvPr/>
        </p:nvSpPr>
        <p:spPr>
          <a:xfrm>
            <a:off x="4384514" y="986130"/>
            <a:ext cx="497725" cy="497725"/>
          </a:xfrm>
          <a:prstGeom prst="ellipse">
            <a:avLst/>
          </a:prstGeom>
          <a:solidFill>
            <a:srgbClr val="716557"/>
          </a:solidFill>
        </p:spPr>
        <p:txBody>
          <a:bodyPr rtlCol="0" anchor="ctr">
            <a:noAutofit/>
          </a:bodyPr>
          <a:lstStyle/>
          <a:p>
            <a:pPr algn="ctr"/>
            <a:r>
              <a:rPr lang="en-US" sz="2000" b="1">
                <a:solidFill>
                  <a:schemeClr val="bg1"/>
                </a:solidFill>
                <a:latin typeface="Arial" panose="020B0604020202020204" pitchFamily="34" charset="0"/>
                <a:cs typeface="Arial" panose="020B0604020202020204" pitchFamily="34" charset="0"/>
              </a:rPr>
              <a:t>2</a:t>
            </a:r>
          </a:p>
        </p:txBody>
      </p:sp>
      <p:sp>
        <p:nvSpPr>
          <p:cNvPr id="11" name="Oval 10">
            <a:extLst>
              <a:ext uri="{FF2B5EF4-FFF2-40B4-BE49-F238E27FC236}">
                <a16:creationId xmlns:a16="http://schemas.microsoft.com/office/drawing/2014/main" id="{094A136B-AC55-4771-90C9-8E11BE5C977A}"/>
              </a:ext>
            </a:extLst>
          </p:cNvPr>
          <p:cNvSpPr/>
          <p:nvPr/>
        </p:nvSpPr>
        <p:spPr>
          <a:xfrm>
            <a:off x="7382165" y="982649"/>
            <a:ext cx="497725" cy="497725"/>
          </a:xfrm>
          <a:prstGeom prst="ellipse">
            <a:avLst/>
          </a:prstGeom>
          <a:solidFill>
            <a:srgbClr val="716557"/>
          </a:solidFill>
        </p:spPr>
        <p:txBody>
          <a:bodyPr rtlCol="0" anchor="ctr">
            <a:noAutofit/>
          </a:bodyPr>
          <a:lstStyle/>
          <a:p>
            <a:pPr algn="ctr"/>
            <a:r>
              <a:rPr lang="en-US" sz="2000" b="1">
                <a:solidFill>
                  <a:schemeClr val="bg1"/>
                </a:solidFill>
                <a:latin typeface="Arial" panose="020B0604020202020204" pitchFamily="34" charset="0"/>
                <a:cs typeface="Arial" panose="020B0604020202020204" pitchFamily="34" charset="0"/>
              </a:rPr>
              <a:t>3</a:t>
            </a:r>
          </a:p>
        </p:txBody>
      </p:sp>
      <p:sp>
        <p:nvSpPr>
          <p:cNvPr id="12" name="Oval 11">
            <a:extLst>
              <a:ext uri="{FF2B5EF4-FFF2-40B4-BE49-F238E27FC236}">
                <a16:creationId xmlns:a16="http://schemas.microsoft.com/office/drawing/2014/main" id="{73BB82CE-518B-0FAE-8A2B-2E7CCBFA2AF4}"/>
              </a:ext>
            </a:extLst>
          </p:cNvPr>
          <p:cNvSpPr/>
          <p:nvPr/>
        </p:nvSpPr>
        <p:spPr>
          <a:xfrm>
            <a:off x="5876230" y="3403734"/>
            <a:ext cx="497725" cy="497725"/>
          </a:xfrm>
          <a:prstGeom prst="ellipse">
            <a:avLst/>
          </a:prstGeom>
          <a:solidFill>
            <a:srgbClr val="716557"/>
          </a:solidFill>
        </p:spPr>
        <p:txBody>
          <a:bodyPr rtlCol="0" anchor="ctr">
            <a:noAutofit/>
          </a:bodyPr>
          <a:lstStyle/>
          <a:p>
            <a:pPr algn="ctr"/>
            <a:r>
              <a:rPr lang="en-US" sz="2000" b="1" dirty="0">
                <a:solidFill>
                  <a:schemeClr val="bg1"/>
                </a:solidFill>
                <a:latin typeface="Arial" panose="020B0604020202020204" pitchFamily="34" charset="0"/>
                <a:cs typeface="Arial" panose="020B0604020202020204" pitchFamily="34" charset="0"/>
              </a:rPr>
              <a:t>5</a:t>
            </a:r>
          </a:p>
        </p:txBody>
      </p:sp>
      <p:grpSp>
        <p:nvGrpSpPr>
          <p:cNvPr id="17" name="Group 16">
            <a:extLst>
              <a:ext uri="{FF2B5EF4-FFF2-40B4-BE49-F238E27FC236}">
                <a16:creationId xmlns:a16="http://schemas.microsoft.com/office/drawing/2014/main" id="{85B38514-D8AA-1B65-399C-82EAD0EC1327}"/>
              </a:ext>
            </a:extLst>
          </p:cNvPr>
          <p:cNvGrpSpPr/>
          <p:nvPr/>
        </p:nvGrpSpPr>
        <p:grpSpPr>
          <a:xfrm>
            <a:off x="6623953" y="1733171"/>
            <a:ext cx="2014150" cy="1942992"/>
            <a:chOff x="1519794" y="4455366"/>
            <a:chExt cx="2014150" cy="1942992"/>
          </a:xfrm>
        </p:grpSpPr>
        <p:pic>
          <p:nvPicPr>
            <p:cNvPr id="14" name="Picture 13">
              <a:extLst>
                <a:ext uri="{FF2B5EF4-FFF2-40B4-BE49-F238E27FC236}">
                  <a16:creationId xmlns:a16="http://schemas.microsoft.com/office/drawing/2014/main" id="{DDDAE68A-D9DC-FA65-CB4A-23E019CAE6D2}"/>
                </a:ext>
              </a:extLst>
            </p:cNvPr>
            <p:cNvPicPr>
              <a:picLocks noChangeAspect="1"/>
            </p:cNvPicPr>
            <p:nvPr/>
          </p:nvPicPr>
          <p:blipFill rotWithShape="1">
            <a:blip r:embed="rId3">
              <a:extLst>
                <a:ext uri="{28A0092B-C50C-407E-A947-70E740481C1C}">
                  <a14:useLocalDpi xmlns:a14="http://schemas.microsoft.com/office/drawing/2010/main" val="0"/>
                </a:ext>
              </a:extLst>
            </a:blip>
            <a:srcRect t="17017" b="20124"/>
            <a:stretch/>
          </p:blipFill>
          <p:spPr>
            <a:xfrm>
              <a:off x="1556324" y="4455366"/>
              <a:ext cx="1941091" cy="1942992"/>
            </a:xfrm>
            <a:prstGeom prst="roundRect">
              <a:avLst/>
            </a:prstGeom>
          </p:spPr>
        </p:pic>
        <p:sp>
          <p:nvSpPr>
            <p:cNvPr id="16" name="TextBox 15">
              <a:extLst>
                <a:ext uri="{FF2B5EF4-FFF2-40B4-BE49-F238E27FC236}">
                  <a16:creationId xmlns:a16="http://schemas.microsoft.com/office/drawing/2014/main" id="{3798B654-77EB-1953-B99A-3C88621E25F6}"/>
                </a:ext>
              </a:extLst>
            </p:cNvPr>
            <p:cNvSpPr txBox="1"/>
            <p:nvPr/>
          </p:nvSpPr>
          <p:spPr>
            <a:xfrm>
              <a:off x="1519794" y="5211419"/>
              <a:ext cx="2014150" cy="430887"/>
            </a:xfrm>
            <a:prstGeom prst="rect">
              <a:avLst/>
            </a:prstGeom>
            <a:noFill/>
          </p:spPr>
          <p:txBody>
            <a:bodyPr wrap="square" anchor="ctr">
              <a:spAutoFit/>
            </a:bodyPr>
            <a:lstStyle/>
            <a:p>
              <a:pPr algn="ctr"/>
              <a:r>
                <a:rPr lang="en-US" sz="2200" b="1">
                  <a:solidFill>
                    <a:schemeClr val="bg1"/>
                  </a:solidFill>
                  <a:effectLst>
                    <a:glow rad="330200">
                      <a:schemeClr val="tx2">
                        <a:lumMod val="75000"/>
                        <a:alpha val="97000"/>
                      </a:schemeClr>
                    </a:glow>
                  </a:effectLst>
                </a:rPr>
                <a:t>Scaffold</a:t>
              </a:r>
              <a:endParaRPr lang="en-US" sz="2200">
                <a:effectLst>
                  <a:glow rad="330200">
                    <a:schemeClr val="tx2">
                      <a:lumMod val="75000"/>
                      <a:alpha val="97000"/>
                    </a:schemeClr>
                  </a:glow>
                </a:effectLst>
              </a:endParaRPr>
            </a:p>
          </p:txBody>
        </p:sp>
      </p:grpSp>
      <p:grpSp>
        <p:nvGrpSpPr>
          <p:cNvPr id="30" name="Group 29">
            <a:extLst>
              <a:ext uri="{FF2B5EF4-FFF2-40B4-BE49-F238E27FC236}">
                <a16:creationId xmlns:a16="http://schemas.microsoft.com/office/drawing/2014/main" id="{644A0C30-42AF-242A-3077-0EED07E8DFD1}"/>
              </a:ext>
            </a:extLst>
          </p:cNvPr>
          <p:cNvGrpSpPr/>
          <p:nvPr/>
        </p:nvGrpSpPr>
        <p:grpSpPr>
          <a:xfrm>
            <a:off x="5272087" y="4030522"/>
            <a:ext cx="1663191" cy="2622406"/>
            <a:chOff x="7248455" y="2832427"/>
            <a:chExt cx="1663191" cy="2865082"/>
          </a:xfrm>
        </p:grpSpPr>
        <p:sp>
          <p:nvSpPr>
            <p:cNvPr id="18" name="Rectangle: Rounded Corners 17">
              <a:extLst>
                <a:ext uri="{FF2B5EF4-FFF2-40B4-BE49-F238E27FC236}">
                  <a16:creationId xmlns:a16="http://schemas.microsoft.com/office/drawing/2014/main" id="{D989B76D-D473-7FB0-B37F-7FF7382D8EDC}"/>
                </a:ext>
              </a:extLst>
            </p:cNvPr>
            <p:cNvSpPr/>
            <p:nvPr/>
          </p:nvSpPr>
          <p:spPr>
            <a:xfrm>
              <a:off x="7339216" y="2832427"/>
              <a:ext cx="1481668" cy="1481668"/>
            </a:xfrm>
            <a:prstGeom prst="roundRect">
              <a:avLst/>
            </a:prstGeom>
            <a:solidFill>
              <a:schemeClr val="accent1"/>
            </a:solidFill>
          </p:spPr>
          <p:txBody>
            <a:bodyPr rtlCol="0" anchor="ctr">
              <a:noAutofit/>
            </a:bodyPr>
            <a:lstStyle/>
            <a:p>
              <a:pPr algn="ctr"/>
              <a:r>
                <a:rPr lang="en-US" sz="2000" b="1" dirty="0">
                  <a:solidFill>
                    <a:schemeClr val="bg1"/>
                  </a:solidFill>
                  <a:latin typeface="Arial" panose="020B0604020202020204" pitchFamily="34" charset="0"/>
                  <a:cs typeface="Arial" panose="020B0604020202020204" pitchFamily="34" charset="0"/>
                </a:rPr>
                <a:t>Leader:</a:t>
              </a:r>
            </a:p>
            <a:p>
              <a:pPr algn="ctr"/>
              <a:r>
                <a:rPr lang="en-US" sz="2000" b="1" dirty="0">
                  <a:solidFill>
                    <a:schemeClr val="bg1"/>
                  </a:solidFill>
                  <a:latin typeface="Arial" panose="020B0604020202020204" pitchFamily="34" charset="0"/>
                  <a:cs typeface="Arial" panose="020B0604020202020204" pitchFamily="34" charset="0"/>
                </a:rPr>
                <a:t>regroup if needed </a:t>
              </a:r>
            </a:p>
          </p:txBody>
        </p:sp>
        <p:grpSp>
          <p:nvGrpSpPr>
            <p:cNvPr id="27" name="Group 26">
              <a:extLst>
                <a:ext uri="{FF2B5EF4-FFF2-40B4-BE49-F238E27FC236}">
                  <a16:creationId xmlns:a16="http://schemas.microsoft.com/office/drawing/2014/main" id="{FD4DE8FF-4E80-07D2-51BE-508EAAB6CBD5}"/>
                </a:ext>
              </a:extLst>
            </p:cNvPr>
            <p:cNvGrpSpPr/>
            <p:nvPr/>
          </p:nvGrpSpPr>
          <p:grpSpPr>
            <a:xfrm>
              <a:off x="7248455" y="4038399"/>
              <a:ext cx="1663191" cy="1659110"/>
              <a:chOff x="7174614" y="3788028"/>
              <a:chExt cx="1663191" cy="1659110"/>
            </a:xfrm>
          </p:grpSpPr>
          <p:sp>
            <p:nvSpPr>
              <p:cNvPr id="19" name="Oval 18">
                <a:extLst>
                  <a:ext uri="{FF2B5EF4-FFF2-40B4-BE49-F238E27FC236}">
                    <a16:creationId xmlns:a16="http://schemas.microsoft.com/office/drawing/2014/main" id="{40093C9B-133C-A920-12C6-F1CD3BBB3316}"/>
                  </a:ext>
                </a:extLst>
              </p:cNvPr>
              <p:cNvSpPr/>
              <p:nvPr/>
            </p:nvSpPr>
            <p:spPr>
              <a:xfrm>
                <a:off x="7174614" y="4656506"/>
                <a:ext cx="554397" cy="554397"/>
              </a:xfrm>
              <a:prstGeom prst="ellipse">
                <a:avLst/>
              </a:prstGeom>
              <a:solidFill>
                <a:schemeClr val="accent1"/>
              </a:solidFill>
            </p:spPr>
            <p:txBody>
              <a:bodyPr rtlCol="0" anchor="ctr">
                <a:no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20" name="Oval 19">
                <a:extLst>
                  <a:ext uri="{FF2B5EF4-FFF2-40B4-BE49-F238E27FC236}">
                    <a16:creationId xmlns:a16="http://schemas.microsoft.com/office/drawing/2014/main" id="{EC26FEF7-37D6-3520-4509-F0243354BA5F}"/>
                  </a:ext>
                </a:extLst>
              </p:cNvPr>
              <p:cNvSpPr/>
              <p:nvPr/>
            </p:nvSpPr>
            <p:spPr>
              <a:xfrm>
                <a:off x="7729011" y="4222806"/>
                <a:ext cx="554397" cy="554397"/>
              </a:xfrm>
              <a:prstGeom prst="ellipse">
                <a:avLst/>
              </a:prstGeom>
              <a:solidFill>
                <a:schemeClr val="accent1"/>
              </a:solidFill>
            </p:spPr>
            <p:txBody>
              <a:bodyPr rtlCol="0" anchor="ctr">
                <a:noAutofit/>
              </a:bodyPr>
              <a:lstStyle/>
              <a:p>
                <a:pPr algn="ctr"/>
                <a:endParaRPr lang="en-US" sz="2000">
                  <a:solidFill>
                    <a:srgbClr val="716557"/>
                  </a:solidFill>
                  <a:latin typeface="Arial" panose="020B0604020202020204" pitchFamily="34" charset="0"/>
                  <a:cs typeface="Arial" panose="020B0604020202020204" pitchFamily="34" charset="0"/>
                </a:endParaRPr>
              </a:p>
            </p:txBody>
          </p:sp>
          <p:sp>
            <p:nvSpPr>
              <p:cNvPr id="21" name="Oval 20">
                <a:extLst>
                  <a:ext uri="{FF2B5EF4-FFF2-40B4-BE49-F238E27FC236}">
                    <a16:creationId xmlns:a16="http://schemas.microsoft.com/office/drawing/2014/main" id="{3BD59CC9-92DC-7273-40C3-2E0CC14734C5}"/>
                  </a:ext>
                </a:extLst>
              </p:cNvPr>
              <p:cNvSpPr/>
              <p:nvPr/>
            </p:nvSpPr>
            <p:spPr>
              <a:xfrm>
                <a:off x="8283408" y="4892741"/>
                <a:ext cx="554397" cy="554397"/>
              </a:xfrm>
              <a:prstGeom prst="ellipse">
                <a:avLst/>
              </a:prstGeom>
              <a:solidFill>
                <a:schemeClr val="accent1"/>
              </a:solidFill>
            </p:spPr>
            <p:txBody>
              <a:bodyPr rtlCol="0" anchor="ctr">
                <a:noAutofit/>
              </a:bodyPr>
              <a:lstStyle/>
              <a:p>
                <a:pPr algn="ctr"/>
                <a:endParaRPr lang="en-US" sz="2000">
                  <a:solidFill>
                    <a:srgbClr val="716557"/>
                  </a:solidFill>
                  <a:latin typeface="Arial" panose="020B0604020202020204" pitchFamily="34" charset="0"/>
                  <a:cs typeface="Arial" panose="020B0604020202020204" pitchFamily="34" charset="0"/>
                </a:endParaRPr>
              </a:p>
            </p:txBody>
          </p:sp>
          <p:cxnSp>
            <p:nvCxnSpPr>
              <p:cNvPr id="23" name="Straight Connector 22">
                <a:extLst>
                  <a:ext uri="{FF2B5EF4-FFF2-40B4-BE49-F238E27FC236}">
                    <a16:creationId xmlns:a16="http://schemas.microsoft.com/office/drawing/2014/main" id="{7075D25D-4F3C-6F3E-7142-E8BFBCEB7A20}"/>
                  </a:ext>
                </a:extLst>
              </p:cNvPr>
              <p:cNvCxnSpPr>
                <a:cxnSpLocks/>
              </p:cNvCxnSpPr>
              <p:nvPr/>
            </p:nvCxnSpPr>
            <p:spPr>
              <a:xfrm flipV="1">
                <a:off x="8006209" y="3788028"/>
                <a:ext cx="0" cy="71197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B85EB67-B5A4-6214-A00D-FF1E6DD2D6A4}"/>
                  </a:ext>
                </a:extLst>
              </p:cNvPr>
              <p:cNvCxnSpPr>
                <a:cxnSpLocks/>
              </p:cNvCxnSpPr>
              <p:nvPr/>
            </p:nvCxnSpPr>
            <p:spPr>
              <a:xfrm flipV="1">
                <a:off x="7457021" y="3867251"/>
                <a:ext cx="301165" cy="102549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6209D38-C7B6-D66A-2695-37C9E36CD848}"/>
                  </a:ext>
                </a:extLst>
              </p:cNvPr>
              <p:cNvCxnSpPr>
                <a:cxnSpLocks/>
              </p:cNvCxnSpPr>
              <p:nvPr/>
            </p:nvCxnSpPr>
            <p:spPr>
              <a:xfrm flipH="1" flipV="1">
                <a:off x="8215614" y="3836584"/>
                <a:ext cx="374168" cy="1283297"/>
              </a:xfrm>
              <a:prstGeom prst="line">
                <a:avLst/>
              </a:prstGeom>
              <a:ln w="38100"/>
            </p:spPr>
            <p:style>
              <a:lnRef idx="1">
                <a:schemeClr val="accent1"/>
              </a:lnRef>
              <a:fillRef idx="0">
                <a:schemeClr val="accent1"/>
              </a:fillRef>
              <a:effectRef idx="0">
                <a:schemeClr val="accent1"/>
              </a:effectRef>
              <a:fontRef idx="minor">
                <a:schemeClr val="tx1"/>
              </a:fontRef>
            </p:style>
          </p:cxnSp>
        </p:grpSp>
      </p:grpSp>
      <p:sp>
        <p:nvSpPr>
          <p:cNvPr id="3" name="Oval 2">
            <a:extLst>
              <a:ext uri="{FF2B5EF4-FFF2-40B4-BE49-F238E27FC236}">
                <a16:creationId xmlns:a16="http://schemas.microsoft.com/office/drawing/2014/main" id="{E30513BC-ECDD-C906-49EC-D09FDE726BB8}"/>
              </a:ext>
            </a:extLst>
          </p:cNvPr>
          <p:cNvSpPr/>
          <p:nvPr/>
        </p:nvSpPr>
        <p:spPr>
          <a:xfrm>
            <a:off x="2895845" y="3427300"/>
            <a:ext cx="497725" cy="497725"/>
          </a:xfrm>
          <a:prstGeom prst="ellipse">
            <a:avLst/>
          </a:prstGeom>
          <a:solidFill>
            <a:srgbClr val="716557"/>
          </a:solidFill>
        </p:spPr>
        <p:txBody>
          <a:bodyPr rtlCol="0" anchor="ctr">
            <a:noAutofit/>
          </a:bodyPr>
          <a:lstStyle/>
          <a:p>
            <a:pPr algn="ctr"/>
            <a:r>
              <a:rPr lang="en-US" sz="2000" b="1" dirty="0">
                <a:solidFill>
                  <a:schemeClr val="bg1"/>
                </a:solidFill>
                <a:latin typeface="Arial" panose="020B0604020202020204" pitchFamily="34" charset="0"/>
                <a:cs typeface="Arial" panose="020B0604020202020204" pitchFamily="34" charset="0"/>
              </a:rPr>
              <a:t>4</a:t>
            </a:r>
          </a:p>
        </p:txBody>
      </p:sp>
      <p:sp>
        <p:nvSpPr>
          <p:cNvPr id="9" name="Oval 8">
            <a:extLst>
              <a:ext uri="{FF2B5EF4-FFF2-40B4-BE49-F238E27FC236}">
                <a16:creationId xmlns:a16="http://schemas.microsoft.com/office/drawing/2014/main" id="{2D13A1E4-2BE7-87CD-1660-E2BC7AC78B9B}"/>
              </a:ext>
            </a:extLst>
          </p:cNvPr>
          <p:cNvSpPr/>
          <p:nvPr/>
        </p:nvSpPr>
        <p:spPr>
          <a:xfrm>
            <a:off x="2117319" y="4179472"/>
            <a:ext cx="2054776" cy="2054776"/>
          </a:xfrm>
          <a:prstGeom prst="ellipse">
            <a:avLst/>
          </a:prstGeom>
          <a:solidFill>
            <a:srgbClr val="F58B31"/>
          </a:solidFill>
        </p:spPr>
        <p:txBody>
          <a:bodyPr wrap="none" lIns="0" tIns="45720" rIns="0" bIns="45720" rtlCol="0" anchor="ctr">
            <a:noAutofit/>
          </a:bodyPr>
          <a:lstStyle/>
          <a:p>
            <a:pPr algn="ctr"/>
            <a:endParaRPr lang="en-US" b="1" dirty="0">
              <a:solidFill>
                <a:schemeClr val="bg1"/>
              </a:solidFill>
            </a:endParaRPr>
          </a:p>
          <a:p>
            <a:pPr algn="ctr"/>
            <a:r>
              <a:rPr lang="en-US" b="1" dirty="0">
                <a:solidFill>
                  <a:schemeClr val="bg1"/>
                </a:solidFill>
              </a:rPr>
              <a:t>Variety of </a:t>
            </a:r>
          </a:p>
          <a:p>
            <a:pPr algn="ctr"/>
            <a:r>
              <a:rPr lang="en-US" b="1" dirty="0">
                <a:solidFill>
                  <a:schemeClr val="bg1"/>
                </a:solidFill>
              </a:rPr>
              <a:t>thinking styles</a:t>
            </a:r>
          </a:p>
          <a:p>
            <a:pPr algn="ctr"/>
            <a:r>
              <a:rPr lang="en-US" b="1" dirty="0">
                <a:solidFill>
                  <a:schemeClr val="bg1"/>
                </a:solidFill>
              </a:rPr>
              <a:t>and</a:t>
            </a:r>
          </a:p>
          <a:p>
            <a:pPr algn="ctr"/>
            <a:r>
              <a:rPr lang="en-US" b="1" dirty="0">
                <a:solidFill>
                  <a:schemeClr val="bg1"/>
                </a:solidFill>
              </a:rPr>
              <a:t>personalities</a:t>
            </a:r>
          </a:p>
          <a:p>
            <a:pPr algn="ctr"/>
            <a:endParaRPr lang="en-US" b="1" dirty="0">
              <a:solidFill>
                <a:schemeClr val="bg1"/>
              </a:solidFill>
            </a:endParaRPr>
          </a:p>
        </p:txBody>
      </p:sp>
    </p:spTree>
    <p:extLst>
      <p:ext uri="{BB962C8B-B14F-4D97-AF65-F5344CB8AC3E}">
        <p14:creationId xmlns:p14="http://schemas.microsoft.com/office/powerpoint/2010/main" val="1339233156"/>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spPr>
      <a:bodyPr rtlCol="0" anchor="ctr">
        <a:no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391F634926FA043ACFB26755753006F" ma:contentTypeVersion="20" ma:contentTypeDescription="Create a new document." ma:contentTypeScope="" ma:versionID="01147358cd12b12371d0fec9faf98450">
  <xsd:schema xmlns:xsd="http://www.w3.org/2001/XMLSchema" xmlns:xs="http://www.w3.org/2001/XMLSchema" xmlns:p="http://schemas.microsoft.com/office/2006/metadata/properties" xmlns:ns1="http://schemas.microsoft.com/sharepoint/v3" xmlns:ns2="038937e4-20c5-4a73-b245-175c4ead9603" xmlns:ns3="9ede4979-7183-4f81-a394-71c40c9222c4" targetNamespace="http://schemas.microsoft.com/office/2006/metadata/properties" ma:root="true" ma:fieldsID="f71df03f361f918f6e506a987229d969" ns1:_="" ns2:_="" ns3:_="">
    <xsd:import namespace="http://schemas.microsoft.com/sharepoint/v3"/>
    <xsd:import namespace="038937e4-20c5-4a73-b245-175c4ead9603"/>
    <xsd:import namespace="9ede4979-7183-4f81-a394-71c40c9222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LengthInSeconds"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38937e4-20c5-4a73-b245-175c4ead96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ea59994-8317-4aa6-899c-04dff19597d4" ma:termSetId="09814cd3-568e-fe90-9814-8d621ff8fb84" ma:anchorId="fba54fb3-c3e1-fe81-a776-ca4b69148c4d" ma:open="true" ma:isKeyword="false">
      <xsd:complexType>
        <xsd:sequence>
          <xsd:element ref="pc:Terms" minOccurs="0" maxOccurs="1"/>
        </xsd:sequence>
      </xsd:complex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de4979-7183-4f81-a394-71c40c9222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a3a93ad-9e1c-4ee1-bbf7-4ca5dc6051e9}" ma:internalName="TaxCatchAll" ma:showField="CatchAllData" ma:web="9ede4979-7183-4f81-a394-71c40c9222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038937e4-20c5-4a73-b245-175c4ead9603">
      <Terms xmlns="http://schemas.microsoft.com/office/infopath/2007/PartnerControls"/>
    </lcf76f155ced4ddcb4097134ff3c332f>
    <TaxCatchAll xmlns="9ede4979-7183-4f81-a394-71c40c9222c4" xsi:nil="true"/>
  </documentManagement>
</p:properties>
</file>

<file path=customXml/itemProps1.xml><?xml version="1.0" encoding="utf-8"?>
<ds:datastoreItem xmlns:ds="http://schemas.openxmlformats.org/officeDocument/2006/customXml" ds:itemID="{74A5F981-4D89-4546-A0F7-63B5836730DD}">
  <ds:schemaRefs>
    <ds:schemaRef ds:uri="http://schemas.microsoft.com/sharepoint/v3/contenttype/forms"/>
  </ds:schemaRefs>
</ds:datastoreItem>
</file>

<file path=customXml/itemProps2.xml><?xml version="1.0" encoding="utf-8"?>
<ds:datastoreItem xmlns:ds="http://schemas.openxmlformats.org/officeDocument/2006/customXml" ds:itemID="{FC4AE7FB-81F9-4BB5-A777-11E9C7595345}"/>
</file>

<file path=customXml/itemProps3.xml><?xml version="1.0" encoding="utf-8"?>
<ds:datastoreItem xmlns:ds="http://schemas.openxmlformats.org/officeDocument/2006/customXml" ds:itemID="{348B1627-FB28-4640-9450-EB4E2DF27EF8}">
  <ds:schemaRefs>
    <ds:schemaRef ds:uri="038937e4-20c5-4a73-b245-175c4ead9603"/>
    <ds:schemaRef ds:uri="http://schemas.microsoft.com/office/2006/metadata/properties"/>
    <ds:schemaRef ds:uri="http://purl.org/dc/dcmitype/"/>
    <ds:schemaRef ds:uri="http://schemas.microsoft.com/office/infopath/2007/PartnerControls"/>
    <ds:schemaRef ds:uri="http://schemas.openxmlformats.org/package/2006/metadata/core-properties"/>
    <ds:schemaRef ds:uri="9ede4979-7183-4f81-a394-71c40c9222c4"/>
    <ds:schemaRef ds:uri="http://schemas.microsoft.com/office/2006/documentManagement/types"/>
    <ds:schemaRef ds:uri="http://purl.org/dc/terms/"/>
    <ds:schemaRef ds:uri="http://schemas.microsoft.com/sharepoint/v3"/>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Office Theme</Template>
  <TotalTime>1424</TotalTime>
  <Words>575</Words>
  <Application>Microsoft Office PowerPoint</Application>
  <PresentationFormat>On-screen Show (4:3)</PresentationFormat>
  <Paragraphs>100</Paragraphs>
  <Slides>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Arial Black</vt:lpstr>
      <vt:lpstr>Calibri</vt:lpstr>
      <vt:lpstr>Courier New</vt:lpstr>
      <vt:lpstr>Times New Roman</vt:lpstr>
      <vt:lpstr>Office Theme</vt:lpstr>
      <vt:lpstr>PowerPoint Presentation</vt:lpstr>
      <vt:lpstr>Team Skills Inventory</vt:lpstr>
      <vt:lpstr>Zone of Proximal  Development</vt:lpstr>
      <vt:lpstr>Scaffolding</vt:lpstr>
      <vt:lpstr>Assessing Translators for Group Placement</vt:lpstr>
      <vt:lpstr>Personality Shapes  </vt:lpstr>
      <vt:lpstr>Thinking Style</vt:lpstr>
      <vt:lpstr>Thinking Style</vt:lpstr>
      <vt:lpstr>Building Teams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Deborah Shaw</cp:lastModifiedBy>
  <cp:revision>26</cp:revision>
  <dcterms:created xsi:type="dcterms:W3CDTF">2019-03-18T18:21:25Z</dcterms:created>
  <dcterms:modified xsi:type="dcterms:W3CDTF">2025-09-17T17:58:37Z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0x0101003391F634926FA043ACFB26755753006F</vt:lpwstr>
  </property>
  <property fmtid="{D5CDD505-2E9C-101B-9397-08002B2CF9AE}" pid="3" name="MediaServiceImageTags">
    <vt:lpwstr/>
  </property>
</Properties>
</file>