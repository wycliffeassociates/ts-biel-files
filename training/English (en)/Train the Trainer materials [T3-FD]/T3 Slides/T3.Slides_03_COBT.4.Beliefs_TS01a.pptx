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5"/>
  </p:notesMasterIdLst>
  <p:sldIdLst>
    <p:sldId id="296" r:id="rId5"/>
    <p:sldId id="292" r:id="rId6"/>
    <p:sldId id="297" r:id="rId7"/>
    <p:sldId id="286" r:id="rId8"/>
    <p:sldId id="298" r:id="rId9"/>
    <p:sldId id="287" r:id="rId10"/>
    <p:sldId id="299" r:id="rId11"/>
    <p:sldId id="289" r:id="rId12"/>
    <p:sldId id="300" r:id="rId13"/>
    <p:sldId id="290"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san Quigley" initials="SQ" lastIdx="11" clrIdx="0">
    <p:extLst>
      <p:ext uri="{19B8F6BF-5375-455C-9EA6-DF929625EA0E}">
        <p15:presenceInfo xmlns:p15="http://schemas.microsoft.com/office/powerpoint/2012/main" userId="S::susan_quigley@wycliffeassociates.org::b85b18d0-1c40-45ee-96a2-2a728d87251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33"/>
    <a:srgbClr val="83A83F"/>
    <a:srgbClr val="C3DD93"/>
    <a:srgbClr val="716557"/>
    <a:srgbClr val="FBA93D"/>
    <a:srgbClr val="B9565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250215-1566-44A4-990C-A034DFEEEC64}" v="45" dt="2025-06-04T18:41:38.0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19" autoAdjust="0"/>
    <p:restoredTop sz="95694" autoAdjust="0"/>
  </p:normalViewPr>
  <p:slideViewPr>
    <p:cSldViewPr snapToGrid="0">
      <p:cViewPr varScale="1">
        <p:scale>
          <a:sx n="79" d="100"/>
          <a:sy n="79" d="100"/>
        </p:scale>
        <p:origin x="1454" y="72"/>
      </p:cViewPr>
      <p:guideLst>
        <p:guide orient="horz" pos="2160"/>
        <p:guide pos="2880"/>
      </p:guideLst>
    </p:cSldViewPr>
  </p:slid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borah Shaw" userId="S::deborah_shaw@wycliffeassociates.org::79bf7848-a030-4096-934a-3abbfde4984a" providerId="AD" clId="Web-{68458B03-32CD-8202-D7A9-326CB7A16983}"/>
    <pc:docChg chg="addSld modSld">
      <pc:chgData name="Deborah Shaw" userId="S::deborah_shaw@wycliffeassociates.org::79bf7848-a030-4096-934a-3abbfde4984a" providerId="AD" clId="Web-{68458B03-32CD-8202-D7A9-326CB7A16983}" dt="2023-12-18T19:09:20.350" v="9" actId="20577"/>
      <pc:docMkLst>
        <pc:docMk/>
      </pc:docMkLst>
      <pc:sldChg chg="modSp">
        <pc:chgData name="Deborah Shaw" userId="S::deborah_shaw@wycliffeassociates.org::79bf7848-a030-4096-934a-3abbfde4984a" providerId="AD" clId="Web-{68458B03-32CD-8202-D7A9-326CB7A16983}" dt="2023-12-18T19:09:20.350" v="9" actId="20577"/>
        <pc:sldMkLst>
          <pc:docMk/>
          <pc:sldMk cId="2126766571" sldId="260"/>
        </pc:sldMkLst>
      </pc:sldChg>
      <pc:sldChg chg="add">
        <pc:chgData name="Deborah Shaw" userId="S::deborah_shaw@wycliffeassociates.org::79bf7848-a030-4096-934a-3abbfde4984a" providerId="AD" clId="Web-{68458B03-32CD-8202-D7A9-326CB7A16983}" dt="2023-12-18T19:08:23.988" v="0"/>
        <pc:sldMkLst>
          <pc:docMk/>
          <pc:sldMk cId="3629754069" sldId="296"/>
        </pc:sldMkLst>
      </pc:sldChg>
    </pc:docChg>
  </pc:docChgLst>
  <pc:docChgLst>
    <pc:chgData name="Mary Stout" userId="S::mary_stout@wycliffeassociates.org::aa3233c2-3252-4841-9088-85efb7bdb5d2" providerId="AD" clId="Web-{1AF12206-9198-49BD-860C-0B2AE984A0B4}"/>
    <pc:docChg chg="modSld">
      <pc:chgData name="Mary Stout" userId="S::mary_stout@wycliffeassociates.org::aa3233c2-3252-4841-9088-85efb7bdb5d2" providerId="AD" clId="Web-{1AF12206-9198-49BD-860C-0B2AE984A0B4}" dt="2023-12-11T20:18:35.663" v="7"/>
      <pc:docMkLst>
        <pc:docMk/>
      </pc:docMkLst>
      <pc:sldChg chg="delAnim">
        <pc:chgData name="Mary Stout" userId="S::mary_stout@wycliffeassociates.org::aa3233c2-3252-4841-9088-85efb7bdb5d2" providerId="AD" clId="Web-{1AF12206-9198-49BD-860C-0B2AE984A0B4}" dt="2023-12-11T20:18:35.663" v="7"/>
        <pc:sldMkLst>
          <pc:docMk/>
          <pc:sldMk cId="99088486" sldId="286"/>
        </pc:sldMkLst>
      </pc:sldChg>
      <pc:sldChg chg="delAnim">
        <pc:chgData name="Mary Stout" userId="S::mary_stout@wycliffeassociates.org::aa3233c2-3252-4841-9088-85efb7bdb5d2" providerId="AD" clId="Web-{1AF12206-9198-49BD-860C-0B2AE984A0B4}" dt="2023-12-11T20:16:07.347" v="2"/>
        <pc:sldMkLst>
          <pc:docMk/>
          <pc:sldMk cId="3843396759" sldId="287"/>
        </pc:sldMkLst>
      </pc:sldChg>
      <pc:sldChg chg="delAnim">
        <pc:chgData name="Mary Stout" userId="S::mary_stout@wycliffeassociates.org::aa3233c2-3252-4841-9088-85efb7bdb5d2" providerId="AD" clId="Web-{1AF12206-9198-49BD-860C-0B2AE984A0B4}" dt="2023-12-11T20:16:36.301" v="4"/>
        <pc:sldMkLst>
          <pc:docMk/>
          <pc:sldMk cId="892578344" sldId="289"/>
        </pc:sldMkLst>
      </pc:sldChg>
      <pc:sldChg chg="delAnim">
        <pc:chgData name="Mary Stout" userId="S::mary_stout@wycliffeassociates.org::aa3233c2-3252-4841-9088-85efb7bdb5d2" providerId="AD" clId="Web-{1AF12206-9198-49BD-860C-0B2AE984A0B4}" dt="2023-12-11T20:16:54.864" v="6"/>
        <pc:sldMkLst>
          <pc:docMk/>
          <pc:sldMk cId="1647794588" sldId="290"/>
        </pc:sldMkLst>
      </pc:sldChg>
    </pc:docChg>
  </pc:docChgLst>
  <pc:docChgLst>
    <pc:chgData name="Gillian Alcorn" userId="S::gill_alcorn@wycliffeassociates.org::6bd34c75-7694-4bed-b49b-bd31e3f4958d" providerId="AD" clId="Web-{6582F828-A200-BFD0-857D-5CB8FDACC765}"/>
    <pc:docChg chg="modSld">
      <pc:chgData name="Gillian Alcorn" userId="S::gill_alcorn@wycliffeassociates.org::6bd34c75-7694-4bed-b49b-bd31e3f4958d" providerId="AD" clId="Web-{6582F828-A200-BFD0-857D-5CB8FDACC765}" dt="2023-10-27T05:50:12.389" v="0" actId="1076"/>
      <pc:docMkLst>
        <pc:docMk/>
      </pc:docMkLst>
      <pc:sldChg chg="modSp">
        <pc:chgData name="Gillian Alcorn" userId="S::gill_alcorn@wycliffeassociates.org::6bd34c75-7694-4bed-b49b-bd31e3f4958d" providerId="AD" clId="Web-{6582F828-A200-BFD0-857D-5CB8FDACC765}" dt="2023-10-27T05:50:12.389" v="0" actId="1076"/>
        <pc:sldMkLst>
          <pc:docMk/>
          <pc:sldMk cId="2126766571" sldId="260"/>
        </pc:sldMkLst>
      </pc:sldChg>
    </pc:docChg>
  </pc:docChgLst>
  <pc:docChgLst>
    <pc:chgData name="Deborah Shaw" userId="S::deborah_shaw@wycliffeassociates.org::79bf7848-a030-4096-934a-3abbfde4984a" providerId="AD" clId="Web-{1DB8D926-98C2-8F86-36C3-6463E643E9F5}"/>
    <pc:docChg chg="addSld delSld modSld sldOrd">
      <pc:chgData name="Deborah Shaw" userId="S::deborah_shaw@wycliffeassociates.org::79bf7848-a030-4096-934a-3abbfde4984a" providerId="AD" clId="Web-{1DB8D926-98C2-8F86-36C3-6463E643E9F5}" dt="2023-12-20T04:22:10.503" v="138" actId="20577"/>
      <pc:docMkLst>
        <pc:docMk/>
      </pc:docMkLst>
      <pc:sldChg chg="addSp modSp new ord">
        <pc:chgData name="Deborah Shaw" userId="S::deborah_shaw@wycliffeassociates.org::79bf7848-a030-4096-934a-3abbfde4984a" providerId="AD" clId="Web-{1DB8D926-98C2-8F86-36C3-6463E643E9F5}" dt="2023-12-20T04:10:31.638" v="69" actId="20577"/>
        <pc:sldMkLst>
          <pc:docMk/>
          <pc:sldMk cId="1252017797" sldId="297"/>
        </pc:sldMkLst>
      </pc:sldChg>
      <pc:sldChg chg="modSp add ord replId">
        <pc:chgData name="Deborah Shaw" userId="S::deborah_shaw@wycliffeassociates.org::79bf7848-a030-4096-934a-3abbfde4984a" providerId="AD" clId="Web-{1DB8D926-98C2-8F86-36C3-6463E643E9F5}" dt="2023-12-20T04:10:21.575" v="66" actId="20577"/>
        <pc:sldMkLst>
          <pc:docMk/>
          <pc:sldMk cId="2933322990" sldId="298"/>
        </pc:sldMkLst>
      </pc:sldChg>
      <pc:sldChg chg="addSp modSp add ord replId">
        <pc:chgData name="Deborah Shaw" userId="S::deborah_shaw@wycliffeassociates.org::79bf7848-a030-4096-934a-3abbfde4984a" providerId="AD" clId="Web-{1DB8D926-98C2-8F86-36C3-6463E643E9F5}" dt="2023-12-20T04:16:19.539" v="106" actId="20577"/>
        <pc:sldMkLst>
          <pc:docMk/>
          <pc:sldMk cId="441926080" sldId="299"/>
        </pc:sldMkLst>
      </pc:sldChg>
      <pc:sldChg chg="add del replId">
        <pc:chgData name="Deborah Shaw" userId="S::deborah_shaw@wycliffeassociates.org::79bf7848-a030-4096-934a-3abbfde4984a" providerId="AD" clId="Web-{1DB8D926-98C2-8F86-36C3-6463E643E9F5}" dt="2023-12-20T04:13:09.580" v="77"/>
        <pc:sldMkLst>
          <pc:docMk/>
          <pc:sldMk cId="1531380497" sldId="300"/>
        </pc:sldMkLst>
      </pc:sldChg>
      <pc:sldChg chg="modSp add replId">
        <pc:chgData name="Deborah Shaw" userId="S::deborah_shaw@wycliffeassociates.org::79bf7848-a030-4096-934a-3abbfde4984a" providerId="AD" clId="Web-{1DB8D926-98C2-8F86-36C3-6463E643E9F5}" dt="2023-12-20T04:22:10.503" v="138" actId="20577"/>
        <pc:sldMkLst>
          <pc:docMk/>
          <pc:sldMk cId="4284890582" sldId="300"/>
        </pc:sldMkLst>
      </pc:sldChg>
    </pc:docChg>
  </pc:docChgLst>
  <pc:docChgLst>
    <pc:chgData name="Deborah Shaw" userId="79bf7848-a030-4096-934a-3abbfde4984a" providerId="ADAL" clId="{AFCF32E4-4B76-46F5-9E0A-07DC23E10686}"/>
    <pc:docChg chg="undo custSel modSld">
      <pc:chgData name="Deborah Shaw" userId="79bf7848-a030-4096-934a-3abbfde4984a" providerId="ADAL" clId="{AFCF32E4-4B76-46F5-9E0A-07DC23E10686}" dt="2024-04-10T15:42:25.490" v="19" actId="1076"/>
      <pc:docMkLst>
        <pc:docMk/>
      </pc:docMkLst>
      <pc:sldChg chg="modSp mod">
        <pc:chgData name="Deborah Shaw" userId="79bf7848-a030-4096-934a-3abbfde4984a" providerId="ADAL" clId="{AFCF32E4-4B76-46F5-9E0A-07DC23E10686}" dt="2024-04-10T15:42:25.490" v="19" actId="1076"/>
        <pc:sldMkLst>
          <pc:docMk/>
          <pc:sldMk cId="1252017797" sldId="297"/>
        </pc:sldMkLst>
      </pc:sldChg>
    </pc:docChg>
  </pc:docChgLst>
  <pc:docChgLst>
    <pc:chgData name="Gillian Alcorn" userId="S::gill_alcorn@wycliffeassociates.org::6bd34c75-7694-4bed-b49b-bd31e3f4958d" providerId="AD" clId="Web-{C1C37F88-34A9-EA1F-2850-36F66D6CA133}"/>
    <pc:docChg chg="modSld">
      <pc:chgData name="Gillian Alcorn" userId="S::gill_alcorn@wycliffeassociates.org::6bd34c75-7694-4bed-b49b-bd31e3f4958d" providerId="AD" clId="Web-{C1C37F88-34A9-EA1F-2850-36F66D6CA133}" dt="2023-11-15T05:50:20.873" v="3" actId="14100"/>
      <pc:docMkLst>
        <pc:docMk/>
      </pc:docMkLst>
      <pc:sldChg chg="modSp">
        <pc:chgData name="Gillian Alcorn" userId="S::gill_alcorn@wycliffeassociates.org::6bd34c75-7694-4bed-b49b-bd31e3f4958d" providerId="AD" clId="Web-{C1C37F88-34A9-EA1F-2850-36F66D6CA133}" dt="2023-11-15T05:50:20.873" v="3" actId="14100"/>
        <pc:sldMkLst>
          <pc:docMk/>
          <pc:sldMk cId="2126766571" sldId="260"/>
        </pc:sldMkLst>
      </pc:sldChg>
    </pc:docChg>
  </pc:docChgLst>
  <pc:docChgLst>
    <pc:chgData name="Deborah Shaw" userId="S::deborah_shaw@wycliffeassociates.org::79bf7848-a030-4096-934a-3abbfde4984a" providerId="AD" clId="Web-{16ADEEF6-0007-64CA-24B6-D9585598849B}"/>
    <pc:docChg chg="delSld modSld">
      <pc:chgData name="Deborah Shaw" userId="S::deborah_shaw@wycliffeassociates.org::79bf7848-a030-4096-934a-3abbfde4984a" providerId="AD" clId="Web-{16ADEEF6-0007-64CA-24B6-D9585598849B}" dt="2023-12-18T20:30:24.763" v="19" actId="1076"/>
      <pc:docMkLst>
        <pc:docMk/>
      </pc:docMkLst>
      <pc:sldChg chg="addSp modSp">
        <pc:chgData name="Deborah Shaw" userId="S::deborah_shaw@wycliffeassociates.org::79bf7848-a030-4096-934a-3abbfde4984a" providerId="AD" clId="Web-{16ADEEF6-0007-64CA-24B6-D9585598849B}" dt="2023-12-18T20:30:24.763" v="19" actId="1076"/>
        <pc:sldMkLst>
          <pc:docMk/>
          <pc:sldMk cId="2126766571" sldId="260"/>
        </pc:sldMkLst>
      </pc:sldChg>
      <pc:sldChg chg="del">
        <pc:chgData name="Deborah Shaw" userId="S::deborah_shaw@wycliffeassociates.org::79bf7848-a030-4096-934a-3abbfde4984a" providerId="AD" clId="Web-{16ADEEF6-0007-64CA-24B6-D9585598849B}" dt="2023-12-18T20:26:09.608" v="0"/>
        <pc:sldMkLst>
          <pc:docMk/>
          <pc:sldMk cId="3829610916" sldId="295"/>
        </pc:sldMkLst>
      </pc:sldChg>
      <pc:sldChg chg="addSp delSp modSp">
        <pc:chgData name="Deborah Shaw" userId="S::deborah_shaw@wycliffeassociates.org::79bf7848-a030-4096-934a-3abbfde4984a" providerId="AD" clId="Web-{16ADEEF6-0007-64CA-24B6-D9585598849B}" dt="2023-12-18T20:27:13.596" v="8"/>
        <pc:sldMkLst>
          <pc:docMk/>
          <pc:sldMk cId="3629754069" sldId="296"/>
        </pc:sldMkLst>
      </pc:sldChg>
    </pc:docChg>
  </pc:docChgLst>
  <pc:docChgLst>
    <pc:chgData name="Deborah Shaw" userId="S::deborah_shaw@wycliffeassociates.org::79bf7848-a030-4096-934a-3abbfde4984a" providerId="AD" clId="Web-{B0D67875-CA92-3215-B4B6-48508F799C8E}"/>
    <pc:docChg chg="addSld sldOrd">
      <pc:chgData name="Deborah Shaw" userId="S::deborah_shaw@wycliffeassociates.org::79bf7848-a030-4096-934a-3abbfde4984a" providerId="AD" clId="Web-{B0D67875-CA92-3215-B4B6-48508F799C8E}" dt="2023-12-17T22:06:41.034" v="1"/>
      <pc:docMkLst>
        <pc:docMk/>
      </pc:docMkLst>
      <pc:sldChg chg="add ord">
        <pc:chgData name="Deborah Shaw" userId="S::deborah_shaw@wycliffeassociates.org::79bf7848-a030-4096-934a-3abbfde4984a" providerId="AD" clId="Web-{B0D67875-CA92-3215-B4B6-48508F799C8E}" dt="2023-12-17T22:06:41.034" v="1"/>
        <pc:sldMkLst>
          <pc:docMk/>
          <pc:sldMk cId="3829610916" sldId="295"/>
        </pc:sldMkLst>
      </pc:sldChg>
    </pc:docChg>
  </pc:docChgLst>
  <pc:docChgLst>
    <pc:chgData name="Tina Slack" userId="5020e05b7d920362" providerId="LiveId" clId="{92C228EF-904D-43F7-9153-7CEE15FAEF93}"/>
    <pc:docChg chg="delSld modSld">
      <pc:chgData name="Tina Slack" userId="5020e05b7d920362" providerId="LiveId" clId="{92C228EF-904D-43F7-9153-7CEE15FAEF93}" dt="2023-08-22T18:59:04.738" v="69" actId="20577"/>
      <pc:docMkLst>
        <pc:docMk/>
      </pc:docMkLst>
      <pc:sldChg chg="modSp mod">
        <pc:chgData name="Tina Slack" userId="5020e05b7d920362" providerId="LiveId" clId="{92C228EF-904D-43F7-9153-7CEE15FAEF93}" dt="2023-08-22T18:02:58.888" v="5" actId="20577"/>
        <pc:sldMkLst>
          <pc:docMk/>
          <pc:sldMk cId="2126766571" sldId="260"/>
        </pc:sldMkLst>
      </pc:sldChg>
      <pc:sldChg chg="del">
        <pc:chgData name="Tina Slack" userId="5020e05b7d920362" providerId="LiveId" clId="{92C228EF-904D-43F7-9153-7CEE15FAEF93}" dt="2023-08-22T18:50:00.236" v="67" actId="2696"/>
        <pc:sldMkLst>
          <pc:docMk/>
          <pc:sldMk cId="3072800876" sldId="280"/>
        </pc:sldMkLst>
      </pc:sldChg>
      <pc:sldChg chg="modSp mod modAnim">
        <pc:chgData name="Tina Slack" userId="5020e05b7d920362" providerId="LiveId" clId="{92C228EF-904D-43F7-9153-7CEE15FAEF93}" dt="2023-08-22T18:49:03.565" v="66" actId="1076"/>
        <pc:sldMkLst>
          <pc:docMk/>
          <pc:sldMk cId="99088486" sldId="286"/>
        </pc:sldMkLst>
      </pc:sldChg>
      <pc:sldChg chg="modSp">
        <pc:chgData name="Tina Slack" userId="5020e05b7d920362" providerId="LiveId" clId="{92C228EF-904D-43F7-9153-7CEE15FAEF93}" dt="2023-08-22T18:59:04.738" v="69" actId="20577"/>
        <pc:sldMkLst>
          <pc:docMk/>
          <pc:sldMk cId="892578344" sldId="289"/>
        </pc:sldMkLst>
      </pc:sldChg>
      <pc:sldChg chg="modSp mod">
        <pc:chgData name="Tina Slack" userId="5020e05b7d920362" providerId="LiveId" clId="{92C228EF-904D-43F7-9153-7CEE15FAEF93}" dt="2023-08-22T18:10:40.040" v="11" actId="20577"/>
        <pc:sldMkLst>
          <pc:docMk/>
          <pc:sldMk cId="882917353" sldId="292"/>
        </pc:sldMkLst>
      </pc:sldChg>
    </pc:docChg>
  </pc:docChgLst>
  <pc:docChgLst>
    <pc:chgData name="Deborah Shaw" userId="79bf7848-a030-4096-934a-3abbfde4984a" providerId="ADAL" clId="{20250215-1566-44A4-990C-A034DFEEEC64}"/>
    <pc:docChg chg="undo redo custSel modSld">
      <pc:chgData name="Deborah Shaw" userId="79bf7848-a030-4096-934a-3abbfde4984a" providerId="ADAL" clId="{20250215-1566-44A4-990C-A034DFEEEC64}" dt="2025-06-04T18:41:49.287" v="315" actId="27636"/>
      <pc:docMkLst>
        <pc:docMk/>
      </pc:docMkLst>
      <pc:sldChg chg="modSp mod">
        <pc:chgData name="Deborah Shaw" userId="79bf7848-a030-4096-934a-3abbfde4984a" providerId="ADAL" clId="{20250215-1566-44A4-990C-A034DFEEEC64}" dt="2025-06-04T18:41:49.287" v="315" actId="27636"/>
        <pc:sldMkLst>
          <pc:docMk/>
          <pc:sldMk cId="3629754069" sldId="296"/>
        </pc:sldMkLst>
        <pc:spChg chg="mod">
          <ac:chgData name="Deborah Shaw" userId="79bf7848-a030-4096-934a-3abbfde4984a" providerId="ADAL" clId="{20250215-1566-44A4-990C-A034DFEEEC64}" dt="2025-06-04T18:41:49.287" v="315" actId="27636"/>
          <ac:spMkLst>
            <pc:docMk/>
            <pc:sldMk cId="3629754069" sldId="296"/>
            <ac:spMk id="3" creationId="{117E80A5-0A88-072D-D373-1B79DB1B2DCA}"/>
          </ac:spMkLst>
        </pc:spChg>
      </pc:sldChg>
      <pc:sldChg chg="modSp mod">
        <pc:chgData name="Deborah Shaw" userId="79bf7848-a030-4096-934a-3abbfde4984a" providerId="ADAL" clId="{20250215-1566-44A4-990C-A034DFEEEC64}" dt="2025-06-03T17:43:50.485" v="36"/>
        <pc:sldMkLst>
          <pc:docMk/>
          <pc:sldMk cId="1252017797" sldId="297"/>
        </pc:sldMkLst>
        <pc:spChg chg="mod">
          <ac:chgData name="Deborah Shaw" userId="79bf7848-a030-4096-934a-3abbfde4984a" providerId="ADAL" clId="{20250215-1566-44A4-990C-A034DFEEEC64}" dt="2025-06-03T17:43:07.507" v="34"/>
          <ac:spMkLst>
            <pc:docMk/>
            <pc:sldMk cId="1252017797" sldId="297"/>
            <ac:spMk id="3" creationId="{2DBF5A32-1B6F-571D-62E3-FCE0E2105100}"/>
          </ac:spMkLst>
        </pc:spChg>
        <pc:spChg chg="mod">
          <ac:chgData name="Deborah Shaw" userId="79bf7848-a030-4096-934a-3abbfde4984a" providerId="ADAL" clId="{20250215-1566-44A4-990C-A034DFEEEC64}" dt="2025-06-03T17:43:50.485" v="36"/>
          <ac:spMkLst>
            <pc:docMk/>
            <pc:sldMk cId="1252017797" sldId="297"/>
            <ac:spMk id="7" creationId="{7183182B-CD2D-06DA-0B12-438E323F39EE}"/>
          </ac:spMkLst>
        </pc:spChg>
      </pc:sldChg>
      <pc:sldChg chg="modSp mod">
        <pc:chgData name="Deborah Shaw" userId="79bf7848-a030-4096-934a-3abbfde4984a" providerId="ADAL" clId="{20250215-1566-44A4-990C-A034DFEEEC64}" dt="2025-06-03T17:45:25.995" v="40" actId="20577"/>
        <pc:sldMkLst>
          <pc:docMk/>
          <pc:sldMk cId="2933322990" sldId="298"/>
        </pc:sldMkLst>
        <pc:spChg chg="mod">
          <ac:chgData name="Deborah Shaw" userId="79bf7848-a030-4096-934a-3abbfde4984a" providerId="ADAL" clId="{20250215-1566-44A4-990C-A034DFEEEC64}" dt="2025-06-03T17:44:46.757" v="38"/>
          <ac:spMkLst>
            <pc:docMk/>
            <pc:sldMk cId="2933322990" sldId="298"/>
            <ac:spMk id="3" creationId="{D63D99B8-7249-35B6-128C-63D5BC5B5EE7}"/>
          </ac:spMkLst>
        </pc:spChg>
        <pc:spChg chg="mod">
          <ac:chgData name="Deborah Shaw" userId="79bf7848-a030-4096-934a-3abbfde4984a" providerId="ADAL" clId="{20250215-1566-44A4-990C-A034DFEEEC64}" dt="2025-06-03T17:45:25.995" v="40" actId="20577"/>
          <ac:spMkLst>
            <pc:docMk/>
            <pc:sldMk cId="2933322990" sldId="298"/>
            <ac:spMk id="7" creationId="{D5FA8F6F-F5D4-DACA-4034-97AAB8BFDA33}"/>
          </ac:spMkLst>
        </pc:spChg>
      </pc:sldChg>
      <pc:sldChg chg="modSp mod">
        <pc:chgData name="Deborah Shaw" userId="79bf7848-a030-4096-934a-3abbfde4984a" providerId="ADAL" clId="{20250215-1566-44A4-990C-A034DFEEEC64}" dt="2025-06-03T17:54:05.448" v="52" actId="20577"/>
        <pc:sldMkLst>
          <pc:docMk/>
          <pc:sldMk cId="441926080" sldId="299"/>
        </pc:sldMkLst>
        <pc:spChg chg="mod">
          <ac:chgData name="Deborah Shaw" userId="79bf7848-a030-4096-934a-3abbfde4984a" providerId="ADAL" clId="{20250215-1566-44A4-990C-A034DFEEEC64}" dt="2025-06-03T17:52:37.507" v="50" actId="14100"/>
          <ac:spMkLst>
            <pc:docMk/>
            <pc:sldMk cId="441926080" sldId="299"/>
            <ac:spMk id="3" creationId="{BF4B1599-BCDC-557B-0515-8941E761495E}"/>
          </ac:spMkLst>
        </pc:spChg>
        <pc:spChg chg="mod">
          <ac:chgData name="Deborah Shaw" userId="79bf7848-a030-4096-934a-3abbfde4984a" providerId="ADAL" clId="{20250215-1566-44A4-990C-A034DFEEEC64}" dt="2025-06-03T17:52:19.781" v="48" actId="1076"/>
          <ac:spMkLst>
            <pc:docMk/>
            <pc:sldMk cId="441926080" sldId="299"/>
            <ac:spMk id="6" creationId="{8FF115F4-D132-FE0B-0F32-6C8607C6BC74}"/>
          </ac:spMkLst>
        </pc:spChg>
        <pc:spChg chg="mod">
          <ac:chgData name="Deborah Shaw" userId="79bf7848-a030-4096-934a-3abbfde4984a" providerId="ADAL" clId="{20250215-1566-44A4-990C-A034DFEEEC64}" dt="2025-06-03T17:54:05.448" v="52" actId="20577"/>
          <ac:spMkLst>
            <pc:docMk/>
            <pc:sldMk cId="441926080" sldId="299"/>
            <ac:spMk id="7" creationId="{FF8DB96C-FE17-5776-D192-461981223CB5}"/>
          </ac:spMkLst>
        </pc:spChg>
        <pc:spChg chg="mod">
          <ac:chgData name="Deborah Shaw" userId="79bf7848-a030-4096-934a-3abbfde4984a" providerId="ADAL" clId="{20250215-1566-44A4-990C-A034DFEEEC64}" dt="2025-06-03T17:52:24.408" v="49" actId="1076"/>
          <ac:spMkLst>
            <pc:docMk/>
            <pc:sldMk cId="441926080" sldId="299"/>
            <ac:spMk id="9" creationId="{46E0B4A8-1047-5FBC-2612-D40EDBE3C838}"/>
          </ac:spMkLst>
        </pc:spChg>
      </pc:sldChg>
      <pc:sldChg chg="modSp mod">
        <pc:chgData name="Deborah Shaw" userId="79bf7848-a030-4096-934a-3abbfde4984a" providerId="ADAL" clId="{20250215-1566-44A4-990C-A034DFEEEC64}" dt="2025-06-03T17:56:00.136" v="56" actId="20577"/>
        <pc:sldMkLst>
          <pc:docMk/>
          <pc:sldMk cId="4284890582" sldId="300"/>
        </pc:sldMkLst>
        <pc:spChg chg="mod">
          <ac:chgData name="Deborah Shaw" userId="79bf7848-a030-4096-934a-3abbfde4984a" providerId="ADAL" clId="{20250215-1566-44A4-990C-A034DFEEEC64}" dt="2025-06-03T17:54:55.924" v="54"/>
          <ac:spMkLst>
            <pc:docMk/>
            <pc:sldMk cId="4284890582" sldId="300"/>
            <ac:spMk id="3" creationId="{5449BF21-748E-3042-0C00-0EB3BDB56D0A}"/>
          </ac:spMkLst>
        </pc:spChg>
        <pc:spChg chg="mod">
          <ac:chgData name="Deborah Shaw" userId="79bf7848-a030-4096-934a-3abbfde4984a" providerId="ADAL" clId="{20250215-1566-44A4-990C-A034DFEEEC64}" dt="2025-06-03T17:56:00.136" v="56" actId="20577"/>
          <ac:spMkLst>
            <pc:docMk/>
            <pc:sldMk cId="4284890582" sldId="300"/>
            <ac:spMk id="7" creationId="{8BF9C8D8-AD57-3B3D-474F-0A944E14525E}"/>
          </ac:spMkLst>
        </pc:spChg>
      </pc:sldChg>
    </pc:docChg>
  </pc:docChgLst>
  <pc:docChgLst>
    <pc:chgData name="Deborah Shaw" userId="79bf7848-a030-4096-934a-3abbfde4984a" providerId="ADAL" clId="{5F2562A0-6D5D-426C-8172-84D2E404C73E}"/>
    <pc:docChg chg="undo custSel delSld modSld">
      <pc:chgData name="Deborah Shaw" userId="79bf7848-a030-4096-934a-3abbfde4984a" providerId="ADAL" clId="{5F2562A0-6D5D-426C-8172-84D2E404C73E}" dt="2023-12-19T04:02:21.893" v="44" actId="2696"/>
      <pc:docMkLst>
        <pc:docMk/>
      </pc:docMkLst>
      <pc:sldChg chg="addSp delSp modSp del mod">
        <pc:chgData name="Deborah Shaw" userId="79bf7848-a030-4096-934a-3abbfde4984a" providerId="ADAL" clId="{5F2562A0-6D5D-426C-8172-84D2E404C73E}" dt="2023-12-19T04:02:21.893" v="44" actId="2696"/>
        <pc:sldMkLst>
          <pc:docMk/>
          <pc:sldMk cId="2126766571" sldId="260"/>
        </pc:sldMkLst>
      </pc:sldChg>
      <pc:sldChg chg="addSp delSp modSp mod">
        <pc:chgData name="Deborah Shaw" userId="79bf7848-a030-4096-934a-3abbfde4984a" providerId="ADAL" clId="{5F2562A0-6D5D-426C-8172-84D2E404C73E}" dt="2023-12-19T04:02:09.520" v="43" actId="14100"/>
        <pc:sldMkLst>
          <pc:docMk/>
          <pc:sldMk cId="3629754069" sldId="29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6AA070-92F4-A447-BB88-F5E94FF9CF8B}" type="datetimeFigureOut">
              <a:rPr lang="en-US" smtClean="0"/>
              <a:t>6/4/2025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39B3C9-13A9-6540-8F68-9A544DD081BF}" type="slidenum">
              <a:rPr lang="en-US" smtClean="0"/>
              <a:t>‹#›</a:t>
            </a:fld>
            <a:endParaRPr lang="en-US"/>
          </a:p>
        </p:txBody>
      </p:sp>
    </p:spTree>
    <p:extLst>
      <p:ext uri="{BB962C8B-B14F-4D97-AF65-F5344CB8AC3E}">
        <p14:creationId xmlns:p14="http://schemas.microsoft.com/office/powerpoint/2010/main" val="2521344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39B3C9-13A9-6540-8F68-9A544DD081BF}" type="slidenum">
              <a:rPr lang="en-US" smtClean="0"/>
              <a:t>4</a:t>
            </a:fld>
            <a:endParaRPr lang="en-US"/>
          </a:p>
        </p:txBody>
      </p:sp>
    </p:spTree>
    <p:extLst>
      <p:ext uri="{BB962C8B-B14F-4D97-AF65-F5344CB8AC3E}">
        <p14:creationId xmlns:p14="http://schemas.microsoft.com/office/powerpoint/2010/main" val="34643434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2D176C0A-5C67-429D-B78E-C0F7FE360763}" type="datetimeFigureOut">
              <a:rPr lang="en-US" smtClean="0"/>
              <a:t>6/4/2025</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A86A303C-F57A-46A0-A01E-607FF4D926B8}" type="slidenum">
              <a:rPr lang="en-US" smtClean="0"/>
              <a:t>‹#›</a:t>
            </a:fld>
            <a:endParaRPr lang="en-US"/>
          </a:p>
        </p:txBody>
      </p:sp>
    </p:spTree>
    <p:extLst>
      <p:ext uri="{BB962C8B-B14F-4D97-AF65-F5344CB8AC3E}">
        <p14:creationId xmlns:p14="http://schemas.microsoft.com/office/powerpoint/2010/main" val="2141927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486219-3A02-4B8F-9654-356937189673}"/>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628650" y="386512"/>
            <a:ext cx="7886700" cy="1325563"/>
          </a:xfrm>
        </p:spPr>
        <p:txBody>
          <a:bodyPr anchor="t">
            <a:noAutofit/>
          </a:bodyPr>
          <a:lstStyle>
            <a:lvl1pPr>
              <a:lnSpc>
                <a:spcPct val="100000"/>
              </a:lnSpc>
              <a:defRPr>
                <a:solidFill>
                  <a:srgbClr val="B95659"/>
                </a:solidFill>
              </a:defRPr>
            </a:lvl1pPr>
          </a:lstStyle>
          <a:p>
            <a:r>
              <a:rPr lang="en-US"/>
              <a:t>Click to edit Master title style</a:t>
            </a:r>
          </a:p>
        </p:txBody>
      </p:sp>
      <p:sp>
        <p:nvSpPr>
          <p:cNvPr id="3" name="Content Placeholder 2"/>
          <p:cNvSpPr>
            <a:spLocks noGrp="1"/>
          </p:cNvSpPr>
          <p:nvPr>
            <p:ph idx="1"/>
          </p:nvPr>
        </p:nvSpPr>
        <p:spPr>
          <a:xfrm>
            <a:off x="628650" y="1825625"/>
            <a:ext cx="7886700" cy="4054180"/>
          </a:xfrm>
        </p:spPr>
        <p:txBody>
          <a:bodyPr>
            <a:noAutofit/>
          </a:bodyPr>
          <a:lstStyle>
            <a:lvl1pPr>
              <a:defRPr>
                <a:solidFill>
                  <a:srgbClr val="716557"/>
                </a:solidFill>
              </a:defRPr>
            </a:lvl1pPr>
            <a:lvl2pPr>
              <a:defRPr>
                <a:solidFill>
                  <a:srgbClr val="716557"/>
                </a:solidFill>
              </a:defRPr>
            </a:lvl2pPr>
            <a:lvl3pPr>
              <a:defRPr>
                <a:solidFill>
                  <a:srgbClr val="716557"/>
                </a:solidFill>
              </a:defRPr>
            </a:lvl3pPr>
            <a:lvl4pPr>
              <a:defRPr>
                <a:solidFill>
                  <a:srgbClr val="716557"/>
                </a:solidFill>
              </a:defRPr>
            </a:lvl4pPr>
            <a:lvl5pPr>
              <a:defRPr>
                <a:solidFill>
                  <a:srgbClr val="716557"/>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82179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86512"/>
            <a:ext cx="7886700" cy="1325563"/>
          </a:xfrm>
        </p:spPr>
        <p:txBody>
          <a:bodyPr anchor="t">
            <a:noAutofit/>
          </a:bodyPr>
          <a:lstStyle>
            <a:lvl1pPr>
              <a:lnSpc>
                <a:spcPct val="100000"/>
              </a:lnSpc>
              <a:defRPr>
                <a:solidFill>
                  <a:srgbClr val="B95659"/>
                </a:solidFill>
              </a:defRPr>
            </a:lvl1pPr>
          </a:lstStyle>
          <a:p>
            <a:r>
              <a:rPr lang="en-US"/>
              <a:t>Click to edit Master title style</a:t>
            </a:r>
          </a:p>
        </p:txBody>
      </p:sp>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Rectangle 11">
            <a:extLst>
              <a:ext uri="{FF2B5EF4-FFF2-40B4-BE49-F238E27FC236}">
                <a16:creationId xmlns:a16="http://schemas.microsoft.com/office/drawing/2014/main" id="{BAAEAE7B-3B5A-4C25-AC11-01A159AD8EE2}"/>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15199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B3E46E85-8EF7-4D4E-A5B5-D327F4516A82}"/>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8311192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10331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chor="t" anchorCtr="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454495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txStyles>
    <p:titleStyle>
      <a:lvl1pPr algn="ctr" defTabSz="914400" rtl="0" eaLnBrk="1" latinLnBrk="0" hangingPunct="1">
        <a:lnSpc>
          <a:spcPct val="90000"/>
        </a:lnSpc>
        <a:spcBef>
          <a:spcPct val="0"/>
        </a:spcBef>
        <a:buNone/>
        <a:defRPr sz="3200" b="1"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unfoldingword.bible/ult/"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B1342BB-B465-1A3D-28BC-F5045ABD0A0E}"/>
              </a:ext>
            </a:extLst>
          </p:cNvPr>
          <p:cNvPicPr>
            <a:picLocks noChangeAspect="1"/>
          </p:cNvPicPr>
          <p:nvPr/>
        </p:nvPicPr>
        <p:blipFill rotWithShape="1">
          <a:blip r:embed="rId2">
            <a:extLst>
              <a:ext uri="{28A0092B-C50C-407E-A947-70E740481C1C}">
                <a14:useLocalDpi xmlns:a14="http://schemas.microsoft.com/office/drawing/2010/main" val="0"/>
              </a:ext>
            </a:extLst>
          </a:blip>
          <a:srcRect t="12704" b="12704"/>
          <a:stretch/>
        </p:blipFill>
        <p:spPr>
          <a:xfrm>
            <a:off x="20" y="146817"/>
            <a:ext cx="9143980" cy="3511365"/>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3" name="Content Placeholder 2">
            <a:extLst>
              <a:ext uri="{FF2B5EF4-FFF2-40B4-BE49-F238E27FC236}">
                <a16:creationId xmlns:a16="http://schemas.microsoft.com/office/drawing/2014/main" id="{117E80A5-0A88-072D-D373-1B79DB1B2DCA}"/>
              </a:ext>
            </a:extLst>
          </p:cNvPr>
          <p:cNvSpPr>
            <a:spLocks noGrp="1"/>
          </p:cNvSpPr>
          <p:nvPr>
            <p:ph idx="1"/>
          </p:nvPr>
        </p:nvSpPr>
        <p:spPr>
          <a:xfrm>
            <a:off x="3387212" y="3658183"/>
            <a:ext cx="5394834" cy="2851456"/>
          </a:xfrm>
        </p:spPr>
        <p:txBody>
          <a:bodyPr anchor="ctr">
            <a:normAutofit fontScale="92500" lnSpcReduction="20000"/>
          </a:bodyPr>
          <a:lstStyle/>
          <a:p>
            <a:pPr marL="0" indent="0">
              <a:buNone/>
            </a:pPr>
            <a:r>
              <a:rPr lang="en-US" dirty="0">
                <a:solidFill>
                  <a:schemeClr val="accent1">
                    <a:lumMod val="50000"/>
                  </a:schemeClr>
                </a:solidFill>
                <a:cs typeface="Arial"/>
              </a:rPr>
              <a:t>For I did not hold back from declaring to you the whole will of God. Therefore be careful about yourselves, and about all the flock of which the Holy Spirit has appointed you overseers. Be careful to shepherd the church of God, which he purchased with his own blood (Acts 20:27-28).</a:t>
            </a:r>
          </a:p>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endParaRPr kumimoji="0" lang="en-US" sz="1600" b="0" i="0" u="none" strike="noStrike" kern="1200" cap="none" spc="0" normalizeH="0" baseline="0" noProof="0" dirty="0">
              <a:ln>
                <a:noFill/>
              </a:ln>
              <a:solidFill>
                <a:srgbClr val="716557"/>
              </a:solidFill>
              <a:effectLst/>
              <a:uLnTx/>
              <a:uFillTx/>
              <a:latin typeface="Calibri"/>
              <a:ea typeface="Times New Roman" panose="02020603050405020304" pitchFamily="18" charset="0"/>
              <a:cs typeface="Arial" panose="020B0604020202020204" pitchFamily="34" charset="0"/>
            </a:endParaRPr>
          </a:p>
          <a:p>
            <a:pPr marL="0" marR="0" lvl="0" indent="0" algn="l" defTabSz="914400" rtl="0" eaLnBrk="1" fontAlgn="base" latinLnBrk="0" hangingPunct="1">
              <a:lnSpc>
                <a:spcPct val="9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660033"/>
                </a:solidFill>
                <a:effectLst/>
                <a:uLnTx/>
                <a:uFillTx/>
                <a:latin typeface="Calibri"/>
                <a:ea typeface="Times New Roman" panose="02020603050405020304" pitchFamily="18" charset="0"/>
                <a:cs typeface="Arial"/>
              </a:rPr>
              <a:t>All Scripture taken from the English Unlocked Literal Bible (ULB), ©2017, 2022 Wycliffe Associates, Available at https://bibleineverylanguage.org/translations, licensed under the Creative Commons Attribution-</a:t>
            </a:r>
            <a:r>
              <a:rPr kumimoji="0" lang="en-US" sz="1200" b="0" i="0" u="none" strike="noStrike" kern="1200" cap="none" spc="0" normalizeH="0" baseline="0" noProof="0" dirty="0" err="1">
                <a:ln>
                  <a:noFill/>
                </a:ln>
                <a:solidFill>
                  <a:srgbClr val="660033"/>
                </a:solidFill>
                <a:effectLst/>
                <a:uLnTx/>
                <a:uFillTx/>
                <a:latin typeface="Calibri"/>
                <a:ea typeface="Times New Roman" panose="02020603050405020304" pitchFamily="18" charset="0"/>
                <a:cs typeface="Arial"/>
              </a:rPr>
              <a:t>ShareAlike</a:t>
            </a:r>
            <a:r>
              <a:rPr kumimoji="0" lang="en-US" sz="1200" b="0" i="0" u="none" strike="noStrike" kern="1200" cap="none" spc="0" normalizeH="0" baseline="0" noProof="0" dirty="0">
                <a:ln>
                  <a:noFill/>
                </a:ln>
                <a:solidFill>
                  <a:srgbClr val="660033"/>
                </a:solidFill>
                <a:effectLst/>
                <a:uLnTx/>
                <a:uFillTx/>
                <a:latin typeface="Calibri"/>
                <a:ea typeface="Times New Roman" panose="02020603050405020304" pitchFamily="18" charset="0"/>
                <a:cs typeface="Arial"/>
              </a:rPr>
              <a:t> 4.0 International License. </a:t>
            </a:r>
          </a:p>
          <a:p>
            <a:pPr marL="0" marR="0" lvl="0" indent="0" algn="l" defTabSz="914400" rtl="0" eaLnBrk="1" fontAlgn="base" latinLnBrk="0" hangingPunct="1">
              <a:lnSpc>
                <a:spcPct val="9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660033"/>
                </a:solidFill>
                <a:effectLst/>
                <a:uLnTx/>
                <a:uFillTx/>
                <a:latin typeface="Calibri"/>
                <a:ea typeface="Times New Roman" panose="02020603050405020304" pitchFamily="18" charset="0"/>
                <a:cs typeface="Arial"/>
              </a:rPr>
              <a:t>The English ULB is based on the </a:t>
            </a:r>
            <a:r>
              <a:rPr kumimoji="0" lang="en-US" sz="1200" b="0" i="0" u="none" strike="noStrike" kern="1200" cap="none" spc="0" normalizeH="0" baseline="0" noProof="0" dirty="0" err="1">
                <a:ln>
                  <a:noFill/>
                </a:ln>
                <a:solidFill>
                  <a:srgbClr val="660033"/>
                </a:solidFill>
                <a:effectLst/>
                <a:uLnTx/>
                <a:uFillTx/>
                <a:latin typeface="Calibri"/>
                <a:ea typeface="Times New Roman" panose="02020603050405020304" pitchFamily="18" charset="0"/>
                <a:cs typeface="Arial"/>
              </a:rPr>
              <a:t>unfoldingWord</a:t>
            </a:r>
            <a:r>
              <a:rPr kumimoji="0" lang="en-US" sz="1200" b="0" i="0" u="none" strike="noStrike" kern="1200" cap="none" spc="0" normalizeH="0" baseline="0" noProof="0" dirty="0">
                <a:ln>
                  <a:noFill/>
                </a:ln>
                <a:solidFill>
                  <a:srgbClr val="660033"/>
                </a:solidFill>
                <a:effectLst/>
                <a:uLnTx/>
                <a:uFillTx/>
                <a:latin typeface="Calibri"/>
                <a:ea typeface="Times New Roman" panose="02020603050405020304" pitchFamily="18" charset="0"/>
                <a:cs typeface="Arial"/>
              </a:rPr>
              <a:t>® Literal Text, CC BY-SA 4.0. The original work of the </a:t>
            </a:r>
            <a:r>
              <a:rPr kumimoji="0" lang="en-US" sz="1200" b="0" i="0" u="none" strike="noStrike" kern="1200" cap="none" spc="0" normalizeH="0" baseline="0" noProof="0" dirty="0" err="1">
                <a:ln>
                  <a:noFill/>
                </a:ln>
                <a:solidFill>
                  <a:srgbClr val="660033"/>
                </a:solidFill>
                <a:effectLst/>
                <a:uLnTx/>
                <a:uFillTx/>
                <a:latin typeface="Calibri"/>
                <a:ea typeface="Times New Roman" panose="02020603050405020304" pitchFamily="18" charset="0"/>
                <a:cs typeface="Arial"/>
              </a:rPr>
              <a:t>unfoldingWord</a:t>
            </a:r>
            <a:r>
              <a:rPr kumimoji="0" lang="en-US" sz="1200" b="0" i="0" u="none" strike="noStrike" kern="1200" cap="none" spc="0" normalizeH="0" baseline="0" noProof="0" dirty="0">
                <a:ln>
                  <a:noFill/>
                </a:ln>
                <a:solidFill>
                  <a:srgbClr val="660033"/>
                </a:solidFill>
                <a:effectLst/>
                <a:uLnTx/>
                <a:uFillTx/>
                <a:latin typeface="Calibri"/>
                <a:ea typeface="Times New Roman" panose="02020603050405020304" pitchFamily="18" charset="0"/>
                <a:cs typeface="Arial"/>
              </a:rPr>
              <a:t>® Literal Text is available at </a:t>
            </a:r>
            <a:r>
              <a:rPr kumimoji="0" lang="en-US" sz="1200" b="0" i="0" u="none" strike="noStrike" kern="1200" cap="none" spc="0" normalizeH="0" baseline="0" noProof="0" dirty="0">
                <a:ln>
                  <a:noFill/>
                </a:ln>
                <a:solidFill>
                  <a:srgbClr val="660033"/>
                </a:solidFill>
                <a:effectLst/>
                <a:uLnTx/>
                <a:uFillTx/>
                <a:latin typeface="Calibri"/>
                <a:ea typeface="Times New Roman" panose="02020603050405020304" pitchFamily="18" charset="0"/>
                <a:cs typeface="Arial"/>
                <a:hlinkClick r:id="rId3"/>
              </a:rPr>
              <a:t>https://unfoldingword.bible/ult/</a:t>
            </a:r>
            <a:r>
              <a:rPr kumimoji="0" lang="en-US" sz="1200" b="0" i="0" u="none" strike="noStrike" kern="1200" cap="none" spc="0" normalizeH="0" baseline="0" noProof="0" dirty="0">
                <a:ln>
                  <a:noFill/>
                </a:ln>
                <a:solidFill>
                  <a:srgbClr val="660033"/>
                </a:solidFill>
                <a:effectLst/>
                <a:uLnTx/>
                <a:uFillTx/>
                <a:latin typeface="Calibri"/>
                <a:ea typeface="Times New Roman" panose="02020603050405020304" pitchFamily="18" charset="0"/>
                <a:cs typeface="Arial"/>
              </a:rPr>
              <a:t>.                                              </a:t>
            </a:r>
            <a:endParaRPr lang="en-US" dirty="0">
              <a:solidFill>
                <a:srgbClr val="660033"/>
              </a:solidFill>
            </a:endParaRPr>
          </a:p>
        </p:txBody>
      </p:sp>
      <p:sp>
        <p:nvSpPr>
          <p:cNvPr id="7" name="Rectangle 6">
            <a:extLst>
              <a:ext uri="{FF2B5EF4-FFF2-40B4-BE49-F238E27FC236}">
                <a16:creationId xmlns:a16="http://schemas.microsoft.com/office/drawing/2014/main" id="{6D1C5468-2E27-9AF9-E8A7-9D00C2F6695F}"/>
              </a:ext>
            </a:extLst>
          </p:cNvPr>
          <p:cNvSpPr/>
          <p:nvPr/>
        </p:nvSpPr>
        <p:spPr>
          <a:xfrm>
            <a:off x="147178" y="3658182"/>
            <a:ext cx="3040036" cy="1754326"/>
          </a:xfrm>
          <a:prstGeom prst="rect">
            <a:avLst/>
          </a:prstGeom>
        </p:spPr>
        <p:txBody>
          <a:bodyPr wrap="square"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3600" b="1" dirty="0">
                <a:solidFill>
                  <a:srgbClr val="B95659"/>
                </a:solidFill>
                <a:latin typeface="Arial" panose="020B0604020202020204" pitchFamily="34" charset="0"/>
                <a:ea typeface="+mj-ea"/>
                <a:cs typeface="Arial" panose="020B0604020202020204" pitchFamily="34" charset="0"/>
              </a:rPr>
              <a:t>Church Owned Bible Translation</a:t>
            </a:r>
          </a:p>
        </p:txBody>
      </p:sp>
      <p:cxnSp>
        <p:nvCxnSpPr>
          <p:cNvPr id="8" name="Straight Arrow Connector 7">
            <a:extLst>
              <a:ext uri="{FF2B5EF4-FFF2-40B4-BE49-F238E27FC236}">
                <a16:creationId xmlns:a16="http://schemas.microsoft.com/office/drawing/2014/main" id="{A525E1EC-2B3D-B92F-74BA-AE9AEC3DD826}"/>
              </a:ext>
            </a:extLst>
          </p:cNvPr>
          <p:cNvCxnSpPr/>
          <p:nvPr/>
        </p:nvCxnSpPr>
        <p:spPr>
          <a:xfrm flipH="1">
            <a:off x="3224956" y="4020230"/>
            <a:ext cx="7549" cy="2246153"/>
          </a:xfrm>
          <a:prstGeom prst="straightConnector1">
            <a:avLst/>
          </a:prstGeom>
        </p:spPr>
        <p:style>
          <a:lnRef idx="3">
            <a:schemeClr val="accent1"/>
          </a:lnRef>
          <a:fillRef idx="0">
            <a:schemeClr val="accent1"/>
          </a:fillRef>
          <a:effectRef idx="2">
            <a:schemeClr val="accent1"/>
          </a:effectRef>
          <a:fontRef idx="minor">
            <a:schemeClr val="tx1"/>
          </a:fontRef>
        </p:style>
      </p:cxnSp>
      <p:sp>
        <p:nvSpPr>
          <p:cNvPr id="10" name="Parallelogram 9">
            <a:extLst>
              <a:ext uri="{FF2B5EF4-FFF2-40B4-BE49-F238E27FC236}">
                <a16:creationId xmlns:a16="http://schemas.microsoft.com/office/drawing/2014/main" id="{8935C890-2269-E49E-86DF-C211A0DE5924}"/>
              </a:ext>
            </a:extLst>
          </p:cNvPr>
          <p:cNvSpPr/>
          <p:nvPr/>
        </p:nvSpPr>
        <p:spPr>
          <a:xfrm flipH="1">
            <a:off x="-127730" y="6628431"/>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arallelogram 11">
            <a:extLst>
              <a:ext uri="{FF2B5EF4-FFF2-40B4-BE49-F238E27FC236}">
                <a16:creationId xmlns:a16="http://schemas.microsoft.com/office/drawing/2014/main" id="{DDF8B0AC-4967-3644-B916-F6C2ECC53264}"/>
              </a:ext>
            </a:extLst>
          </p:cNvPr>
          <p:cNvSpPr/>
          <p:nvPr/>
        </p:nvSpPr>
        <p:spPr>
          <a:xfrm flipH="1">
            <a:off x="2971800" y="6628431"/>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arallelogram 13">
            <a:extLst>
              <a:ext uri="{FF2B5EF4-FFF2-40B4-BE49-F238E27FC236}">
                <a16:creationId xmlns:a16="http://schemas.microsoft.com/office/drawing/2014/main" id="{5AE8FE71-03A0-CB9B-C12A-D84F3A382A80}"/>
              </a:ext>
            </a:extLst>
          </p:cNvPr>
          <p:cNvSpPr/>
          <p:nvPr/>
        </p:nvSpPr>
        <p:spPr>
          <a:xfrm flipH="1">
            <a:off x="6071330" y="6628431"/>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A4776F2-8249-1257-551D-80D9CD0F0596}"/>
              </a:ext>
            </a:extLst>
          </p:cNvPr>
          <p:cNvSpPr/>
          <p:nvPr/>
        </p:nvSpPr>
        <p:spPr>
          <a:xfrm>
            <a:off x="404748" y="5412508"/>
            <a:ext cx="2562638" cy="584775"/>
          </a:xfrm>
          <a:prstGeom prst="rect">
            <a:avLst/>
          </a:prstGeom>
        </p:spPr>
        <p:txBody>
          <a:bodyPr wrap="square" lIns="91440" tIns="45720" rIns="91440" bIns="45720" anchor="ctr">
            <a:spAutoFit/>
          </a:bodyPr>
          <a:lstStyle/>
          <a:p>
            <a:pPr algn="ctr"/>
            <a:r>
              <a:rPr lang="en-US" sz="3200" dirty="0">
                <a:solidFill>
                  <a:schemeClr val="accent1">
                    <a:lumMod val="75000"/>
                  </a:schemeClr>
                </a:solidFill>
                <a:latin typeface="Arial"/>
                <a:cs typeface="Arial"/>
              </a:rPr>
              <a:t>Four Beliefs</a:t>
            </a:r>
          </a:p>
        </p:txBody>
      </p:sp>
    </p:spTree>
    <p:extLst>
      <p:ext uri="{BB962C8B-B14F-4D97-AF65-F5344CB8AC3E}">
        <p14:creationId xmlns:p14="http://schemas.microsoft.com/office/powerpoint/2010/main" val="36297540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15A585C-182F-4097-AE7A-03F38E316BE5}"/>
              </a:ext>
            </a:extLst>
          </p:cNvPr>
          <p:cNvSpPr txBox="1"/>
          <p:nvPr/>
        </p:nvSpPr>
        <p:spPr>
          <a:xfrm>
            <a:off x="2521599" y="-464375"/>
            <a:ext cx="4100803" cy="7786747"/>
          </a:xfrm>
          <a:prstGeom prst="rect">
            <a:avLst/>
          </a:prstGeom>
          <a:noFill/>
        </p:spPr>
        <p:txBody>
          <a:bodyPr wrap="none" rtlCol="0" anchor="ctr">
            <a:spAutoFit/>
          </a:bodyPr>
          <a:lstStyle/>
          <a:p>
            <a:pPr algn="ctr"/>
            <a:r>
              <a:rPr lang="en-US" sz="50000" dirty="0">
                <a:solidFill>
                  <a:schemeClr val="accent2">
                    <a:lumMod val="20000"/>
                    <a:lumOff val="80000"/>
                  </a:schemeClr>
                </a:solidFill>
                <a:latin typeface="Arial Black" panose="020B0A04020102020204" pitchFamily="34" charset="0"/>
              </a:rPr>
              <a:t>?</a:t>
            </a:r>
          </a:p>
        </p:txBody>
      </p:sp>
      <p:sp>
        <p:nvSpPr>
          <p:cNvPr id="3" name="TextBox 2">
            <a:extLst>
              <a:ext uri="{FF2B5EF4-FFF2-40B4-BE49-F238E27FC236}">
                <a16:creationId xmlns:a16="http://schemas.microsoft.com/office/drawing/2014/main" id="{26FADB6C-6CB5-4D7C-AC09-B89C68326468}"/>
              </a:ext>
            </a:extLst>
          </p:cNvPr>
          <p:cNvSpPr txBox="1"/>
          <p:nvPr/>
        </p:nvSpPr>
        <p:spPr>
          <a:xfrm>
            <a:off x="2623457" y="2959083"/>
            <a:ext cx="3897086" cy="1384995"/>
          </a:xfrm>
          <a:prstGeom prst="rect">
            <a:avLst/>
          </a:prstGeom>
          <a:noFill/>
        </p:spPr>
        <p:txBody>
          <a:bodyPr wrap="square" anchor="ctr">
            <a:spAutoFit/>
          </a:bodyPr>
          <a:lstStyle/>
          <a:p>
            <a:pPr algn="ctr"/>
            <a:r>
              <a:rPr lang="en-US" sz="2800" b="1" dirty="0">
                <a:solidFill>
                  <a:schemeClr val="tx2"/>
                </a:solidFill>
                <a:effectLst/>
                <a:latin typeface="Arial" panose="020B0604020202020204" pitchFamily="34" charset="0"/>
                <a:ea typeface="MS Mincho" panose="02020609040205080304" pitchFamily="49" charset="-128"/>
              </a:rPr>
              <a:t>What is </a:t>
            </a:r>
          </a:p>
          <a:p>
            <a:pPr algn="ctr"/>
            <a:r>
              <a:rPr lang="en-US" sz="2800" b="1" dirty="0">
                <a:solidFill>
                  <a:schemeClr val="tx2"/>
                </a:solidFill>
                <a:latin typeface="Arial" panose="020B0604020202020204" pitchFamily="34" charset="0"/>
                <a:ea typeface="MS Mincho" panose="02020609040205080304" pitchFamily="49" charset="-128"/>
              </a:rPr>
              <a:t>“Church-Owned”</a:t>
            </a:r>
            <a:r>
              <a:rPr lang="en-US" sz="2800" b="1" dirty="0">
                <a:solidFill>
                  <a:schemeClr val="tx2"/>
                </a:solidFill>
                <a:effectLst/>
                <a:latin typeface="Arial" panose="020B0604020202020204" pitchFamily="34" charset="0"/>
                <a:ea typeface="MS Mincho" panose="02020609040205080304" pitchFamily="49" charset="-128"/>
              </a:rPr>
              <a:t> </a:t>
            </a:r>
            <a:br>
              <a:rPr lang="en-US" sz="2800" b="1" dirty="0">
                <a:solidFill>
                  <a:schemeClr val="tx2"/>
                </a:solidFill>
                <a:effectLst/>
                <a:latin typeface="Arial" panose="020B0604020202020204" pitchFamily="34" charset="0"/>
                <a:ea typeface="MS Mincho" panose="02020609040205080304" pitchFamily="49" charset="-128"/>
              </a:rPr>
            </a:br>
            <a:r>
              <a:rPr lang="en-US" sz="2800" b="1" dirty="0">
                <a:solidFill>
                  <a:schemeClr val="tx2"/>
                </a:solidFill>
                <a:effectLst/>
                <a:latin typeface="Arial" panose="020B0604020202020204" pitchFamily="34" charset="0"/>
                <a:ea typeface="MS Mincho" panose="02020609040205080304" pitchFamily="49" charset="-128"/>
              </a:rPr>
              <a:t>Bible </a:t>
            </a:r>
            <a:r>
              <a:rPr lang="en-US" sz="2800" b="1" dirty="0">
                <a:solidFill>
                  <a:schemeClr val="tx2"/>
                </a:solidFill>
                <a:latin typeface="Arial" panose="020B0604020202020204" pitchFamily="34" charset="0"/>
                <a:ea typeface="MS Mincho" panose="02020609040205080304" pitchFamily="49" charset="-128"/>
              </a:rPr>
              <a:t>T</a:t>
            </a:r>
            <a:r>
              <a:rPr lang="en-US" sz="2800" b="1" dirty="0">
                <a:solidFill>
                  <a:schemeClr val="tx2"/>
                </a:solidFill>
                <a:effectLst/>
                <a:latin typeface="Arial" panose="020B0604020202020204" pitchFamily="34" charset="0"/>
                <a:ea typeface="MS Mincho" panose="02020609040205080304" pitchFamily="49" charset="-128"/>
              </a:rPr>
              <a:t>ranslation?</a:t>
            </a:r>
            <a:endParaRPr lang="en-US" sz="2800" b="1" dirty="0">
              <a:solidFill>
                <a:schemeClr val="tx2"/>
              </a:solidFill>
            </a:endParaRPr>
          </a:p>
        </p:txBody>
      </p:sp>
    </p:spTree>
    <p:extLst>
      <p:ext uri="{BB962C8B-B14F-4D97-AF65-F5344CB8AC3E}">
        <p14:creationId xmlns:p14="http://schemas.microsoft.com/office/powerpoint/2010/main" val="8829173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DAE3F-B9BB-6F86-5292-33FE00531D00}"/>
              </a:ext>
            </a:extLst>
          </p:cNvPr>
          <p:cNvSpPr>
            <a:spLocks noGrp="1"/>
          </p:cNvSpPr>
          <p:nvPr>
            <p:ph type="title"/>
          </p:nvPr>
        </p:nvSpPr>
        <p:spPr>
          <a:xfrm>
            <a:off x="628650" y="729412"/>
            <a:ext cx="7886700" cy="1325563"/>
          </a:xfrm>
        </p:spPr>
        <p:txBody>
          <a:bodyPr/>
          <a:lstStyle/>
          <a:p>
            <a:r>
              <a:rPr lang="en-US" dirty="0">
                <a:latin typeface="Arial"/>
                <a:cs typeface="Arial"/>
              </a:rPr>
              <a:t>Romans 12:4-6a</a:t>
            </a:r>
            <a:endParaRPr lang="en-US" dirty="0"/>
          </a:p>
        </p:txBody>
      </p:sp>
      <p:sp>
        <p:nvSpPr>
          <p:cNvPr id="3" name="Content Placeholder 2">
            <a:extLst>
              <a:ext uri="{FF2B5EF4-FFF2-40B4-BE49-F238E27FC236}">
                <a16:creationId xmlns:a16="http://schemas.microsoft.com/office/drawing/2014/main" id="{2DBF5A32-1B6F-571D-62E3-FCE0E2105100}"/>
              </a:ext>
            </a:extLst>
          </p:cNvPr>
          <p:cNvSpPr>
            <a:spLocks noGrp="1"/>
          </p:cNvSpPr>
          <p:nvPr>
            <p:ph idx="1"/>
          </p:nvPr>
        </p:nvSpPr>
        <p:spPr>
          <a:xfrm>
            <a:off x="628650" y="1393825"/>
            <a:ext cx="7886700" cy="1844380"/>
          </a:xfrm>
        </p:spPr>
        <p:txBody>
          <a:bodyPr/>
          <a:lstStyle/>
          <a:p>
            <a:pPr marL="0" indent="0">
              <a:buNone/>
            </a:pPr>
            <a:r>
              <a:rPr lang="en-US" b="0" i="0" dirty="0">
                <a:solidFill>
                  <a:srgbClr val="000000"/>
                </a:solidFill>
                <a:effectLst/>
                <a:latin typeface="Noto Sans" panose="020B0502040504020204" pitchFamily="34" charset="0"/>
              </a:rPr>
              <a:t>For we have many members in one body, but not all the members have the same function. </a:t>
            </a:r>
            <a:r>
              <a:rPr lang="en-US" b="0" i="0" baseline="30000" dirty="0">
                <a:solidFill>
                  <a:srgbClr val="000000"/>
                </a:solidFill>
                <a:effectLst/>
                <a:latin typeface="Noto Sans" panose="020B0502040504020204" pitchFamily="34" charset="0"/>
              </a:rPr>
              <a:t>5</a:t>
            </a:r>
            <a:r>
              <a:rPr lang="en-US" b="0" i="0" dirty="0">
                <a:solidFill>
                  <a:srgbClr val="000000"/>
                </a:solidFill>
                <a:effectLst/>
                <a:latin typeface="Noto Sans" panose="020B0502040504020204" pitchFamily="34" charset="0"/>
              </a:rPr>
              <a:t> In the same way, we who are many are one body in Christ, and are individually members of each other. </a:t>
            </a:r>
            <a:r>
              <a:rPr lang="en-US" b="0" i="0" baseline="30000" dirty="0">
                <a:solidFill>
                  <a:srgbClr val="000000"/>
                </a:solidFill>
                <a:effectLst/>
                <a:latin typeface="Noto Sans" panose="020B0502040504020204" pitchFamily="34" charset="0"/>
              </a:rPr>
              <a:t>6</a:t>
            </a:r>
            <a:r>
              <a:rPr lang="en-US" b="0" i="0" dirty="0">
                <a:solidFill>
                  <a:srgbClr val="000000"/>
                </a:solidFill>
                <a:effectLst/>
                <a:latin typeface="Noto Sans" panose="020B0502040504020204" pitchFamily="34" charset="0"/>
              </a:rPr>
              <a:t> We have different gifts according to the grace that was given to us.</a:t>
            </a:r>
            <a:endParaRPr lang="en-US" dirty="0">
              <a:cs typeface="Arial"/>
            </a:endParaRPr>
          </a:p>
        </p:txBody>
      </p:sp>
      <p:sp>
        <p:nvSpPr>
          <p:cNvPr id="5" name="Title 1">
            <a:extLst>
              <a:ext uri="{FF2B5EF4-FFF2-40B4-BE49-F238E27FC236}">
                <a16:creationId xmlns:a16="http://schemas.microsoft.com/office/drawing/2014/main" id="{3CE741C6-48DF-C5E5-2930-25FB86EB2F33}"/>
              </a:ext>
            </a:extLst>
          </p:cNvPr>
          <p:cNvSpPr txBox="1">
            <a:spLocks/>
          </p:cNvSpPr>
          <p:nvPr/>
        </p:nvSpPr>
        <p:spPr>
          <a:xfrm>
            <a:off x="628650" y="3548812"/>
            <a:ext cx="7886700" cy="677863"/>
          </a:xfrm>
          <a:prstGeom prst="rect">
            <a:avLst/>
          </a:prstGeom>
        </p:spPr>
        <p:txBody>
          <a:bodyPr vert="horz" lIns="91440" tIns="45720" rIns="91440" bIns="45720" rtlCol="0" anchor="t">
            <a:noAutofit/>
          </a:bodyPr>
          <a:lstStyle>
            <a:lvl1pPr algn="ctr" defTabSz="914400" rtl="0" eaLnBrk="1" latinLnBrk="0" hangingPunct="1">
              <a:lnSpc>
                <a:spcPct val="100000"/>
              </a:lnSpc>
              <a:spcBef>
                <a:spcPct val="0"/>
              </a:spcBef>
              <a:buNone/>
              <a:defRPr sz="3200" b="1" kern="1200">
                <a:solidFill>
                  <a:srgbClr val="B95659"/>
                </a:solidFill>
                <a:latin typeface="Arial" panose="020B0604020202020204" pitchFamily="34" charset="0"/>
                <a:ea typeface="+mj-ea"/>
                <a:cs typeface="Arial" panose="020B0604020202020204" pitchFamily="34" charset="0"/>
              </a:defRPr>
            </a:lvl1pPr>
          </a:lstStyle>
          <a:p>
            <a:r>
              <a:rPr lang="en-US" dirty="0">
                <a:latin typeface="Arial"/>
                <a:cs typeface="Arial"/>
              </a:rPr>
              <a:t>2 Timothy 2:7</a:t>
            </a:r>
            <a:endParaRPr lang="en-US" dirty="0"/>
          </a:p>
        </p:txBody>
      </p:sp>
      <p:sp>
        <p:nvSpPr>
          <p:cNvPr id="7" name="Content Placeholder 2">
            <a:extLst>
              <a:ext uri="{FF2B5EF4-FFF2-40B4-BE49-F238E27FC236}">
                <a16:creationId xmlns:a16="http://schemas.microsoft.com/office/drawing/2014/main" id="{7183182B-CD2D-06DA-0B12-438E323F39EE}"/>
              </a:ext>
            </a:extLst>
          </p:cNvPr>
          <p:cNvSpPr txBox="1">
            <a:spLocks/>
          </p:cNvSpPr>
          <p:nvPr/>
        </p:nvSpPr>
        <p:spPr>
          <a:xfrm>
            <a:off x="628650" y="4298917"/>
            <a:ext cx="7989833" cy="1844380"/>
          </a:xfrm>
          <a:prstGeom prst="rect">
            <a:avLst/>
          </a:prstGeom>
        </p:spPr>
        <p:txBody>
          <a:bodyPr vert="horz" lIns="91440" tIns="45720" rIns="91440" bIns="45720" rtlCol="0" anchor="t" anchorCtr="1">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716557"/>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rgbClr val="716557"/>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rgbClr val="716557"/>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716557"/>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rgbClr val="716557"/>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0" i="0" dirty="0">
                <a:solidFill>
                  <a:srgbClr val="000000"/>
                </a:solidFill>
                <a:effectLst/>
                <a:latin typeface="Noto Sans" panose="020B0502040504020204" pitchFamily="34" charset="0"/>
              </a:rPr>
              <a:t>Think about what I am saying, for the Lord will give you understanding in everything.</a:t>
            </a:r>
            <a:endParaRPr lang="en-US" dirty="0"/>
          </a:p>
        </p:txBody>
      </p:sp>
    </p:spTree>
    <p:extLst>
      <p:ext uri="{BB962C8B-B14F-4D97-AF65-F5344CB8AC3E}">
        <p14:creationId xmlns:p14="http://schemas.microsoft.com/office/powerpoint/2010/main" val="12520177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1EF111C5-B166-4BA2-8365-DEC464A747FC}"/>
              </a:ext>
            </a:extLst>
          </p:cNvPr>
          <p:cNvSpPr txBox="1"/>
          <p:nvPr/>
        </p:nvSpPr>
        <p:spPr>
          <a:xfrm>
            <a:off x="824845" y="1232432"/>
            <a:ext cx="2220685" cy="646986"/>
          </a:xfrm>
          <a:prstGeom prst="roundRect">
            <a:avLst/>
          </a:prstGeom>
          <a:solidFill>
            <a:schemeClr val="accent2"/>
          </a:solidFill>
        </p:spPr>
        <p:txBody>
          <a:bodyPr wrap="square" anchor="ctr">
            <a:spAutoFit/>
          </a:bodyPr>
          <a:lstStyle/>
          <a:p>
            <a:pPr algn="ctr"/>
            <a:r>
              <a:rPr kumimoji="0" lang="en-US" sz="3200" b="1" i="0" u="none" strike="noStrike" kern="1200" cap="none" spc="0" normalizeH="0" baseline="0" noProof="0" dirty="0">
                <a:ln>
                  <a:noFill/>
                </a:ln>
                <a:solidFill>
                  <a:schemeClr val="bg1"/>
                </a:solidFill>
                <a:effectLst/>
                <a:uLnTx/>
                <a:uFillTx/>
                <a:latin typeface="Arial"/>
                <a:ea typeface="+mj-ea"/>
                <a:cs typeface="Arial"/>
              </a:rPr>
              <a:t>Ability</a:t>
            </a:r>
            <a:endParaRPr lang="en-US" dirty="0">
              <a:solidFill>
                <a:schemeClr val="bg1"/>
              </a:solidFill>
            </a:endParaRPr>
          </a:p>
        </p:txBody>
      </p:sp>
      <p:sp>
        <p:nvSpPr>
          <p:cNvPr id="3" name="Content Placeholder 2">
            <a:extLst>
              <a:ext uri="{FF2B5EF4-FFF2-40B4-BE49-F238E27FC236}">
                <a16:creationId xmlns:a16="http://schemas.microsoft.com/office/drawing/2014/main" id="{EF1B699D-2B23-4CC1-B870-21A39D1AB2FF}"/>
              </a:ext>
            </a:extLst>
          </p:cNvPr>
          <p:cNvSpPr>
            <a:spLocks noGrp="1"/>
          </p:cNvSpPr>
          <p:nvPr>
            <p:ph idx="1"/>
          </p:nvPr>
        </p:nvSpPr>
        <p:spPr>
          <a:xfrm>
            <a:off x="1935187" y="4441999"/>
            <a:ext cx="6920606" cy="1846413"/>
          </a:xfrm>
        </p:spPr>
        <p:txBody>
          <a:bodyPr/>
          <a:lstStyle/>
          <a:p>
            <a:pPr>
              <a:spcBef>
                <a:spcPts val="800"/>
              </a:spcBef>
              <a:spcAft>
                <a:spcPts val="800"/>
              </a:spcAft>
              <a:buClr>
                <a:srgbClr val="B95659"/>
              </a:buClr>
            </a:pPr>
            <a:r>
              <a:rPr lang="en-US" dirty="0">
                <a:solidFill>
                  <a:schemeClr val="tx2"/>
                </a:solidFill>
              </a:rPr>
              <a:t>Know the language and culture</a:t>
            </a:r>
          </a:p>
          <a:p>
            <a:pPr>
              <a:spcBef>
                <a:spcPts val="800"/>
              </a:spcBef>
              <a:spcAft>
                <a:spcPts val="800"/>
              </a:spcAft>
              <a:buClr>
                <a:srgbClr val="B95659"/>
              </a:buClr>
            </a:pPr>
            <a:r>
              <a:rPr lang="en-US" dirty="0">
                <a:solidFill>
                  <a:schemeClr val="tx2"/>
                </a:solidFill>
              </a:rPr>
              <a:t>Have shared meaning through oral translation </a:t>
            </a:r>
          </a:p>
          <a:p>
            <a:pPr>
              <a:spcBef>
                <a:spcPts val="800"/>
              </a:spcBef>
              <a:spcAft>
                <a:spcPts val="800"/>
              </a:spcAft>
              <a:buClr>
                <a:srgbClr val="B95659"/>
              </a:buClr>
            </a:pPr>
            <a:r>
              <a:rPr lang="en-US" dirty="0">
                <a:solidFill>
                  <a:schemeClr val="tx2"/>
                </a:solidFill>
              </a:rPr>
              <a:t>Have unique, God-given abilities</a:t>
            </a:r>
          </a:p>
        </p:txBody>
      </p:sp>
      <p:pic>
        <p:nvPicPr>
          <p:cNvPr id="12" name="Picture 11">
            <a:extLst>
              <a:ext uri="{FF2B5EF4-FFF2-40B4-BE49-F238E27FC236}">
                <a16:creationId xmlns:a16="http://schemas.microsoft.com/office/drawing/2014/main" id="{3CD29465-DE3C-41C4-AE19-ECCF5FACEC75}"/>
              </a:ext>
            </a:extLst>
          </p:cNvPr>
          <p:cNvPicPr>
            <a:picLocks noChangeAspect="1"/>
          </p:cNvPicPr>
          <p:nvPr/>
        </p:nvPicPr>
        <p:blipFill>
          <a:blip r:embed="rId3">
            <a:extLst>
              <a:ext uri="{28A0092B-C50C-407E-A947-70E740481C1C}">
                <a14:useLocalDpi xmlns:a14="http://schemas.microsoft.com/office/drawing/2010/main" val="0"/>
              </a:ext>
            </a:extLst>
          </a:blip>
          <a:srcRect t="3019" b="3019"/>
          <a:stretch/>
        </p:blipFill>
        <p:spPr>
          <a:xfrm>
            <a:off x="4532222" y="619037"/>
            <a:ext cx="3879615" cy="2809963"/>
          </a:xfrm>
          <a:prstGeom prst="roundRect">
            <a:avLst>
              <a:gd name="adj" fmla="val 8702"/>
            </a:avLst>
          </a:prstGeom>
          <a:ln w="57150">
            <a:solidFill>
              <a:schemeClr val="accent2"/>
            </a:solidFill>
          </a:ln>
        </p:spPr>
      </p:pic>
      <p:sp>
        <p:nvSpPr>
          <p:cNvPr id="13" name="TextBox 12">
            <a:extLst>
              <a:ext uri="{FF2B5EF4-FFF2-40B4-BE49-F238E27FC236}">
                <a16:creationId xmlns:a16="http://schemas.microsoft.com/office/drawing/2014/main" id="{2E681DF8-EF2B-4E77-A6C4-FB2DE1C6960C}"/>
              </a:ext>
            </a:extLst>
          </p:cNvPr>
          <p:cNvSpPr txBox="1"/>
          <p:nvPr/>
        </p:nvSpPr>
        <p:spPr>
          <a:xfrm>
            <a:off x="1575601" y="3828293"/>
            <a:ext cx="4339772" cy="523220"/>
          </a:xfrm>
          <a:prstGeom prst="rect">
            <a:avLst/>
          </a:prstGeom>
          <a:noFill/>
        </p:spPr>
        <p:txBody>
          <a:bodyPr wrap="square" anchor="t">
            <a:spAutoFit/>
          </a:bodyPr>
          <a:lstStyle/>
          <a:p>
            <a:pPr marL="0" indent="0" algn="ctr">
              <a:spcBef>
                <a:spcPts val="1200"/>
              </a:spcBef>
              <a:spcAft>
                <a:spcPts val="1200"/>
              </a:spcAft>
              <a:buNone/>
            </a:pPr>
            <a:r>
              <a:rPr lang="en-US" sz="2800" b="1" dirty="0">
                <a:solidFill>
                  <a:schemeClr val="accent2"/>
                </a:solidFill>
              </a:rPr>
              <a:t>Local believers:</a:t>
            </a:r>
          </a:p>
        </p:txBody>
      </p:sp>
    </p:spTree>
    <p:extLst>
      <p:ext uri="{BB962C8B-B14F-4D97-AF65-F5344CB8AC3E}">
        <p14:creationId xmlns:p14="http://schemas.microsoft.com/office/powerpoint/2010/main" val="990884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DD180-7633-4F4A-1355-2B8E83AAA6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C27BFE-CF6D-6B54-A61C-3ED793E21361}"/>
              </a:ext>
            </a:extLst>
          </p:cNvPr>
          <p:cNvSpPr>
            <a:spLocks noGrp="1"/>
          </p:cNvSpPr>
          <p:nvPr>
            <p:ph type="title"/>
          </p:nvPr>
        </p:nvSpPr>
        <p:spPr>
          <a:xfrm>
            <a:off x="628650" y="729412"/>
            <a:ext cx="7886700" cy="1325563"/>
          </a:xfrm>
        </p:spPr>
        <p:txBody>
          <a:bodyPr/>
          <a:lstStyle/>
          <a:p>
            <a:r>
              <a:rPr lang="en-US" dirty="0">
                <a:latin typeface="Arial"/>
                <a:cs typeface="Arial"/>
              </a:rPr>
              <a:t>Matthew 28:18-20</a:t>
            </a:r>
            <a:endParaRPr lang="en-US" dirty="0"/>
          </a:p>
        </p:txBody>
      </p:sp>
      <p:sp>
        <p:nvSpPr>
          <p:cNvPr id="3" name="Content Placeholder 2">
            <a:extLst>
              <a:ext uri="{FF2B5EF4-FFF2-40B4-BE49-F238E27FC236}">
                <a16:creationId xmlns:a16="http://schemas.microsoft.com/office/drawing/2014/main" id="{D63D99B8-7249-35B6-128C-63D5BC5B5EE7}"/>
              </a:ext>
            </a:extLst>
          </p:cNvPr>
          <p:cNvSpPr>
            <a:spLocks noGrp="1"/>
          </p:cNvSpPr>
          <p:nvPr>
            <p:ph idx="1"/>
          </p:nvPr>
        </p:nvSpPr>
        <p:spPr>
          <a:xfrm>
            <a:off x="628650" y="1393825"/>
            <a:ext cx="7886700" cy="1844380"/>
          </a:xfrm>
        </p:spPr>
        <p:txBody>
          <a:bodyPr/>
          <a:lstStyle/>
          <a:p>
            <a:pPr marL="0" indent="0">
              <a:buNone/>
            </a:pPr>
            <a:r>
              <a:rPr lang="en-US" b="0" i="0" dirty="0">
                <a:solidFill>
                  <a:srgbClr val="000000"/>
                </a:solidFill>
                <a:effectLst/>
                <a:latin typeface="Noto Sans" panose="020B0502040504020204" pitchFamily="34" charset="0"/>
              </a:rPr>
              <a:t>Jesus came to them and spoke to them and said, "All authority has been given to me in heaven and on earth. </a:t>
            </a:r>
            <a:r>
              <a:rPr lang="en-US" b="0" i="0" baseline="30000" dirty="0">
                <a:solidFill>
                  <a:srgbClr val="000000"/>
                </a:solidFill>
                <a:effectLst/>
                <a:latin typeface="Noto Sans" panose="020B0502040504020204" pitchFamily="34" charset="0"/>
              </a:rPr>
              <a:t>19</a:t>
            </a:r>
            <a:r>
              <a:rPr lang="en-US" b="0" i="0" dirty="0">
                <a:solidFill>
                  <a:srgbClr val="000000"/>
                </a:solidFill>
                <a:effectLst/>
                <a:latin typeface="Noto Sans" panose="020B0502040504020204" pitchFamily="34" charset="0"/>
              </a:rPr>
              <a:t> Go therefore and make disciples of all the nations. Baptize them into the name of the Father, of the Son, and of the Holy Spirit. </a:t>
            </a:r>
            <a:r>
              <a:rPr lang="en-US" b="0" i="0" baseline="30000" dirty="0">
                <a:solidFill>
                  <a:srgbClr val="000000"/>
                </a:solidFill>
                <a:effectLst/>
                <a:latin typeface="Noto Sans" panose="020B0502040504020204" pitchFamily="34" charset="0"/>
              </a:rPr>
              <a:t>20</a:t>
            </a:r>
            <a:r>
              <a:rPr lang="en-US" b="0" i="0" dirty="0">
                <a:solidFill>
                  <a:srgbClr val="000000"/>
                </a:solidFill>
                <a:effectLst/>
                <a:latin typeface="Noto Sans" panose="020B0502040504020204" pitchFamily="34" charset="0"/>
              </a:rPr>
              <a:t> Teach them to obey all the things that I have commanded you. See, I am with you always, even to the end of the age."</a:t>
            </a:r>
            <a:endParaRPr lang="en-US" dirty="0"/>
          </a:p>
        </p:txBody>
      </p:sp>
      <p:sp>
        <p:nvSpPr>
          <p:cNvPr id="5" name="Title 1">
            <a:extLst>
              <a:ext uri="{FF2B5EF4-FFF2-40B4-BE49-F238E27FC236}">
                <a16:creationId xmlns:a16="http://schemas.microsoft.com/office/drawing/2014/main" id="{6A1B1C76-4B55-AFA8-1C76-831E7324325D}"/>
              </a:ext>
            </a:extLst>
          </p:cNvPr>
          <p:cNvSpPr txBox="1">
            <a:spLocks/>
          </p:cNvSpPr>
          <p:nvPr/>
        </p:nvSpPr>
        <p:spPr>
          <a:xfrm>
            <a:off x="628650" y="3904412"/>
            <a:ext cx="7886700" cy="677863"/>
          </a:xfrm>
          <a:prstGeom prst="rect">
            <a:avLst/>
          </a:prstGeom>
        </p:spPr>
        <p:txBody>
          <a:bodyPr vert="horz" lIns="91440" tIns="45720" rIns="91440" bIns="45720" rtlCol="0" anchor="t">
            <a:noAutofit/>
          </a:bodyPr>
          <a:lstStyle>
            <a:lvl1pPr algn="ctr" defTabSz="914400" rtl="0" eaLnBrk="1" latinLnBrk="0" hangingPunct="1">
              <a:lnSpc>
                <a:spcPct val="100000"/>
              </a:lnSpc>
              <a:spcBef>
                <a:spcPct val="0"/>
              </a:spcBef>
              <a:buNone/>
              <a:defRPr sz="3200" b="1" kern="1200">
                <a:solidFill>
                  <a:srgbClr val="B95659"/>
                </a:solidFill>
                <a:latin typeface="Arial" panose="020B0604020202020204" pitchFamily="34" charset="0"/>
                <a:ea typeface="+mj-ea"/>
                <a:cs typeface="Arial" panose="020B0604020202020204" pitchFamily="34" charset="0"/>
              </a:defRPr>
            </a:lvl1pPr>
          </a:lstStyle>
          <a:p>
            <a:r>
              <a:rPr lang="en-US" dirty="0">
                <a:latin typeface="Arial"/>
                <a:cs typeface="Arial"/>
              </a:rPr>
              <a:t>Acts 1:8</a:t>
            </a:r>
            <a:endParaRPr lang="en-US" dirty="0"/>
          </a:p>
        </p:txBody>
      </p:sp>
      <p:sp>
        <p:nvSpPr>
          <p:cNvPr id="7" name="Content Placeholder 2">
            <a:extLst>
              <a:ext uri="{FF2B5EF4-FFF2-40B4-BE49-F238E27FC236}">
                <a16:creationId xmlns:a16="http://schemas.microsoft.com/office/drawing/2014/main" id="{D5FA8F6F-F5D4-DACA-4034-97AAB8BFDA33}"/>
              </a:ext>
            </a:extLst>
          </p:cNvPr>
          <p:cNvSpPr txBox="1">
            <a:spLocks/>
          </p:cNvSpPr>
          <p:nvPr/>
        </p:nvSpPr>
        <p:spPr>
          <a:xfrm>
            <a:off x="742950" y="4695825"/>
            <a:ext cx="7886700" cy="1844380"/>
          </a:xfrm>
          <a:prstGeom prst="rect">
            <a:avLst/>
          </a:prstGeom>
        </p:spPr>
        <p:txBody>
          <a:bodyPr vert="horz" lIns="91440" tIns="45720" rIns="91440" bIns="45720" rtlCol="0" anchor="t" anchorCtr="1">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716557"/>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rgbClr val="716557"/>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rgbClr val="716557"/>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716557"/>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rgbClr val="716557"/>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0" i="0" dirty="0">
                <a:solidFill>
                  <a:srgbClr val="000000"/>
                </a:solidFill>
                <a:effectLst/>
                <a:latin typeface="Noto Sans" panose="020B0502040504020204" pitchFamily="34" charset="0"/>
              </a:rPr>
              <a:t>But you will receive power when the Holy Spirit comes upon you, and you will be my witnesses both in Jerusalem and in all Judea and Samaria, and to the ends of the earth."</a:t>
            </a:r>
            <a:endParaRPr lang="en-US" dirty="0"/>
          </a:p>
        </p:txBody>
      </p:sp>
    </p:spTree>
    <p:extLst>
      <p:ext uri="{BB962C8B-B14F-4D97-AF65-F5344CB8AC3E}">
        <p14:creationId xmlns:p14="http://schemas.microsoft.com/office/powerpoint/2010/main" val="29333229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2974CE29-7276-482B-9500-2CB895B0AD6C}"/>
              </a:ext>
            </a:extLst>
          </p:cNvPr>
          <p:cNvSpPr txBox="1"/>
          <p:nvPr/>
        </p:nvSpPr>
        <p:spPr>
          <a:xfrm>
            <a:off x="940255" y="724274"/>
            <a:ext cx="2220685" cy="646986"/>
          </a:xfrm>
          <a:prstGeom prst="roundRect">
            <a:avLst/>
          </a:prstGeom>
          <a:solidFill>
            <a:srgbClr val="83A83F"/>
          </a:solidFill>
        </p:spPr>
        <p:txBody>
          <a:bodyPr wrap="square" anchor="ctr">
            <a:spAutoFit/>
          </a:bodyPr>
          <a:lstStyle/>
          <a:p>
            <a:pPr algn="ctr"/>
            <a:r>
              <a:rPr kumimoji="0" lang="en-US" sz="3200" b="1" i="0" u="none" strike="noStrike" kern="1200" cap="none" spc="0" normalizeH="0" baseline="0" noProof="0" dirty="0">
                <a:ln>
                  <a:noFill/>
                </a:ln>
                <a:solidFill>
                  <a:schemeClr val="bg1"/>
                </a:solidFill>
                <a:effectLst/>
                <a:uLnTx/>
                <a:uFillTx/>
                <a:latin typeface="Arial"/>
                <a:ea typeface="+mj-ea"/>
                <a:cs typeface="Arial"/>
              </a:rPr>
              <a:t>Ability</a:t>
            </a:r>
            <a:endParaRPr lang="en-US" b="1" dirty="0">
              <a:solidFill>
                <a:schemeClr val="bg1"/>
              </a:solidFill>
            </a:endParaRPr>
          </a:p>
        </p:txBody>
      </p:sp>
      <p:sp>
        <p:nvSpPr>
          <p:cNvPr id="13" name="TextBox 12">
            <a:extLst>
              <a:ext uri="{FF2B5EF4-FFF2-40B4-BE49-F238E27FC236}">
                <a16:creationId xmlns:a16="http://schemas.microsoft.com/office/drawing/2014/main" id="{6C7496FC-E881-464A-AD80-AD3FC3A4E267}"/>
              </a:ext>
            </a:extLst>
          </p:cNvPr>
          <p:cNvSpPr txBox="1"/>
          <p:nvPr/>
        </p:nvSpPr>
        <p:spPr>
          <a:xfrm>
            <a:off x="940255" y="2266915"/>
            <a:ext cx="2220685" cy="646986"/>
          </a:xfrm>
          <a:prstGeom prst="roundRect">
            <a:avLst/>
          </a:prstGeom>
          <a:solidFill>
            <a:schemeClr val="accent2"/>
          </a:solidFill>
        </p:spPr>
        <p:txBody>
          <a:bodyPr wrap="square" anchor="ctr">
            <a:spAutoFit/>
          </a:bodyPr>
          <a:lstStyle/>
          <a:p>
            <a:pPr algn="ctr"/>
            <a:r>
              <a:rPr kumimoji="0" lang="en-US" sz="3200" b="1" i="0" u="none" strike="noStrike" kern="1200" cap="none" spc="0" normalizeH="0" baseline="0" noProof="0" dirty="0">
                <a:ln>
                  <a:noFill/>
                </a:ln>
                <a:solidFill>
                  <a:schemeClr val="bg1"/>
                </a:solidFill>
                <a:effectLst/>
                <a:uLnTx/>
                <a:uFillTx/>
                <a:latin typeface="Arial"/>
                <a:ea typeface="+mj-ea"/>
                <a:cs typeface="Arial"/>
              </a:rPr>
              <a:t>Authority</a:t>
            </a:r>
            <a:endParaRPr lang="en-US" dirty="0">
              <a:solidFill>
                <a:schemeClr val="bg1"/>
              </a:solidFill>
            </a:endParaRPr>
          </a:p>
        </p:txBody>
      </p:sp>
      <p:pic>
        <p:nvPicPr>
          <p:cNvPr id="10" name="Picture 9">
            <a:extLst>
              <a:ext uri="{FF2B5EF4-FFF2-40B4-BE49-F238E27FC236}">
                <a16:creationId xmlns:a16="http://schemas.microsoft.com/office/drawing/2014/main" id="{21587509-A3CE-4898-9970-32B1A0FD4B74}"/>
              </a:ext>
            </a:extLst>
          </p:cNvPr>
          <p:cNvPicPr>
            <a:picLocks noChangeAspect="1"/>
          </p:cNvPicPr>
          <p:nvPr/>
        </p:nvPicPr>
        <p:blipFill>
          <a:blip r:embed="rId2">
            <a:extLst>
              <a:ext uri="{28A0092B-C50C-407E-A947-70E740481C1C}">
                <a14:useLocalDpi xmlns:a14="http://schemas.microsoft.com/office/drawing/2010/main" val="0"/>
              </a:ext>
            </a:extLst>
          </a:blip>
          <a:srcRect t="1714" b="1714"/>
          <a:stretch/>
        </p:blipFill>
        <p:spPr>
          <a:xfrm>
            <a:off x="4241345" y="755379"/>
            <a:ext cx="4339772" cy="3143250"/>
          </a:xfrm>
          <a:prstGeom prst="roundRect">
            <a:avLst>
              <a:gd name="adj" fmla="val 8702"/>
            </a:avLst>
          </a:prstGeom>
          <a:ln w="57150">
            <a:solidFill>
              <a:schemeClr val="accent2"/>
            </a:solidFill>
          </a:ln>
        </p:spPr>
      </p:pic>
      <p:sp>
        <p:nvSpPr>
          <p:cNvPr id="11" name="TextBox 10">
            <a:extLst>
              <a:ext uri="{FF2B5EF4-FFF2-40B4-BE49-F238E27FC236}">
                <a16:creationId xmlns:a16="http://schemas.microsoft.com/office/drawing/2014/main" id="{0C13EEB7-5253-432B-BC9E-A64222912B37}"/>
              </a:ext>
            </a:extLst>
          </p:cNvPr>
          <p:cNvSpPr txBox="1"/>
          <p:nvPr/>
        </p:nvSpPr>
        <p:spPr>
          <a:xfrm>
            <a:off x="4241344" y="4071308"/>
            <a:ext cx="4339772" cy="954107"/>
          </a:xfrm>
          <a:prstGeom prst="rect">
            <a:avLst/>
          </a:prstGeom>
          <a:noFill/>
        </p:spPr>
        <p:txBody>
          <a:bodyPr wrap="square" anchor="t">
            <a:spAutoFit/>
          </a:bodyPr>
          <a:lstStyle/>
          <a:p>
            <a:pPr marL="0" indent="0" algn="ctr">
              <a:spcBef>
                <a:spcPts val="1200"/>
              </a:spcBef>
              <a:spcAft>
                <a:spcPts val="1200"/>
              </a:spcAft>
              <a:buNone/>
            </a:pPr>
            <a:r>
              <a:rPr lang="en-US" sz="2800" b="1" dirty="0">
                <a:solidFill>
                  <a:schemeClr val="accent2"/>
                </a:solidFill>
              </a:rPr>
              <a:t>God’s Spirit gives</a:t>
            </a:r>
            <a:br>
              <a:rPr lang="en-US" sz="2800" b="1" dirty="0">
                <a:solidFill>
                  <a:schemeClr val="accent2"/>
                </a:solidFill>
              </a:rPr>
            </a:br>
            <a:r>
              <a:rPr lang="en-US" sz="2800" b="1" dirty="0">
                <a:solidFill>
                  <a:schemeClr val="accent2"/>
                </a:solidFill>
              </a:rPr>
              <a:t>the local church:</a:t>
            </a:r>
          </a:p>
        </p:txBody>
      </p:sp>
      <p:sp>
        <p:nvSpPr>
          <p:cNvPr id="16" name="Content Placeholder 2">
            <a:extLst>
              <a:ext uri="{FF2B5EF4-FFF2-40B4-BE49-F238E27FC236}">
                <a16:creationId xmlns:a16="http://schemas.microsoft.com/office/drawing/2014/main" id="{B4BFC1B0-77B0-498C-A351-A1CD9B6EDA48}"/>
              </a:ext>
            </a:extLst>
          </p:cNvPr>
          <p:cNvSpPr txBox="1">
            <a:spLocks/>
          </p:cNvSpPr>
          <p:nvPr/>
        </p:nvSpPr>
        <p:spPr>
          <a:xfrm>
            <a:off x="4204831" y="5198094"/>
            <a:ext cx="4412797" cy="1125085"/>
          </a:xfrm>
          <a:prstGeom prst="rect">
            <a:avLst/>
          </a:prstGeom>
        </p:spPr>
        <p:txBody>
          <a:bodyPr anchor="t" anchorCtr="1"/>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800"/>
              </a:spcBef>
              <a:spcAft>
                <a:spcPts val="800"/>
              </a:spcAft>
              <a:buClr>
                <a:srgbClr val="B95659"/>
              </a:buClr>
            </a:pPr>
            <a:r>
              <a:rPr lang="en-US" dirty="0">
                <a:solidFill>
                  <a:schemeClr val="tx2"/>
                </a:solidFill>
              </a:rPr>
              <a:t>Wisdom</a:t>
            </a:r>
          </a:p>
          <a:p>
            <a:pPr>
              <a:spcBef>
                <a:spcPts val="800"/>
              </a:spcBef>
              <a:spcAft>
                <a:spcPts val="800"/>
              </a:spcAft>
              <a:buClr>
                <a:srgbClr val="B95659"/>
              </a:buClr>
            </a:pPr>
            <a:r>
              <a:rPr lang="en-US" dirty="0">
                <a:solidFill>
                  <a:schemeClr val="tx2"/>
                </a:solidFill>
              </a:rPr>
              <a:t>Authority</a:t>
            </a:r>
          </a:p>
        </p:txBody>
      </p:sp>
      <p:sp>
        <p:nvSpPr>
          <p:cNvPr id="2" name="Rectangle 1">
            <a:extLst>
              <a:ext uri="{FF2B5EF4-FFF2-40B4-BE49-F238E27FC236}">
                <a16:creationId xmlns:a16="http://schemas.microsoft.com/office/drawing/2014/main" id="{2F9CBC63-E6B6-4327-A140-A3C69B51C05E}"/>
              </a:ext>
            </a:extLst>
          </p:cNvPr>
          <p:cNvSpPr/>
          <p:nvPr/>
        </p:nvSpPr>
        <p:spPr>
          <a:xfrm>
            <a:off x="2562726" y="1106905"/>
            <a:ext cx="914400" cy="914400"/>
          </a:xfrm>
          <a:prstGeom prst="rect">
            <a:avLst/>
          </a:prstGeom>
        </p:spPr>
        <p:txBody>
          <a:bodyPr rtlCol="0" anchor="ctr">
            <a:spAutoFit/>
          </a:bodyPr>
          <a:lstStyle/>
          <a:p>
            <a:pPr algn="ctr"/>
            <a:endParaRPr lang="en-US" sz="2000" dirty="0">
              <a:solidFill>
                <a:srgbClr val="716557"/>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433967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330C9-8AAC-5BA0-EE92-FAF4413DB5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6F50C6-FBB5-247D-4748-A8CA09053C40}"/>
              </a:ext>
            </a:extLst>
          </p:cNvPr>
          <p:cNvSpPr>
            <a:spLocks noGrp="1"/>
          </p:cNvSpPr>
          <p:nvPr>
            <p:ph type="title"/>
          </p:nvPr>
        </p:nvSpPr>
        <p:spPr>
          <a:xfrm>
            <a:off x="628650" y="323012"/>
            <a:ext cx="7886700" cy="665163"/>
          </a:xfrm>
        </p:spPr>
        <p:txBody>
          <a:bodyPr/>
          <a:lstStyle/>
          <a:p>
            <a:r>
              <a:rPr lang="en-US" dirty="0">
                <a:latin typeface="Arial"/>
                <a:cs typeface="Arial"/>
              </a:rPr>
              <a:t>1 Peter 3:15</a:t>
            </a:r>
            <a:endParaRPr lang="en-US" dirty="0"/>
          </a:p>
        </p:txBody>
      </p:sp>
      <p:sp>
        <p:nvSpPr>
          <p:cNvPr id="3" name="Content Placeholder 2">
            <a:extLst>
              <a:ext uri="{FF2B5EF4-FFF2-40B4-BE49-F238E27FC236}">
                <a16:creationId xmlns:a16="http://schemas.microsoft.com/office/drawing/2014/main" id="{BF4B1599-BCDC-557B-0515-8941E761495E}"/>
              </a:ext>
            </a:extLst>
          </p:cNvPr>
          <p:cNvSpPr>
            <a:spLocks noGrp="1"/>
          </p:cNvSpPr>
          <p:nvPr>
            <p:ph idx="1"/>
          </p:nvPr>
        </p:nvSpPr>
        <p:spPr>
          <a:xfrm>
            <a:off x="482600" y="860425"/>
            <a:ext cx="8032750" cy="1514180"/>
          </a:xfrm>
        </p:spPr>
        <p:txBody>
          <a:bodyPr/>
          <a:lstStyle/>
          <a:p>
            <a:pPr marL="0" indent="0">
              <a:buNone/>
            </a:pPr>
            <a:r>
              <a:rPr lang="en-US" b="0" i="0" dirty="0">
                <a:solidFill>
                  <a:srgbClr val="000000"/>
                </a:solidFill>
                <a:effectLst/>
                <a:latin typeface="Noto Sans" panose="020B0502040504020204" pitchFamily="34" charset="0"/>
              </a:rPr>
              <a:t>Instead, set apart the Lord Christ in your hearts as holy. Always be ready to give an account to anyone who asks about the hope you have</a:t>
            </a:r>
            <a:endParaRPr lang="en-US" dirty="0"/>
          </a:p>
        </p:txBody>
      </p:sp>
      <p:sp>
        <p:nvSpPr>
          <p:cNvPr id="5" name="Title 1">
            <a:extLst>
              <a:ext uri="{FF2B5EF4-FFF2-40B4-BE49-F238E27FC236}">
                <a16:creationId xmlns:a16="http://schemas.microsoft.com/office/drawing/2014/main" id="{349F2FFE-D413-04E2-6FDB-87E7D9EB9498}"/>
              </a:ext>
            </a:extLst>
          </p:cNvPr>
          <p:cNvSpPr txBox="1">
            <a:spLocks/>
          </p:cNvSpPr>
          <p:nvPr/>
        </p:nvSpPr>
        <p:spPr>
          <a:xfrm>
            <a:off x="628650" y="4221912"/>
            <a:ext cx="7886700" cy="677863"/>
          </a:xfrm>
          <a:prstGeom prst="rect">
            <a:avLst/>
          </a:prstGeom>
        </p:spPr>
        <p:txBody>
          <a:bodyPr vert="horz" lIns="91440" tIns="45720" rIns="91440" bIns="45720" rtlCol="0" anchor="t">
            <a:noAutofit/>
          </a:bodyPr>
          <a:lstStyle>
            <a:lvl1pPr algn="ctr" defTabSz="914400" rtl="0" eaLnBrk="1" latinLnBrk="0" hangingPunct="1">
              <a:lnSpc>
                <a:spcPct val="100000"/>
              </a:lnSpc>
              <a:spcBef>
                <a:spcPct val="0"/>
              </a:spcBef>
              <a:buNone/>
              <a:defRPr sz="3200" b="1" kern="1200">
                <a:solidFill>
                  <a:srgbClr val="B95659"/>
                </a:solidFill>
                <a:latin typeface="Arial" panose="020B0604020202020204" pitchFamily="34" charset="0"/>
                <a:ea typeface="+mj-ea"/>
                <a:cs typeface="Arial" panose="020B0604020202020204" pitchFamily="34" charset="0"/>
              </a:defRPr>
            </a:lvl1pPr>
          </a:lstStyle>
          <a:p>
            <a:r>
              <a:rPr lang="en-US" dirty="0">
                <a:latin typeface="Arial"/>
                <a:cs typeface="Arial"/>
              </a:rPr>
              <a:t>2 Timothy 2:2</a:t>
            </a:r>
            <a:endParaRPr lang="en-US" dirty="0"/>
          </a:p>
        </p:txBody>
      </p:sp>
      <p:sp>
        <p:nvSpPr>
          <p:cNvPr id="7" name="Content Placeholder 2">
            <a:extLst>
              <a:ext uri="{FF2B5EF4-FFF2-40B4-BE49-F238E27FC236}">
                <a16:creationId xmlns:a16="http://schemas.microsoft.com/office/drawing/2014/main" id="{FF8DB96C-FE17-5776-D192-461981223CB5}"/>
              </a:ext>
            </a:extLst>
          </p:cNvPr>
          <p:cNvSpPr txBox="1">
            <a:spLocks/>
          </p:cNvSpPr>
          <p:nvPr/>
        </p:nvSpPr>
        <p:spPr>
          <a:xfrm>
            <a:off x="742950" y="4695825"/>
            <a:ext cx="7886700" cy="1844380"/>
          </a:xfrm>
          <a:prstGeom prst="rect">
            <a:avLst/>
          </a:prstGeom>
        </p:spPr>
        <p:txBody>
          <a:bodyPr vert="horz" lIns="91440" tIns="45720" rIns="91440" bIns="45720" rtlCol="0" anchor="t" anchorCtr="1">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716557"/>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rgbClr val="716557"/>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rgbClr val="716557"/>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716557"/>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rgbClr val="716557"/>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0" i="0" dirty="0">
                <a:solidFill>
                  <a:srgbClr val="000000"/>
                </a:solidFill>
                <a:effectLst/>
                <a:latin typeface="Noto Sans" panose="020B0502040504020204" pitchFamily="34" charset="0"/>
              </a:rPr>
              <a:t>The things you heard from me among many witnesses, entrust them to faithful people who will be able to teach others also.</a:t>
            </a:r>
            <a:endParaRPr lang="en-US" dirty="0"/>
          </a:p>
        </p:txBody>
      </p:sp>
      <p:sp>
        <p:nvSpPr>
          <p:cNvPr id="6" name="Title 1">
            <a:extLst>
              <a:ext uri="{FF2B5EF4-FFF2-40B4-BE49-F238E27FC236}">
                <a16:creationId xmlns:a16="http://schemas.microsoft.com/office/drawing/2014/main" id="{8FF115F4-D132-FE0B-0F32-6C8607C6BC74}"/>
              </a:ext>
            </a:extLst>
          </p:cNvPr>
          <p:cNvSpPr txBox="1">
            <a:spLocks/>
          </p:cNvSpPr>
          <p:nvPr/>
        </p:nvSpPr>
        <p:spPr>
          <a:xfrm>
            <a:off x="628650" y="2087562"/>
            <a:ext cx="7886700" cy="665163"/>
          </a:xfrm>
          <a:prstGeom prst="rect">
            <a:avLst/>
          </a:prstGeom>
        </p:spPr>
        <p:txBody>
          <a:bodyPr vert="horz" lIns="91440" tIns="45720" rIns="91440" bIns="45720" rtlCol="0" anchor="t">
            <a:noAutofit/>
          </a:bodyPr>
          <a:lstStyle>
            <a:lvl1pPr algn="ctr" defTabSz="914400" rtl="0" eaLnBrk="1" latinLnBrk="0" hangingPunct="1">
              <a:lnSpc>
                <a:spcPct val="100000"/>
              </a:lnSpc>
              <a:spcBef>
                <a:spcPct val="0"/>
              </a:spcBef>
              <a:buNone/>
              <a:defRPr sz="3200" b="1" kern="1200">
                <a:solidFill>
                  <a:srgbClr val="B95659"/>
                </a:solidFill>
                <a:latin typeface="Arial" panose="020B0604020202020204" pitchFamily="34" charset="0"/>
                <a:ea typeface="+mj-ea"/>
                <a:cs typeface="Arial" panose="020B0604020202020204" pitchFamily="34" charset="0"/>
              </a:defRPr>
            </a:lvl1pPr>
          </a:lstStyle>
          <a:p>
            <a:r>
              <a:rPr lang="en-US" dirty="0">
                <a:latin typeface="Arial"/>
                <a:cs typeface="Arial"/>
              </a:rPr>
              <a:t>Colossians 3:16</a:t>
            </a:r>
            <a:endParaRPr lang="en-US" dirty="0"/>
          </a:p>
        </p:txBody>
      </p:sp>
      <p:sp>
        <p:nvSpPr>
          <p:cNvPr id="9" name="Content Placeholder 2">
            <a:extLst>
              <a:ext uri="{FF2B5EF4-FFF2-40B4-BE49-F238E27FC236}">
                <a16:creationId xmlns:a16="http://schemas.microsoft.com/office/drawing/2014/main" id="{46E0B4A8-1047-5FBC-2612-D40EDBE3C838}"/>
              </a:ext>
            </a:extLst>
          </p:cNvPr>
          <p:cNvSpPr txBox="1">
            <a:spLocks/>
          </p:cNvSpPr>
          <p:nvPr/>
        </p:nvSpPr>
        <p:spPr>
          <a:xfrm>
            <a:off x="628650" y="2636088"/>
            <a:ext cx="7886700" cy="1514180"/>
          </a:xfrm>
          <a:prstGeom prst="rect">
            <a:avLst/>
          </a:prstGeom>
        </p:spPr>
        <p:txBody>
          <a:bodyPr vert="horz" lIns="91440" tIns="45720" rIns="91440" bIns="45720" rtlCol="0" anchor="t" anchorCtr="1">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716557"/>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rgbClr val="716557"/>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rgbClr val="716557"/>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716557"/>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rgbClr val="716557"/>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0" i="0" dirty="0">
                <a:solidFill>
                  <a:srgbClr val="000000"/>
                </a:solidFill>
                <a:effectLst/>
                <a:latin typeface="Noto Sans" panose="020B0502040504020204" pitchFamily="34" charset="0"/>
              </a:rPr>
              <a:t>Let the word of Christ live in you richly, teaching and instructing one another with all wisdom, singing psalms and hymns and spiritual songs with thankfulness in your hearts to God. </a:t>
            </a:r>
            <a:endParaRPr lang="en-US" dirty="0"/>
          </a:p>
        </p:txBody>
      </p:sp>
    </p:spTree>
    <p:extLst>
      <p:ext uri="{BB962C8B-B14F-4D97-AF65-F5344CB8AC3E}">
        <p14:creationId xmlns:p14="http://schemas.microsoft.com/office/powerpoint/2010/main" val="441926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49EDC98B-C83A-C34B-AD55-EE18CF7F5947}"/>
              </a:ext>
            </a:extLst>
          </p:cNvPr>
          <p:cNvSpPr txBox="1"/>
          <p:nvPr/>
        </p:nvSpPr>
        <p:spPr>
          <a:xfrm>
            <a:off x="940255" y="724274"/>
            <a:ext cx="2220685" cy="646986"/>
          </a:xfrm>
          <a:prstGeom prst="roundRect">
            <a:avLst/>
          </a:prstGeom>
          <a:solidFill>
            <a:srgbClr val="83A83F"/>
          </a:solidFill>
        </p:spPr>
        <p:txBody>
          <a:bodyPr wrap="square" anchor="ctr">
            <a:spAutoFit/>
          </a:bodyPr>
          <a:lstStyle/>
          <a:p>
            <a:pPr algn="ctr"/>
            <a:r>
              <a:rPr kumimoji="0" lang="en-US" sz="3200" b="1" i="0" u="none" strike="noStrike" kern="1200" cap="none" spc="0" normalizeH="0" baseline="0" noProof="0" dirty="0">
                <a:ln>
                  <a:noFill/>
                </a:ln>
                <a:solidFill>
                  <a:schemeClr val="bg1"/>
                </a:solidFill>
                <a:effectLst/>
                <a:uLnTx/>
                <a:uFillTx/>
                <a:latin typeface="Arial"/>
                <a:ea typeface="+mj-ea"/>
                <a:cs typeface="Arial"/>
              </a:rPr>
              <a:t>Ability</a:t>
            </a:r>
            <a:endParaRPr lang="en-US" dirty="0">
              <a:solidFill>
                <a:schemeClr val="bg1"/>
              </a:solidFill>
            </a:endParaRPr>
          </a:p>
        </p:txBody>
      </p:sp>
      <p:sp>
        <p:nvSpPr>
          <p:cNvPr id="17" name="TextBox 16">
            <a:extLst>
              <a:ext uri="{FF2B5EF4-FFF2-40B4-BE49-F238E27FC236}">
                <a16:creationId xmlns:a16="http://schemas.microsoft.com/office/drawing/2014/main" id="{DBCD88C5-B957-754F-9090-D7BF928EF54A}"/>
              </a:ext>
            </a:extLst>
          </p:cNvPr>
          <p:cNvSpPr txBox="1"/>
          <p:nvPr/>
        </p:nvSpPr>
        <p:spPr>
          <a:xfrm>
            <a:off x="940255" y="2266915"/>
            <a:ext cx="2220685" cy="646986"/>
          </a:xfrm>
          <a:prstGeom prst="roundRect">
            <a:avLst/>
          </a:prstGeom>
          <a:solidFill>
            <a:srgbClr val="83A83F"/>
          </a:solidFill>
        </p:spPr>
        <p:txBody>
          <a:bodyPr wrap="square" anchor="ctr">
            <a:spAutoFit/>
          </a:bodyPr>
          <a:lstStyle/>
          <a:p>
            <a:pPr algn="ctr"/>
            <a:r>
              <a:rPr kumimoji="0" lang="en-US" sz="3200" b="1" i="0" u="none" strike="noStrike" kern="1200" cap="none" spc="0" normalizeH="0" baseline="0" noProof="0" dirty="0">
                <a:ln>
                  <a:noFill/>
                </a:ln>
                <a:solidFill>
                  <a:schemeClr val="bg1"/>
                </a:solidFill>
                <a:effectLst/>
                <a:uLnTx/>
                <a:uFillTx/>
                <a:latin typeface="Arial"/>
                <a:ea typeface="+mj-ea"/>
                <a:cs typeface="Arial"/>
              </a:rPr>
              <a:t>Authority</a:t>
            </a:r>
            <a:endParaRPr lang="en-US" dirty="0">
              <a:solidFill>
                <a:schemeClr val="bg1"/>
              </a:solidFill>
            </a:endParaRPr>
          </a:p>
        </p:txBody>
      </p:sp>
      <p:sp>
        <p:nvSpPr>
          <p:cNvPr id="18" name="TextBox 17">
            <a:extLst>
              <a:ext uri="{FF2B5EF4-FFF2-40B4-BE49-F238E27FC236}">
                <a16:creationId xmlns:a16="http://schemas.microsoft.com/office/drawing/2014/main" id="{3240784B-17BC-AE4E-9BB5-0DB7E7CE9C8B}"/>
              </a:ext>
            </a:extLst>
          </p:cNvPr>
          <p:cNvSpPr txBox="1"/>
          <p:nvPr/>
        </p:nvSpPr>
        <p:spPr>
          <a:xfrm>
            <a:off x="370115" y="3809556"/>
            <a:ext cx="3360964" cy="646986"/>
          </a:xfrm>
          <a:prstGeom prst="roundRect">
            <a:avLst/>
          </a:prstGeom>
          <a:solidFill>
            <a:schemeClr val="accent2"/>
          </a:solidFill>
        </p:spPr>
        <p:txBody>
          <a:bodyPr wrap="square" anchor="ctr">
            <a:spAutoFit/>
          </a:bodyPr>
          <a:lstStyle/>
          <a:p>
            <a:pPr algn="ctr"/>
            <a:r>
              <a:rPr kumimoji="0" lang="en-US" sz="3200" b="1" i="0" u="none" strike="noStrike" kern="1200" cap="none" spc="0" normalizeH="0" baseline="0" noProof="0" dirty="0">
                <a:ln>
                  <a:noFill/>
                </a:ln>
                <a:solidFill>
                  <a:schemeClr val="bg1"/>
                </a:solidFill>
                <a:effectLst/>
                <a:uLnTx/>
                <a:uFillTx/>
                <a:latin typeface="Arial"/>
                <a:ea typeface="+mj-ea"/>
                <a:cs typeface="Arial"/>
              </a:rPr>
              <a:t>Responsibility</a:t>
            </a:r>
            <a:endParaRPr lang="en-US" dirty="0">
              <a:solidFill>
                <a:schemeClr val="bg1"/>
              </a:solidFill>
            </a:endParaRPr>
          </a:p>
        </p:txBody>
      </p:sp>
      <p:pic>
        <p:nvPicPr>
          <p:cNvPr id="21" name="Picture 20">
            <a:extLst>
              <a:ext uri="{FF2B5EF4-FFF2-40B4-BE49-F238E27FC236}">
                <a16:creationId xmlns:a16="http://schemas.microsoft.com/office/drawing/2014/main" id="{C72C4E5E-95BA-0F47-8DA2-BBB52FE2096F}"/>
              </a:ext>
            </a:extLst>
          </p:cNvPr>
          <p:cNvPicPr>
            <a:picLocks noChangeAspect="1"/>
          </p:cNvPicPr>
          <p:nvPr/>
        </p:nvPicPr>
        <p:blipFill>
          <a:blip r:embed="rId2">
            <a:extLst>
              <a:ext uri="{28A0092B-C50C-407E-A947-70E740481C1C}">
                <a14:useLocalDpi xmlns:a14="http://schemas.microsoft.com/office/drawing/2010/main" val="0"/>
              </a:ext>
            </a:extLst>
          </a:blip>
          <a:srcRect l="1047" r="1047"/>
          <a:stretch/>
        </p:blipFill>
        <p:spPr>
          <a:xfrm>
            <a:off x="4157794" y="898989"/>
            <a:ext cx="4506869" cy="2598948"/>
          </a:xfrm>
          <a:prstGeom prst="roundRect">
            <a:avLst>
              <a:gd name="adj" fmla="val 8702"/>
            </a:avLst>
          </a:prstGeom>
          <a:ln w="57150">
            <a:solidFill>
              <a:schemeClr val="accent2"/>
            </a:solidFill>
          </a:ln>
        </p:spPr>
      </p:pic>
      <p:sp>
        <p:nvSpPr>
          <p:cNvPr id="8" name="TextBox 7">
            <a:extLst>
              <a:ext uri="{FF2B5EF4-FFF2-40B4-BE49-F238E27FC236}">
                <a16:creationId xmlns:a16="http://schemas.microsoft.com/office/drawing/2014/main" id="{31071C1A-19E1-407F-A63D-01473C5F064F}"/>
              </a:ext>
            </a:extLst>
          </p:cNvPr>
          <p:cNvSpPr txBox="1"/>
          <p:nvPr/>
        </p:nvSpPr>
        <p:spPr>
          <a:xfrm>
            <a:off x="4241344" y="3701438"/>
            <a:ext cx="4339772" cy="954107"/>
          </a:xfrm>
          <a:prstGeom prst="rect">
            <a:avLst/>
          </a:prstGeom>
          <a:noFill/>
        </p:spPr>
        <p:txBody>
          <a:bodyPr wrap="square" anchor="t">
            <a:spAutoFit/>
          </a:bodyPr>
          <a:lstStyle/>
          <a:p>
            <a:pPr marL="0" indent="0" algn="ctr">
              <a:spcBef>
                <a:spcPts val="1200"/>
              </a:spcBef>
              <a:spcAft>
                <a:spcPts val="1200"/>
              </a:spcAft>
              <a:buNone/>
            </a:pPr>
            <a:r>
              <a:rPr lang="en-US" sz="2800" b="1" dirty="0">
                <a:solidFill>
                  <a:schemeClr val="accent2"/>
                </a:solidFill>
              </a:rPr>
              <a:t>The local church</a:t>
            </a:r>
            <a:br>
              <a:rPr lang="en-US" sz="2800" b="1" dirty="0">
                <a:solidFill>
                  <a:schemeClr val="accent2"/>
                </a:solidFill>
              </a:rPr>
            </a:br>
            <a:r>
              <a:rPr lang="en-US" sz="2800" b="1" dirty="0">
                <a:solidFill>
                  <a:schemeClr val="accent2"/>
                </a:solidFill>
              </a:rPr>
              <a:t>is responsible for:</a:t>
            </a:r>
          </a:p>
        </p:txBody>
      </p:sp>
      <p:sp>
        <p:nvSpPr>
          <p:cNvPr id="10" name="Content Placeholder 2">
            <a:extLst>
              <a:ext uri="{FF2B5EF4-FFF2-40B4-BE49-F238E27FC236}">
                <a16:creationId xmlns:a16="http://schemas.microsoft.com/office/drawing/2014/main" id="{924F9A69-55DC-4025-B93D-07FD2E333228}"/>
              </a:ext>
            </a:extLst>
          </p:cNvPr>
          <p:cNvSpPr txBox="1">
            <a:spLocks/>
          </p:cNvSpPr>
          <p:nvPr/>
        </p:nvSpPr>
        <p:spPr>
          <a:xfrm>
            <a:off x="4204831" y="4828224"/>
            <a:ext cx="4412797" cy="1449286"/>
          </a:xfrm>
          <a:prstGeom prst="rect">
            <a:avLst/>
          </a:prstGeom>
        </p:spPr>
        <p:txBody>
          <a:bodyPr anchor="t" anchorCtr="1"/>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800"/>
              </a:spcBef>
              <a:spcAft>
                <a:spcPts val="800"/>
              </a:spcAft>
              <a:buClr>
                <a:srgbClr val="B95659"/>
              </a:buClr>
            </a:pPr>
            <a:r>
              <a:rPr lang="en-US" dirty="0">
                <a:solidFill>
                  <a:schemeClr val="tx2"/>
                </a:solidFill>
              </a:rPr>
              <a:t>Evangelism</a:t>
            </a:r>
          </a:p>
          <a:p>
            <a:pPr>
              <a:spcBef>
                <a:spcPts val="800"/>
              </a:spcBef>
              <a:spcAft>
                <a:spcPts val="800"/>
              </a:spcAft>
              <a:buClr>
                <a:srgbClr val="B95659"/>
              </a:buClr>
            </a:pPr>
            <a:r>
              <a:rPr lang="en-US" dirty="0">
                <a:solidFill>
                  <a:schemeClr val="tx2"/>
                </a:solidFill>
              </a:rPr>
              <a:t>Discipleship</a:t>
            </a:r>
          </a:p>
          <a:p>
            <a:pPr>
              <a:spcBef>
                <a:spcPts val="800"/>
              </a:spcBef>
              <a:spcAft>
                <a:spcPts val="800"/>
              </a:spcAft>
              <a:buClr>
                <a:srgbClr val="B95659"/>
              </a:buClr>
            </a:pPr>
            <a:r>
              <a:rPr lang="en-US" dirty="0">
                <a:solidFill>
                  <a:schemeClr val="tx2"/>
                </a:solidFill>
              </a:rPr>
              <a:t>Bible Translation</a:t>
            </a:r>
          </a:p>
        </p:txBody>
      </p:sp>
      <p:sp>
        <p:nvSpPr>
          <p:cNvPr id="2" name="Rectangle: Rounded Corners 1">
            <a:extLst>
              <a:ext uri="{FF2B5EF4-FFF2-40B4-BE49-F238E27FC236}">
                <a16:creationId xmlns:a16="http://schemas.microsoft.com/office/drawing/2014/main" id="{E69A79DC-113B-4AC0-8EF1-18A977B35E8F}"/>
              </a:ext>
            </a:extLst>
          </p:cNvPr>
          <p:cNvSpPr/>
          <p:nvPr/>
        </p:nvSpPr>
        <p:spPr>
          <a:xfrm>
            <a:off x="3031958" y="3497937"/>
            <a:ext cx="914400" cy="914400"/>
          </a:xfrm>
          <a:prstGeom prst="roundRect">
            <a:avLst/>
          </a:prstGeom>
        </p:spPr>
        <p:txBody>
          <a:bodyPr rtlCol="0" anchor="ctr">
            <a:spAutoFit/>
          </a:bodyPr>
          <a:lstStyle/>
          <a:p>
            <a:pPr algn="ctr"/>
            <a:endParaRPr lang="en-US" sz="2000" dirty="0">
              <a:solidFill>
                <a:srgbClr val="716557"/>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92578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0A801-6D82-8630-D891-F18F69334F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A25C0E-C049-F157-51BC-F98FC5D87BA7}"/>
              </a:ext>
            </a:extLst>
          </p:cNvPr>
          <p:cNvSpPr>
            <a:spLocks noGrp="1"/>
          </p:cNvSpPr>
          <p:nvPr>
            <p:ph type="title"/>
          </p:nvPr>
        </p:nvSpPr>
        <p:spPr>
          <a:xfrm>
            <a:off x="628650" y="729412"/>
            <a:ext cx="7886700" cy="1325563"/>
          </a:xfrm>
        </p:spPr>
        <p:txBody>
          <a:bodyPr/>
          <a:lstStyle/>
          <a:p>
            <a:r>
              <a:rPr lang="en-US" dirty="0">
                <a:latin typeface="Arial"/>
                <a:cs typeface="Arial"/>
              </a:rPr>
              <a:t>Romans 14:12</a:t>
            </a:r>
            <a:endParaRPr lang="en-US" dirty="0"/>
          </a:p>
        </p:txBody>
      </p:sp>
      <p:sp>
        <p:nvSpPr>
          <p:cNvPr id="3" name="Content Placeholder 2">
            <a:extLst>
              <a:ext uri="{FF2B5EF4-FFF2-40B4-BE49-F238E27FC236}">
                <a16:creationId xmlns:a16="http://schemas.microsoft.com/office/drawing/2014/main" id="{5449BF21-748E-3042-0C00-0EB3BDB56D0A}"/>
              </a:ext>
            </a:extLst>
          </p:cNvPr>
          <p:cNvSpPr>
            <a:spLocks noGrp="1"/>
          </p:cNvSpPr>
          <p:nvPr>
            <p:ph idx="1"/>
          </p:nvPr>
        </p:nvSpPr>
        <p:spPr>
          <a:xfrm>
            <a:off x="628650" y="1393825"/>
            <a:ext cx="7886700" cy="663280"/>
          </a:xfrm>
        </p:spPr>
        <p:txBody>
          <a:bodyPr/>
          <a:lstStyle/>
          <a:p>
            <a:pPr marL="0" indent="0">
              <a:buNone/>
            </a:pPr>
            <a:r>
              <a:rPr lang="en-US" b="0" i="0" dirty="0">
                <a:solidFill>
                  <a:srgbClr val="000000"/>
                </a:solidFill>
                <a:effectLst/>
                <a:latin typeface="Noto Sans" panose="020B0502040504020204" pitchFamily="34" charset="0"/>
              </a:rPr>
              <a:t>So then, each one of us will give an account of himself to God.</a:t>
            </a:r>
            <a:endParaRPr lang="en-US" dirty="0">
              <a:solidFill>
                <a:srgbClr val="000000"/>
              </a:solidFill>
              <a:latin typeface="system-ui"/>
            </a:endParaRPr>
          </a:p>
        </p:txBody>
      </p:sp>
      <p:sp>
        <p:nvSpPr>
          <p:cNvPr id="5" name="Title 1">
            <a:extLst>
              <a:ext uri="{FF2B5EF4-FFF2-40B4-BE49-F238E27FC236}">
                <a16:creationId xmlns:a16="http://schemas.microsoft.com/office/drawing/2014/main" id="{33C52FBC-63BC-E00E-5FDE-8354425BED23}"/>
              </a:ext>
            </a:extLst>
          </p:cNvPr>
          <p:cNvSpPr txBox="1">
            <a:spLocks/>
          </p:cNvSpPr>
          <p:nvPr/>
        </p:nvSpPr>
        <p:spPr>
          <a:xfrm>
            <a:off x="628650" y="2405812"/>
            <a:ext cx="7886700" cy="677863"/>
          </a:xfrm>
          <a:prstGeom prst="rect">
            <a:avLst/>
          </a:prstGeom>
        </p:spPr>
        <p:txBody>
          <a:bodyPr vert="horz" lIns="91440" tIns="45720" rIns="91440" bIns="45720" rtlCol="0" anchor="t">
            <a:noAutofit/>
          </a:bodyPr>
          <a:lstStyle>
            <a:lvl1pPr algn="ctr" defTabSz="914400" rtl="0" eaLnBrk="1" latinLnBrk="0" hangingPunct="1">
              <a:lnSpc>
                <a:spcPct val="100000"/>
              </a:lnSpc>
              <a:spcBef>
                <a:spcPct val="0"/>
              </a:spcBef>
              <a:buNone/>
              <a:defRPr sz="3200" b="1" kern="1200">
                <a:solidFill>
                  <a:srgbClr val="B95659"/>
                </a:solidFill>
                <a:latin typeface="Arial" panose="020B0604020202020204" pitchFamily="34" charset="0"/>
                <a:ea typeface="+mj-ea"/>
                <a:cs typeface="Arial" panose="020B0604020202020204" pitchFamily="34" charset="0"/>
              </a:defRPr>
            </a:lvl1pPr>
          </a:lstStyle>
          <a:p>
            <a:r>
              <a:rPr lang="en-US" dirty="0">
                <a:latin typeface="Arial"/>
                <a:cs typeface="Arial"/>
              </a:rPr>
              <a:t>1 Corinthians 2:12-13</a:t>
            </a:r>
            <a:endParaRPr lang="en-US" dirty="0"/>
          </a:p>
        </p:txBody>
      </p:sp>
      <p:sp>
        <p:nvSpPr>
          <p:cNvPr id="7" name="Content Placeholder 2">
            <a:extLst>
              <a:ext uri="{FF2B5EF4-FFF2-40B4-BE49-F238E27FC236}">
                <a16:creationId xmlns:a16="http://schemas.microsoft.com/office/drawing/2014/main" id="{8BF9C8D8-AD57-3B3D-474F-0A944E14525E}"/>
              </a:ext>
            </a:extLst>
          </p:cNvPr>
          <p:cNvSpPr txBox="1">
            <a:spLocks/>
          </p:cNvSpPr>
          <p:nvPr/>
        </p:nvSpPr>
        <p:spPr>
          <a:xfrm>
            <a:off x="615950" y="3311525"/>
            <a:ext cx="7886700" cy="1844380"/>
          </a:xfrm>
          <a:prstGeom prst="rect">
            <a:avLst/>
          </a:prstGeom>
        </p:spPr>
        <p:txBody>
          <a:bodyPr vert="horz" lIns="91440" tIns="45720" rIns="91440" bIns="45720" rtlCol="0" anchor="t" anchorCtr="1">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716557"/>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rgbClr val="716557"/>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rgbClr val="716557"/>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716557"/>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rgbClr val="716557"/>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0" i="0">
                <a:solidFill>
                  <a:srgbClr val="000000"/>
                </a:solidFill>
                <a:effectLst/>
                <a:latin typeface="Noto Sans" panose="020B0502040504020204" pitchFamily="34" charset="0"/>
              </a:rPr>
              <a:t>But </a:t>
            </a:r>
            <a:r>
              <a:rPr lang="en-US" sz="2400" b="0" i="0" dirty="0">
                <a:solidFill>
                  <a:srgbClr val="000000"/>
                </a:solidFill>
                <a:effectLst/>
                <a:latin typeface="Noto Sans" panose="020B0502040504020204" pitchFamily="34" charset="0"/>
              </a:rPr>
              <a:t>we did not receive the spirit of the world but the Spirit who is from God, so that we might know the things freely given to us by God. </a:t>
            </a:r>
            <a:r>
              <a:rPr lang="en-US" sz="2400" b="0" i="0" baseline="30000" dirty="0">
                <a:solidFill>
                  <a:srgbClr val="000000"/>
                </a:solidFill>
                <a:effectLst/>
                <a:latin typeface="Noto Sans" panose="020B0502040504020204" pitchFamily="34" charset="0"/>
              </a:rPr>
              <a:t>13</a:t>
            </a:r>
            <a:r>
              <a:rPr lang="en-US" sz="2400" b="0" i="0" dirty="0">
                <a:solidFill>
                  <a:srgbClr val="000000"/>
                </a:solidFill>
                <a:effectLst/>
                <a:latin typeface="Noto Sans" panose="020B0502040504020204" pitchFamily="34" charset="0"/>
              </a:rPr>
              <a:t> We speak about these things in words not taught by human wisdom but by the Spirit, interpreting spiritual things to spiritual people.</a:t>
            </a:r>
            <a:endParaRPr lang="en-US" sz="3200" b="1" baseline="30000" dirty="0">
              <a:solidFill>
                <a:srgbClr val="000000"/>
              </a:solidFill>
              <a:latin typeface="Arial"/>
            </a:endParaRPr>
          </a:p>
        </p:txBody>
      </p:sp>
    </p:spTree>
    <p:extLst>
      <p:ext uri="{BB962C8B-B14F-4D97-AF65-F5344CB8AC3E}">
        <p14:creationId xmlns:p14="http://schemas.microsoft.com/office/powerpoint/2010/main" val="42848905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F6F33E6-9F59-CB43-A8D9-CAB751B31210}"/>
              </a:ext>
            </a:extLst>
          </p:cNvPr>
          <p:cNvSpPr txBox="1"/>
          <p:nvPr/>
        </p:nvSpPr>
        <p:spPr>
          <a:xfrm>
            <a:off x="940255" y="724274"/>
            <a:ext cx="2220685" cy="646986"/>
          </a:xfrm>
          <a:prstGeom prst="roundRect">
            <a:avLst/>
          </a:prstGeom>
          <a:solidFill>
            <a:srgbClr val="83A83F"/>
          </a:solidFill>
        </p:spPr>
        <p:txBody>
          <a:bodyPr wrap="square" anchor="ctr">
            <a:spAutoFit/>
          </a:bodyPr>
          <a:lstStyle/>
          <a:p>
            <a:pPr algn="ctr"/>
            <a:r>
              <a:rPr kumimoji="0" lang="en-US" sz="3200" b="1" i="0" u="none" strike="noStrike" kern="1200" cap="none" spc="0" normalizeH="0" baseline="0" noProof="0" dirty="0">
                <a:ln>
                  <a:noFill/>
                </a:ln>
                <a:solidFill>
                  <a:schemeClr val="bg1"/>
                </a:solidFill>
                <a:effectLst/>
                <a:uLnTx/>
                <a:uFillTx/>
                <a:latin typeface="Arial"/>
                <a:ea typeface="+mj-ea"/>
                <a:cs typeface="Arial"/>
              </a:rPr>
              <a:t>Ability</a:t>
            </a:r>
            <a:endParaRPr lang="en-US" dirty="0">
              <a:solidFill>
                <a:schemeClr val="bg1"/>
              </a:solidFill>
            </a:endParaRPr>
          </a:p>
        </p:txBody>
      </p:sp>
      <p:sp>
        <p:nvSpPr>
          <p:cNvPr id="3" name="TextBox 2">
            <a:extLst>
              <a:ext uri="{FF2B5EF4-FFF2-40B4-BE49-F238E27FC236}">
                <a16:creationId xmlns:a16="http://schemas.microsoft.com/office/drawing/2014/main" id="{737C23DF-B7E2-9C45-87E1-3D6A97E6AE0D}"/>
              </a:ext>
            </a:extLst>
          </p:cNvPr>
          <p:cNvSpPr txBox="1"/>
          <p:nvPr/>
        </p:nvSpPr>
        <p:spPr>
          <a:xfrm>
            <a:off x="940255" y="2266915"/>
            <a:ext cx="2220685" cy="646986"/>
          </a:xfrm>
          <a:prstGeom prst="roundRect">
            <a:avLst/>
          </a:prstGeom>
          <a:solidFill>
            <a:srgbClr val="83A83F"/>
          </a:solidFill>
        </p:spPr>
        <p:txBody>
          <a:bodyPr wrap="square" anchor="ctr">
            <a:spAutoFit/>
          </a:bodyPr>
          <a:lstStyle/>
          <a:p>
            <a:pPr algn="ctr"/>
            <a:r>
              <a:rPr kumimoji="0" lang="en-US" sz="3200" b="1" i="0" u="none" strike="noStrike" kern="1200" cap="none" spc="0" normalizeH="0" baseline="0" noProof="0" dirty="0">
                <a:ln>
                  <a:noFill/>
                </a:ln>
                <a:solidFill>
                  <a:schemeClr val="bg1"/>
                </a:solidFill>
                <a:effectLst/>
                <a:uLnTx/>
                <a:uFillTx/>
                <a:latin typeface="Arial"/>
                <a:ea typeface="+mj-ea"/>
                <a:cs typeface="Arial"/>
              </a:rPr>
              <a:t>Authority</a:t>
            </a:r>
            <a:endParaRPr lang="en-US" dirty="0">
              <a:solidFill>
                <a:schemeClr val="bg1"/>
              </a:solidFill>
            </a:endParaRPr>
          </a:p>
        </p:txBody>
      </p:sp>
      <p:sp>
        <p:nvSpPr>
          <p:cNvPr id="4" name="TextBox 3">
            <a:extLst>
              <a:ext uri="{FF2B5EF4-FFF2-40B4-BE49-F238E27FC236}">
                <a16:creationId xmlns:a16="http://schemas.microsoft.com/office/drawing/2014/main" id="{CFA9B4BC-CE4D-0A48-9084-2AC649073261}"/>
              </a:ext>
            </a:extLst>
          </p:cNvPr>
          <p:cNvSpPr txBox="1"/>
          <p:nvPr/>
        </p:nvSpPr>
        <p:spPr>
          <a:xfrm>
            <a:off x="370115" y="3809556"/>
            <a:ext cx="3360964" cy="646986"/>
          </a:xfrm>
          <a:prstGeom prst="roundRect">
            <a:avLst/>
          </a:prstGeom>
          <a:solidFill>
            <a:srgbClr val="83A83F"/>
          </a:solidFill>
        </p:spPr>
        <p:txBody>
          <a:bodyPr wrap="square" anchor="ctr">
            <a:spAutoFit/>
          </a:bodyPr>
          <a:lstStyle/>
          <a:p>
            <a:pPr algn="ctr"/>
            <a:r>
              <a:rPr kumimoji="0" lang="en-US" sz="3200" b="1" i="0" u="none" strike="noStrike" kern="1200" cap="none" spc="0" normalizeH="0" baseline="0" noProof="0" dirty="0">
                <a:ln>
                  <a:noFill/>
                </a:ln>
                <a:solidFill>
                  <a:schemeClr val="bg1"/>
                </a:solidFill>
                <a:effectLst/>
                <a:uLnTx/>
                <a:uFillTx/>
                <a:latin typeface="Arial"/>
                <a:ea typeface="+mj-ea"/>
                <a:cs typeface="Arial"/>
              </a:rPr>
              <a:t>Responsibility</a:t>
            </a:r>
            <a:endParaRPr lang="en-US" dirty="0">
              <a:solidFill>
                <a:schemeClr val="bg1"/>
              </a:solidFill>
            </a:endParaRPr>
          </a:p>
        </p:txBody>
      </p:sp>
      <p:sp>
        <p:nvSpPr>
          <p:cNvPr id="5" name="TextBox 4">
            <a:extLst>
              <a:ext uri="{FF2B5EF4-FFF2-40B4-BE49-F238E27FC236}">
                <a16:creationId xmlns:a16="http://schemas.microsoft.com/office/drawing/2014/main" id="{92093B72-640D-8F4B-AE35-0EC80D3316E3}"/>
              </a:ext>
            </a:extLst>
          </p:cNvPr>
          <p:cNvSpPr txBox="1"/>
          <p:nvPr/>
        </p:nvSpPr>
        <p:spPr>
          <a:xfrm>
            <a:off x="370116" y="5352197"/>
            <a:ext cx="3360964" cy="646986"/>
          </a:xfrm>
          <a:prstGeom prst="roundRect">
            <a:avLst/>
          </a:prstGeom>
          <a:solidFill>
            <a:schemeClr val="accent2"/>
          </a:solidFill>
        </p:spPr>
        <p:txBody>
          <a:bodyPr wrap="square" anchor="ctr">
            <a:spAutoFit/>
          </a:bodyPr>
          <a:lstStyle/>
          <a:p>
            <a:pPr algn="ctr"/>
            <a:r>
              <a:rPr kumimoji="0" lang="en-US" sz="3200" b="1" i="0" u="none" strike="noStrike" kern="1200" cap="none" spc="0" normalizeH="0" baseline="0" noProof="0" dirty="0">
                <a:ln>
                  <a:noFill/>
                </a:ln>
                <a:solidFill>
                  <a:schemeClr val="bg1"/>
                </a:solidFill>
                <a:effectLst/>
                <a:uLnTx/>
                <a:uFillTx/>
                <a:latin typeface="Arial"/>
                <a:ea typeface="+mj-ea"/>
                <a:cs typeface="Arial"/>
              </a:rPr>
              <a:t>Accountability</a:t>
            </a:r>
            <a:endParaRPr lang="en-US" dirty="0">
              <a:solidFill>
                <a:schemeClr val="bg1"/>
              </a:solidFill>
            </a:endParaRPr>
          </a:p>
        </p:txBody>
      </p:sp>
      <p:pic>
        <p:nvPicPr>
          <p:cNvPr id="8" name="Picture 7">
            <a:extLst>
              <a:ext uri="{FF2B5EF4-FFF2-40B4-BE49-F238E27FC236}">
                <a16:creationId xmlns:a16="http://schemas.microsoft.com/office/drawing/2014/main" id="{42885E6F-8E6E-0445-A9A0-A3676534ABC6}"/>
              </a:ext>
            </a:extLst>
          </p:cNvPr>
          <p:cNvPicPr>
            <a:picLocks noChangeAspect="1"/>
          </p:cNvPicPr>
          <p:nvPr/>
        </p:nvPicPr>
        <p:blipFill>
          <a:blip r:embed="rId2">
            <a:extLst>
              <a:ext uri="{28A0092B-C50C-407E-A947-70E740481C1C}">
                <a14:useLocalDpi xmlns:a14="http://schemas.microsoft.com/office/drawing/2010/main" val="0"/>
              </a:ext>
            </a:extLst>
          </a:blip>
          <a:srcRect t="1714" b="1714"/>
          <a:stretch/>
        </p:blipFill>
        <p:spPr>
          <a:xfrm>
            <a:off x="4241345" y="755379"/>
            <a:ext cx="4339772" cy="3143250"/>
          </a:xfrm>
          <a:prstGeom prst="roundRect">
            <a:avLst>
              <a:gd name="adj" fmla="val 8702"/>
            </a:avLst>
          </a:prstGeom>
          <a:ln w="57150">
            <a:solidFill>
              <a:schemeClr val="accent2"/>
            </a:solidFill>
          </a:ln>
        </p:spPr>
      </p:pic>
      <p:sp>
        <p:nvSpPr>
          <p:cNvPr id="10" name="TextBox 9">
            <a:extLst>
              <a:ext uri="{FF2B5EF4-FFF2-40B4-BE49-F238E27FC236}">
                <a16:creationId xmlns:a16="http://schemas.microsoft.com/office/drawing/2014/main" id="{0D6E3C5E-AE39-45F3-B5F3-D5E8D96D6CDA}"/>
              </a:ext>
            </a:extLst>
          </p:cNvPr>
          <p:cNvSpPr txBox="1"/>
          <p:nvPr/>
        </p:nvSpPr>
        <p:spPr>
          <a:xfrm>
            <a:off x="4241344" y="4071308"/>
            <a:ext cx="4339772" cy="954107"/>
          </a:xfrm>
          <a:prstGeom prst="rect">
            <a:avLst/>
          </a:prstGeom>
          <a:noFill/>
        </p:spPr>
        <p:txBody>
          <a:bodyPr wrap="square" anchor="t">
            <a:spAutoFit/>
          </a:bodyPr>
          <a:lstStyle/>
          <a:p>
            <a:pPr marL="0" indent="0" algn="ctr">
              <a:spcBef>
                <a:spcPts val="1200"/>
              </a:spcBef>
              <a:spcAft>
                <a:spcPts val="1200"/>
              </a:spcAft>
              <a:buNone/>
            </a:pPr>
            <a:r>
              <a:rPr lang="en-US" sz="2800" b="1" dirty="0">
                <a:solidFill>
                  <a:schemeClr val="accent2"/>
                </a:solidFill>
              </a:rPr>
              <a:t>Translators are accountable to:</a:t>
            </a:r>
          </a:p>
        </p:txBody>
      </p:sp>
      <p:sp>
        <p:nvSpPr>
          <p:cNvPr id="11" name="Content Placeholder 2">
            <a:extLst>
              <a:ext uri="{FF2B5EF4-FFF2-40B4-BE49-F238E27FC236}">
                <a16:creationId xmlns:a16="http://schemas.microsoft.com/office/drawing/2014/main" id="{6C2EAE1B-71CC-48C6-AB62-05616C8401A5}"/>
              </a:ext>
            </a:extLst>
          </p:cNvPr>
          <p:cNvSpPr txBox="1">
            <a:spLocks/>
          </p:cNvSpPr>
          <p:nvPr/>
        </p:nvSpPr>
        <p:spPr>
          <a:xfrm>
            <a:off x="4204831" y="5198094"/>
            <a:ext cx="4412797" cy="1125085"/>
          </a:xfrm>
          <a:prstGeom prst="rect">
            <a:avLst/>
          </a:prstGeom>
        </p:spPr>
        <p:txBody>
          <a:bodyPr anchor="t" anchorCtr="1"/>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800"/>
              </a:spcBef>
              <a:spcAft>
                <a:spcPts val="800"/>
              </a:spcAft>
              <a:buClr>
                <a:srgbClr val="B95659"/>
              </a:buClr>
            </a:pPr>
            <a:r>
              <a:rPr lang="en-US" dirty="0">
                <a:solidFill>
                  <a:schemeClr val="tx2"/>
                </a:solidFill>
              </a:rPr>
              <a:t>God</a:t>
            </a:r>
          </a:p>
          <a:p>
            <a:pPr>
              <a:spcBef>
                <a:spcPts val="800"/>
              </a:spcBef>
              <a:spcAft>
                <a:spcPts val="800"/>
              </a:spcAft>
              <a:buClr>
                <a:srgbClr val="B95659"/>
              </a:buClr>
            </a:pPr>
            <a:r>
              <a:rPr lang="en-US" dirty="0">
                <a:solidFill>
                  <a:schemeClr val="tx2"/>
                </a:solidFill>
              </a:rPr>
              <a:t>Their community</a:t>
            </a:r>
          </a:p>
        </p:txBody>
      </p:sp>
      <p:sp>
        <p:nvSpPr>
          <p:cNvPr id="6" name="Rectangle: Rounded Corners 5">
            <a:extLst>
              <a:ext uri="{FF2B5EF4-FFF2-40B4-BE49-F238E27FC236}">
                <a16:creationId xmlns:a16="http://schemas.microsoft.com/office/drawing/2014/main" id="{EF956AC3-AB30-4007-91A0-9223732E7C48}"/>
              </a:ext>
            </a:extLst>
          </p:cNvPr>
          <p:cNvSpPr/>
          <p:nvPr/>
        </p:nvSpPr>
        <p:spPr>
          <a:xfrm>
            <a:off x="-514905" y="1819922"/>
            <a:ext cx="914400" cy="914400"/>
          </a:xfrm>
          <a:prstGeom prst="roundRect">
            <a:avLst/>
          </a:prstGeom>
        </p:spPr>
        <p:txBody>
          <a:bodyPr rtlCol="0" anchor="ctr">
            <a:spAutoFit/>
          </a:bodyPr>
          <a:lstStyle/>
          <a:p>
            <a:pPr algn="ctr"/>
            <a:endParaRPr lang="en-US" sz="2000" dirty="0">
              <a:solidFill>
                <a:srgbClr val="716557"/>
              </a:solidFill>
              <a:latin typeface="Arial" panose="020B0604020202020204" pitchFamily="34" charset="0"/>
              <a:cs typeface="Arial" panose="020B0604020202020204" pitchFamily="34" charset="0"/>
            </a:endParaRPr>
          </a:p>
        </p:txBody>
      </p:sp>
      <p:sp>
        <p:nvSpPr>
          <p:cNvPr id="7" name="Rectangle: Rounded Corners 6">
            <a:extLst>
              <a:ext uri="{FF2B5EF4-FFF2-40B4-BE49-F238E27FC236}">
                <a16:creationId xmlns:a16="http://schemas.microsoft.com/office/drawing/2014/main" id="{E7B0E518-FCA1-424B-8646-DD86E4718CB5}"/>
              </a:ext>
            </a:extLst>
          </p:cNvPr>
          <p:cNvSpPr/>
          <p:nvPr/>
        </p:nvSpPr>
        <p:spPr>
          <a:xfrm>
            <a:off x="-692458" y="858817"/>
            <a:ext cx="914400" cy="914400"/>
          </a:xfrm>
          <a:prstGeom prst="roundRect">
            <a:avLst/>
          </a:prstGeom>
        </p:spPr>
        <p:txBody>
          <a:bodyPr rtlCol="0" anchor="ctr">
            <a:spAutoFit/>
          </a:bodyPr>
          <a:lstStyle/>
          <a:p>
            <a:pPr algn="ctr"/>
            <a:endParaRPr lang="en-US" sz="2000" dirty="0">
              <a:solidFill>
                <a:srgbClr val="716557"/>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47794588"/>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5B4A42"/>
      </a:dk2>
      <a:lt2>
        <a:srgbClr val="FFFFFF"/>
      </a:lt2>
      <a:accent1>
        <a:srgbClr val="B95659"/>
      </a:accent1>
      <a:accent2>
        <a:srgbClr val="83A83F"/>
      </a:accent2>
      <a:accent3>
        <a:srgbClr val="FBA93D"/>
      </a:accent3>
      <a:accent4>
        <a:srgbClr val="00B0F0"/>
      </a:accent4>
      <a:accent5>
        <a:srgbClr val="6ABF4B"/>
      </a:accent5>
      <a:accent6>
        <a:srgbClr val="FFB71B"/>
      </a:accent6>
      <a:hlink>
        <a:srgbClr val="83A83F"/>
      </a:hlink>
      <a:folHlink>
        <a:srgbClr val="FBA93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a:spAutoFit/>
      </a:bodyPr>
      <a:lstStyle>
        <a:defPPr algn="ctr">
          <a:defRPr sz="2000" dirty="0">
            <a:solidFill>
              <a:srgbClr val="716557"/>
            </a:solidFill>
            <a:latin typeface="Arial" panose="020B0604020202020204" pitchFamily="34" charset="0"/>
            <a:cs typeface="Arial" panose="020B0604020202020204" pitchFamily="34" charset="0"/>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391F634926FA043ACFB26755753006F" ma:contentTypeVersion="20" ma:contentTypeDescription="Create a new document." ma:contentTypeScope="" ma:versionID="01147358cd12b12371d0fec9faf98450">
  <xsd:schema xmlns:xsd="http://www.w3.org/2001/XMLSchema" xmlns:xs="http://www.w3.org/2001/XMLSchema" xmlns:p="http://schemas.microsoft.com/office/2006/metadata/properties" xmlns:ns1="http://schemas.microsoft.com/sharepoint/v3" xmlns:ns2="038937e4-20c5-4a73-b245-175c4ead9603" xmlns:ns3="9ede4979-7183-4f81-a394-71c40c9222c4" targetNamespace="http://schemas.microsoft.com/office/2006/metadata/properties" ma:root="true" ma:fieldsID="f71df03f361f918f6e506a987229d969" ns1:_="" ns2:_="" ns3:_="">
    <xsd:import namespace="http://schemas.microsoft.com/sharepoint/v3"/>
    <xsd:import namespace="038937e4-20c5-4a73-b245-175c4ead9603"/>
    <xsd:import namespace="9ede4979-7183-4f81-a394-71c40c9222c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lcf76f155ced4ddcb4097134ff3c332f" minOccurs="0"/>
                <xsd:element ref="ns3:TaxCatchAll" minOccurs="0"/>
                <xsd:element ref="ns2:MediaServiceDateTaken" minOccurs="0"/>
                <xsd:element ref="ns2:MediaLengthInSeconds" minOccurs="0"/>
                <xsd:element ref="ns2:MediaServiceLocation" minOccurs="0"/>
                <xsd:element ref="ns2:MediaServiceObjectDetectorVersions" minOccurs="0"/>
                <xsd:element ref="ns1:_ip_UnifiedCompliancePolicyProperties" minOccurs="0"/>
                <xsd:element ref="ns1:_ip_UnifiedCompliancePolicyUIAc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5" nillable="true" ma:displayName="Unified Compliance Policy Properties" ma:hidden="true" ma:internalName="_ip_UnifiedCompliancePolicyProperties">
      <xsd:simpleType>
        <xsd:restriction base="dms:Note"/>
      </xsd:simpleType>
    </xsd:element>
    <xsd:element name="_ip_UnifiedCompliancePolicyUIAction" ma:index="2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38937e4-20c5-4a73-b245-175c4ead960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ea59994-8317-4aa6-899c-04dff19597d4" ma:termSetId="09814cd3-568e-fe90-9814-8d621ff8fb84" ma:anchorId="fba54fb3-c3e1-fe81-a776-ca4b69148c4d" ma:open="true" ma:isKeyword="false">
      <xsd:complexType>
        <xsd:sequence>
          <xsd:element ref="pc:Terms" minOccurs="0" maxOccurs="1"/>
        </xsd:sequence>
      </xsd:complexType>
    </xsd:element>
    <xsd:element name="MediaServiceDateTaken" ma:index="21" nillable="true" ma:displayName="MediaServiceDateTaken" ma:hidden="true" ma:internalName="MediaServiceDateTake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ede4979-7183-4f81-a394-71c40c9222c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9a3a93ad-9e1c-4ee1-bbf7-4ca5dc6051e9}" ma:internalName="TaxCatchAll" ma:showField="CatchAllData" ma:web="9ede4979-7183-4f81-a394-71c40c9222c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038937e4-20c5-4a73-b245-175c4ead9603">
      <Terms xmlns="http://schemas.microsoft.com/office/infopath/2007/PartnerControls"/>
    </lcf76f155ced4ddcb4097134ff3c332f>
    <TaxCatchAll xmlns="9ede4979-7183-4f81-a394-71c40c9222c4" xsi:nil="true"/>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FCBBFA0-DB81-4394-A4BF-2E98FF2B6A99}"/>
</file>

<file path=customXml/itemProps2.xml><?xml version="1.0" encoding="utf-8"?>
<ds:datastoreItem xmlns:ds="http://schemas.openxmlformats.org/officeDocument/2006/customXml" ds:itemID="{DD870300-B03F-45F7-9154-521D8C74684E}">
  <ds:schemaRefs>
    <ds:schemaRef ds:uri="http://schemas.microsoft.com/office/2006/documentManagement/types"/>
    <ds:schemaRef ds:uri="http://schemas.microsoft.com/office/infopath/2007/PartnerControls"/>
    <ds:schemaRef ds:uri="http://purl.org/dc/elements/1.1/"/>
    <ds:schemaRef ds:uri="038937e4-20c5-4a73-b245-175c4ead9603"/>
    <ds:schemaRef ds:uri="http://schemas.microsoft.com/sharepoint/v3"/>
    <ds:schemaRef ds:uri="http://www.w3.org/XML/1998/namespace"/>
    <ds:schemaRef ds:uri="http://purl.org/dc/dcmitype/"/>
    <ds:schemaRef ds:uri="http://schemas.microsoft.com/office/2006/metadata/properties"/>
    <ds:schemaRef ds:uri="9ede4979-7183-4f81-a394-71c40c9222c4"/>
    <ds:schemaRef ds:uri="http://schemas.openxmlformats.org/package/2006/metadata/core-properties"/>
    <ds:schemaRef ds:uri="http://purl.org/dc/terms/"/>
  </ds:schemaRefs>
</ds:datastoreItem>
</file>

<file path=customXml/itemProps3.xml><?xml version="1.0" encoding="utf-8"?>
<ds:datastoreItem xmlns:ds="http://schemas.openxmlformats.org/officeDocument/2006/customXml" ds:itemID="{B178770A-F6AC-406B-AF0D-88CBCF36B70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967</TotalTime>
  <Words>587</Words>
  <Application>Microsoft Office PowerPoint</Application>
  <PresentationFormat>On-screen Show (4:3)</PresentationFormat>
  <Paragraphs>52</Paragraphs>
  <Slides>10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Arial Black</vt:lpstr>
      <vt:lpstr>Calibri</vt:lpstr>
      <vt:lpstr>Noto Sans</vt:lpstr>
      <vt:lpstr>system-ui</vt:lpstr>
      <vt:lpstr>Office Theme</vt:lpstr>
      <vt:lpstr>PowerPoint Presentation</vt:lpstr>
      <vt:lpstr>PowerPoint Presentation</vt:lpstr>
      <vt:lpstr>Romans 12:4-6a</vt:lpstr>
      <vt:lpstr>PowerPoint Presentation</vt:lpstr>
      <vt:lpstr>Matthew 28:18-20</vt:lpstr>
      <vt:lpstr>PowerPoint Presentation</vt:lpstr>
      <vt:lpstr>1 Peter 3:15</vt:lpstr>
      <vt:lpstr>PowerPoint Presentation</vt:lpstr>
      <vt:lpstr>Romans 14:12</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Owner</dc:creator>
  <cp:lastModifiedBy>Deborah Shaw</cp:lastModifiedBy>
  <cp:revision>263</cp:revision>
  <dcterms:created xsi:type="dcterms:W3CDTF">2019-03-18T18:21:25Z</dcterms:created>
  <dcterms:modified xsi:type="dcterms:W3CDTF">2025-06-04T18:41:56Z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0x0101003391F634926FA043ACFB26755753006F</vt:lpwstr>
  </property>
  <property fmtid="{D5CDD505-2E9C-101B-9397-08002B2CF9AE}" pid="3" name="MediaServiceImageTags">
    <vt:lpwstr/>
  </property>
</Properties>
</file>