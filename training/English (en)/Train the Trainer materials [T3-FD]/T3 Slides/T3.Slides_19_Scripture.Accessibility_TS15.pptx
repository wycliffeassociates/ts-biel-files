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9"/>
  </p:notesMasterIdLst>
  <p:sldIdLst>
    <p:sldId id="295" r:id="rId5"/>
    <p:sldId id="319" r:id="rId6"/>
    <p:sldId id="296" r:id="rId7"/>
    <p:sldId id="294"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san Quigley" initials="SQ" lastIdx="11" clrIdx="0">
    <p:extLst>
      <p:ext uri="{19B8F6BF-5375-455C-9EA6-DF929625EA0E}">
        <p15:presenceInfo xmlns:p15="http://schemas.microsoft.com/office/powerpoint/2012/main" userId="S::susan_quigley@wycliffeassociates.org::b85b18d0-1c40-45ee-96a2-2a728d87251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3DD93"/>
    <a:srgbClr val="83A83F"/>
    <a:srgbClr val="FBA93D"/>
    <a:srgbClr val="716557"/>
    <a:srgbClr val="B956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2856B8-41E3-4709-8217-A1875F5DFB99}" v="18" dt="2025-10-14T19:26:58.2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327" autoAdjust="0"/>
    <p:restoredTop sz="95646" autoAdjust="0"/>
  </p:normalViewPr>
  <p:slideViewPr>
    <p:cSldViewPr snapToGrid="0">
      <p:cViewPr varScale="1">
        <p:scale>
          <a:sx n="75" d="100"/>
          <a:sy n="75" d="100"/>
        </p:scale>
        <p:origin x="734" y="53"/>
      </p:cViewPr>
      <p:guideLst>
        <p:guide orient="horz" pos="2160"/>
        <p:guide pos="288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borah Shaw" userId="79bf7848-a030-4096-934a-3abbfde4984a" providerId="ADAL" clId="{8DE9E9FB-001C-4B84-83DE-E1F7ABB9FAA3}"/>
    <pc:docChg chg="custSel addSld delSld modSld">
      <pc:chgData name="Deborah Shaw" userId="79bf7848-a030-4096-934a-3abbfde4984a" providerId="ADAL" clId="{8DE9E9FB-001C-4B84-83DE-E1F7ABB9FAA3}" dt="2025-10-14T19:27:12.753" v="41" actId="1076"/>
      <pc:docMkLst>
        <pc:docMk/>
      </pc:docMkLst>
      <pc:sldChg chg="add modAnim">
        <pc:chgData name="Deborah Shaw" userId="79bf7848-a030-4096-934a-3abbfde4984a" providerId="ADAL" clId="{8DE9E9FB-001C-4B84-83DE-E1F7ABB9FAA3}" dt="2025-10-14T19:26:58.201" v="40"/>
        <pc:sldMkLst>
          <pc:docMk/>
          <pc:sldMk cId="464691023" sldId="294"/>
        </pc:sldMkLst>
      </pc:sldChg>
      <pc:sldChg chg="delSp modSp mod">
        <pc:chgData name="Deborah Shaw" userId="79bf7848-a030-4096-934a-3abbfde4984a" providerId="ADAL" clId="{8DE9E9FB-001C-4B84-83DE-E1F7ABB9FAA3}" dt="2025-10-14T19:27:12.753" v="41" actId="1076"/>
        <pc:sldMkLst>
          <pc:docMk/>
          <pc:sldMk cId="3829610916" sldId="295"/>
        </pc:sldMkLst>
        <pc:spChg chg="mod">
          <ac:chgData name="Deborah Shaw" userId="79bf7848-a030-4096-934a-3abbfde4984a" providerId="ADAL" clId="{8DE9E9FB-001C-4B84-83DE-E1F7ABB9FAA3}" dt="2025-10-06T13:49:39.717" v="13" actId="20577"/>
          <ac:spMkLst>
            <pc:docMk/>
            <pc:sldMk cId="3829610916" sldId="295"/>
            <ac:spMk id="3" creationId="{117E80A5-0A88-072D-D373-1B79DB1B2DCA}"/>
          </ac:spMkLst>
        </pc:spChg>
        <pc:spChg chg="mod">
          <ac:chgData name="Deborah Shaw" userId="79bf7848-a030-4096-934a-3abbfde4984a" providerId="ADAL" clId="{8DE9E9FB-001C-4B84-83DE-E1F7ABB9FAA3}" dt="2025-10-14T19:27:12.753" v="41" actId="1076"/>
          <ac:spMkLst>
            <pc:docMk/>
            <pc:sldMk cId="3829610916" sldId="295"/>
            <ac:spMk id="7" creationId="{6D1C5468-2E27-9AF9-E8A7-9D00C2F6695F}"/>
          </ac:spMkLst>
        </pc:spChg>
        <pc:picChg chg="mod modCrop">
          <ac:chgData name="Deborah Shaw" userId="79bf7848-a030-4096-934a-3abbfde4984a" providerId="ADAL" clId="{8DE9E9FB-001C-4B84-83DE-E1F7ABB9FAA3}" dt="2025-10-06T14:38:09.415" v="21" actId="18131"/>
          <ac:picMkLst>
            <pc:docMk/>
            <pc:sldMk cId="3829610916" sldId="295"/>
            <ac:picMk id="6" creationId="{4B1342BB-B465-1A3D-28BC-F5045ABD0A0E}"/>
          </ac:picMkLst>
        </pc:picChg>
      </pc:sldChg>
      <pc:sldChg chg="addSp delSp modSp mod">
        <pc:chgData name="Deborah Shaw" userId="79bf7848-a030-4096-934a-3abbfde4984a" providerId="ADAL" clId="{8DE9E9FB-001C-4B84-83DE-E1F7ABB9FAA3}" dt="2025-10-06T14:42:28.402" v="26" actId="21"/>
        <pc:sldMkLst>
          <pc:docMk/>
          <pc:sldMk cId="154684426" sldId="296"/>
        </pc:sldMkLst>
      </pc:sldChg>
      <pc:sldChg chg="new del">
        <pc:chgData name="Deborah Shaw" userId="79bf7848-a030-4096-934a-3abbfde4984a" providerId="ADAL" clId="{8DE9E9FB-001C-4B84-83DE-E1F7ABB9FAA3}" dt="2025-10-06T14:42:50.609" v="28" actId="2696"/>
        <pc:sldMkLst>
          <pc:docMk/>
          <pc:sldMk cId="2946851448" sldId="297"/>
        </pc:sldMkLst>
      </pc:sldChg>
      <pc:sldChg chg="add modAnim">
        <pc:chgData name="Deborah Shaw" userId="79bf7848-a030-4096-934a-3abbfde4984a" providerId="ADAL" clId="{8DE9E9FB-001C-4B84-83DE-E1F7ABB9FAA3}" dt="2025-10-14T19:26:43.476" v="37"/>
        <pc:sldMkLst>
          <pc:docMk/>
          <pc:sldMk cId="3849950277" sldId="319"/>
        </pc:sldMkLst>
      </pc:sldChg>
    </pc:docChg>
  </pc:docChgLst>
  <pc:docChgLst>
    <pc:chgData name="Deborah Shaw" userId="79bf7848-a030-4096-934a-3abbfde4984a" providerId="ADAL" clId="{B2EAEF0E-2A9F-4716-A820-E18CB48B6591}"/>
    <pc:docChg chg="undo custSel addSld delSld modSld">
      <pc:chgData name="Deborah Shaw" userId="79bf7848-a030-4096-934a-3abbfde4984a" providerId="ADAL" clId="{B2EAEF0E-2A9F-4716-A820-E18CB48B6591}" dt="2024-02-15T19:18:19.185" v="157" actId="171"/>
      <pc:docMkLst>
        <pc:docMk/>
      </pc:docMkLst>
      <pc:sldChg chg="del">
        <pc:chgData name="Deborah Shaw" userId="79bf7848-a030-4096-934a-3abbfde4984a" providerId="ADAL" clId="{B2EAEF0E-2A9F-4716-A820-E18CB48B6591}" dt="2024-02-15T18:01:47.939" v="59" actId="2696"/>
        <pc:sldMkLst>
          <pc:docMk/>
          <pc:sldMk cId="834478945" sldId="286"/>
        </pc:sldMkLst>
      </pc:sldChg>
      <pc:sldChg chg="del">
        <pc:chgData name="Deborah Shaw" userId="79bf7848-a030-4096-934a-3abbfde4984a" providerId="ADAL" clId="{B2EAEF0E-2A9F-4716-A820-E18CB48B6591}" dt="2024-02-15T18:01:55.070" v="61" actId="2696"/>
        <pc:sldMkLst>
          <pc:docMk/>
          <pc:sldMk cId="4285908524" sldId="290"/>
        </pc:sldMkLst>
      </pc:sldChg>
      <pc:sldChg chg="del">
        <pc:chgData name="Deborah Shaw" userId="79bf7848-a030-4096-934a-3abbfde4984a" providerId="ADAL" clId="{B2EAEF0E-2A9F-4716-A820-E18CB48B6591}" dt="2024-02-15T18:01:51.674" v="60" actId="2696"/>
        <pc:sldMkLst>
          <pc:docMk/>
          <pc:sldMk cId="2378721880" sldId="291"/>
        </pc:sldMkLst>
      </pc:sldChg>
      <pc:sldChg chg="addSp modSp mod">
        <pc:chgData name="Deborah Shaw" userId="79bf7848-a030-4096-934a-3abbfde4984a" providerId="ADAL" clId="{B2EAEF0E-2A9F-4716-A820-E18CB48B6591}" dt="2024-02-15T17:54:46.216" v="58" actId="1076"/>
        <pc:sldMkLst>
          <pc:docMk/>
          <pc:sldMk cId="3829610916" sldId="295"/>
        </pc:sldMkLst>
      </pc:sldChg>
      <pc:sldChg chg="addSp delSp modSp new mod">
        <pc:chgData name="Deborah Shaw" userId="79bf7848-a030-4096-934a-3abbfde4984a" providerId="ADAL" clId="{B2EAEF0E-2A9F-4716-A820-E18CB48B6591}" dt="2024-02-15T19:18:19.185" v="157" actId="171"/>
        <pc:sldMkLst>
          <pc:docMk/>
          <pc:sldMk cId="154684426" sldId="296"/>
        </pc:sldMkLst>
      </pc:sldChg>
      <pc:sldChg chg="del">
        <pc:chgData name="Deborah Shaw" userId="79bf7848-a030-4096-934a-3abbfde4984a" providerId="ADAL" clId="{B2EAEF0E-2A9F-4716-A820-E18CB48B6591}" dt="2024-02-15T18:01:58.361" v="62" actId="2696"/>
        <pc:sldMkLst>
          <pc:docMk/>
          <pc:sldMk cId="2279164728" sldId="31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6AA070-92F4-A447-BB88-F5E94FF9CF8B}" type="datetimeFigureOut">
              <a:rPr lang="en-US" smtClean="0"/>
              <a:t>10/14/2025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39B3C9-13A9-6540-8F68-9A544DD081BF}" type="slidenum">
              <a:rPr lang="en-US" smtClean="0"/>
              <a:t>‹#›</a:t>
            </a:fld>
            <a:endParaRPr lang="en-US"/>
          </a:p>
        </p:txBody>
      </p:sp>
    </p:spTree>
    <p:extLst>
      <p:ext uri="{BB962C8B-B14F-4D97-AF65-F5344CB8AC3E}">
        <p14:creationId xmlns:p14="http://schemas.microsoft.com/office/powerpoint/2010/main" val="2521344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39B3C9-13A9-6540-8F68-9A544DD081BF}" type="slidenum">
              <a:rPr lang="en-US" smtClean="0"/>
              <a:t>2</a:t>
            </a:fld>
            <a:endParaRPr lang="en-US"/>
          </a:p>
        </p:txBody>
      </p:sp>
    </p:spTree>
    <p:extLst>
      <p:ext uri="{BB962C8B-B14F-4D97-AF65-F5344CB8AC3E}">
        <p14:creationId xmlns:p14="http://schemas.microsoft.com/office/powerpoint/2010/main" val="926343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2D176C0A-5C67-429D-B78E-C0F7FE360763}" type="datetimeFigureOut">
              <a:rPr lang="en-US" smtClean="0"/>
              <a:t>10/14/2025</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A86A303C-F57A-46A0-A01E-607FF4D926B8}" type="slidenum">
              <a:rPr lang="en-US" smtClean="0"/>
              <a:t>‹#›</a:t>
            </a:fld>
            <a:endParaRPr lang="en-US"/>
          </a:p>
        </p:txBody>
      </p:sp>
    </p:spTree>
    <p:extLst>
      <p:ext uri="{BB962C8B-B14F-4D97-AF65-F5344CB8AC3E}">
        <p14:creationId xmlns:p14="http://schemas.microsoft.com/office/powerpoint/2010/main" val="2141927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486219-3A02-4B8F-9654-356937189673}"/>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sp>
        <p:nvSpPr>
          <p:cNvPr id="3" name="Content Placeholder 2"/>
          <p:cNvSpPr>
            <a:spLocks noGrp="1"/>
          </p:cNvSpPr>
          <p:nvPr>
            <p:ph idx="1"/>
          </p:nvPr>
        </p:nvSpPr>
        <p:spPr>
          <a:xfrm>
            <a:off x="628650" y="1825625"/>
            <a:ext cx="7886700" cy="4054180"/>
          </a:xfrm>
        </p:spPr>
        <p:txBody>
          <a:bodyPr>
            <a:noAutofit/>
          </a:bodyPr>
          <a:lstStyle>
            <a:lvl1pPr>
              <a:defRPr>
                <a:solidFill>
                  <a:srgbClr val="716557"/>
                </a:solidFill>
              </a:defRPr>
            </a:lvl1pPr>
            <a:lvl2pPr>
              <a:defRPr>
                <a:solidFill>
                  <a:srgbClr val="716557"/>
                </a:solidFill>
              </a:defRPr>
            </a:lvl2pPr>
            <a:lvl3pPr>
              <a:defRPr>
                <a:solidFill>
                  <a:srgbClr val="716557"/>
                </a:solidFill>
              </a:defRPr>
            </a:lvl3pPr>
            <a:lvl4pPr>
              <a:defRPr>
                <a:solidFill>
                  <a:srgbClr val="716557"/>
                </a:solidFill>
              </a:defRPr>
            </a:lvl4pPr>
            <a:lvl5pPr>
              <a:defRPr>
                <a:solidFill>
                  <a:srgbClr val="71655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8217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Rectangle 11">
            <a:extLst>
              <a:ext uri="{FF2B5EF4-FFF2-40B4-BE49-F238E27FC236}">
                <a16:creationId xmlns:a16="http://schemas.microsoft.com/office/drawing/2014/main" id="{BAAEAE7B-3B5A-4C25-AC11-01A159AD8EE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5199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3E46E85-8EF7-4D4E-A5B5-D327F4516A8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31119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0331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chor="t" anchorCtr="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54495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ctr"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https://blog.wycliffeassociates.org/hs-fs/hubfs/Blog%202018/Myanmar%20Bible%20Dedication%20Collage.jpg?width=1200&amp;name=Myanmar%20Bible%20Dedication%20Collage.jpg" TargetMode="External"/><Relationship Id="rId5" Type="http://schemas.openxmlformats.org/officeDocument/2006/relationships/image" Target="../media/image4.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B1342BB-B465-1A3D-28BC-F5045ABD0A0E}"/>
              </a:ext>
            </a:extLst>
          </p:cNvPr>
          <p:cNvPicPr>
            <a:picLocks noChangeAspect="1"/>
          </p:cNvPicPr>
          <p:nvPr/>
        </p:nvPicPr>
        <p:blipFill>
          <a:blip r:embed="rId2">
            <a:extLst>
              <a:ext uri="{28A0092B-C50C-407E-A947-70E740481C1C}">
                <a14:useLocalDpi xmlns:a14="http://schemas.microsoft.com/office/drawing/2010/main" val="0"/>
              </a:ext>
            </a:extLst>
          </a:blip>
          <a:srcRect l="1378" t="2310" b="38478"/>
          <a:stretch>
            <a:fillRect/>
          </a:stretch>
        </p:blipFill>
        <p:spPr>
          <a:xfrm>
            <a:off x="20" y="146817"/>
            <a:ext cx="9143980" cy="3873605"/>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117E80A5-0A88-072D-D373-1B79DB1B2DCA}"/>
              </a:ext>
            </a:extLst>
          </p:cNvPr>
          <p:cNvSpPr>
            <a:spLocks noGrp="1"/>
          </p:cNvSpPr>
          <p:nvPr>
            <p:ph idx="1"/>
          </p:nvPr>
        </p:nvSpPr>
        <p:spPr>
          <a:xfrm>
            <a:off x="3216774" y="3859727"/>
            <a:ext cx="5685759" cy="2851456"/>
          </a:xfrm>
        </p:spPr>
        <p:txBody>
          <a:bodyPr anchor="ctr">
            <a:normAutofit fontScale="92500" lnSpcReduction="20000"/>
          </a:bodyPr>
          <a:lstStyle/>
          <a:p>
            <a:pPr marL="0" marR="0" indent="0" fontAlgn="base">
              <a:spcBef>
                <a:spcPts val="0"/>
              </a:spcBef>
              <a:spcAft>
                <a:spcPts val="0"/>
              </a:spcAft>
              <a:buNone/>
            </a:pPr>
            <a:r>
              <a:rPr lang="en-US" dirty="0">
                <a:solidFill>
                  <a:schemeClr val="accent1">
                    <a:lumMod val="50000"/>
                  </a:schemeClr>
                </a:solidFill>
                <a:effectLst/>
                <a:latin typeface="Arial" panose="020B0604020202020204" pitchFamily="34" charset="0"/>
                <a:ea typeface="Arial" panose="020B0604020202020204" pitchFamily="34" charset="0"/>
              </a:rPr>
              <a:t>You will teach them to your children and talk about them when you sit in your house, when you walk on the road, when you lie down, and when you get up. You will write them on the doorposts of your house and on your city gates (Deut. 11:19-20). </a:t>
            </a:r>
            <a:endParaRPr lang="en-US" dirty="0">
              <a:solidFill>
                <a:schemeClr val="accent1">
                  <a:lumMod val="50000"/>
                </a:schemeClr>
              </a:solidFill>
              <a:effectLst/>
              <a:latin typeface="Times New Roman" panose="02020603050405020304" pitchFamily="18" charset="0"/>
              <a:ea typeface="Times New Roman" panose="02020603050405020304" pitchFamily="18" charset="0"/>
            </a:endParaRPr>
          </a:p>
          <a:p>
            <a:pPr marL="0" marR="0" indent="0" fontAlgn="base">
              <a:spcBef>
                <a:spcPts val="0"/>
              </a:spcBef>
              <a:spcAft>
                <a:spcPts val="0"/>
              </a:spcAft>
              <a:buNone/>
            </a:pPr>
            <a:endParaRPr lang="en-US" sz="1600" dirty="0">
              <a:effectLst/>
              <a:latin typeface="Times New Roman" panose="02020603050405020304" pitchFamily="18" charset="0"/>
              <a:ea typeface="Times New Roman" panose="02020603050405020304" pitchFamily="18" charset="0"/>
            </a:endParaRPr>
          </a:p>
          <a:p>
            <a:pPr marL="0" marR="0" indent="0" fontAlgn="base">
              <a:spcBef>
                <a:spcPts val="0"/>
              </a:spcBef>
              <a:spcAft>
                <a:spcPts val="0"/>
              </a:spcAft>
              <a:buNone/>
            </a:pPr>
            <a:r>
              <a:rPr lang="en-US" sz="1400" dirty="0">
                <a:latin typeface="Calibri"/>
                <a:ea typeface="Times New Roman" panose="02020603050405020304" pitchFamily="18" charset="0"/>
                <a:cs typeface="Arial"/>
              </a:rPr>
              <a:t>All Scripture taken from the English Unlocked Literal Bible (ULB), ©2017, 2022 Wycliffe Associates, Available at https://bibleineverylanguage.org/translations, licensed under the Creative Commons Attribution-</a:t>
            </a:r>
            <a:r>
              <a:rPr lang="en-US" sz="1400" dirty="0" err="1">
                <a:latin typeface="Calibri"/>
                <a:ea typeface="Times New Roman" panose="02020603050405020304" pitchFamily="18" charset="0"/>
                <a:cs typeface="Arial"/>
              </a:rPr>
              <a:t>ShareAlike</a:t>
            </a:r>
            <a:r>
              <a:rPr lang="en-US" sz="1400" dirty="0">
                <a:latin typeface="Calibri"/>
                <a:ea typeface="Times New Roman" panose="02020603050405020304" pitchFamily="18" charset="0"/>
                <a:cs typeface="Arial"/>
              </a:rPr>
              <a:t> 4.0 International License. </a:t>
            </a:r>
          </a:p>
          <a:p>
            <a:pPr marL="0" marR="0" indent="0" fontAlgn="base">
              <a:spcBef>
                <a:spcPts val="0"/>
              </a:spcBef>
              <a:spcAft>
                <a:spcPts val="0"/>
              </a:spcAft>
              <a:buNone/>
            </a:pPr>
            <a:r>
              <a:rPr lang="en-US" sz="1400" dirty="0">
                <a:latin typeface="Calibri"/>
                <a:ea typeface="Times New Roman" panose="02020603050405020304" pitchFamily="18" charset="0"/>
                <a:cs typeface="Arial"/>
              </a:rPr>
              <a:t>The English ULB is based on the </a:t>
            </a:r>
            <a:r>
              <a:rPr lang="en-US" sz="1400" dirty="0" err="1">
                <a:latin typeface="Calibri"/>
                <a:ea typeface="Times New Roman" panose="02020603050405020304" pitchFamily="18" charset="0"/>
                <a:cs typeface="Arial"/>
              </a:rPr>
              <a:t>unfoldingWord</a:t>
            </a:r>
            <a:r>
              <a:rPr lang="en-US" sz="1400" dirty="0">
                <a:latin typeface="Calibri"/>
                <a:ea typeface="Times New Roman" panose="02020603050405020304" pitchFamily="18" charset="0"/>
                <a:cs typeface="Arial"/>
              </a:rPr>
              <a:t>® Literal Text, CC BY-SA 4.0. The original work of the </a:t>
            </a:r>
            <a:r>
              <a:rPr lang="en-US" sz="1400" dirty="0" err="1">
                <a:latin typeface="Calibri"/>
                <a:ea typeface="Times New Roman" panose="02020603050405020304" pitchFamily="18" charset="0"/>
                <a:cs typeface="Arial"/>
              </a:rPr>
              <a:t>unfoldingWord</a:t>
            </a:r>
            <a:r>
              <a:rPr lang="en-US" sz="1400" dirty="0">
                <a:latin typeface="Calibri"/>
                <a:ea typeface="Times New Roman" panose="02020603050405020304" pitchFamily="18" charset="0"/>
                <a:cs typeface="Arial"/>
              </a:rPr>
              <a:t>® Literal Text is available at https://unfoldingword.bible/ult/.</a:t>
            </a:r>
          </a:p>
        </p:txBody>
      </p:sp>
      <p:sp>
        <p:nvSpPr>
          <p:cNvPr id="7" name="Rectangle 6">
            <a:extLst>
              <a:ext uri="{FF2B5EF4-FFF2-40B4-BE49-F238E27FC236}">
                <a16:creationId xmlns:a16="http://schemas.microsoft.com/office/drawing/2014/main" id="{6D1C5468-2E27-9AF9-E8A7-9D00C2F6695F}"/>
              </a:ext>
            </a:extLst>
          </p:cNvPr>
          <p:cNvSpPr/>
          <p:nvPr/>
        </p:nvSpPr>
        <p:spPr>
          <a:xfrm>
            <a:off x="90925" y="4543333"/>
            <a:ext cx="3050023" cy="1200329"/>
          </a:xfrm>
          <a:prstGeom prst="rect">
            <a:avLst/>
          </a:prstGeom>
        </p:spPr>
        <p:txBody>
          <a:bodyPr wrap="square"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600" b="1" dirty="0">
                <a:solidFill>
                  <a:srgbClr val="B95659"/>
                </a:solidFill>
                <a:latin typeface="Arial" panose="020B0604020202020204" pitchFamily="34" charset="0"/>
                <a:ea typeface="+mj-ea"/>
                <a:cs typeface="Arial" panose="020B0604020202020204" pitchFamily="34" charset="0"/>
              </a:rPr>
              <a:t>Scripture Accessibility</a:t>
            </a:r>
          </a:p>
        </p:txBody>
      </p:sp>
      <p:cxnSp>
        <p:nvCxnSpPr>
          <p:cNvPr id="8" name="Straight Arrow Connector 7">
            <a:extLst>
              <a:ext uri="{FF2B5EF4-FFF2-40B4-BE49-F238E27FC236}">
                <a16:creationId xmlns:a16="http://schemas.microsoft.com/office/drawing/2014/main" id="{A525E1EC-2B3D-B92F-74BA-AE9AEC3DD826}"/>
              </a:ext>
            </a:extLst>
          </p:cNvPr>
          <p:cNvCxnSpPr/>
          <p:nvPr/>
        </p:nvCxnSpPr>
        <p:spPr>
          <a:xfrm flipH="1">
            <a:off x="3133399" y="4020422"/>
            <a:ext cx="7549" cy="2246153"/>
          </a:xfrm>
          <a:prstGeom prst="straightConnector1">
            <a:avLst/>
          </a:prstGeom>
        </p:spPr>
        <p:style>
          <a:lnRef idx="3">
            <a:schemeClr val="accent1"/>
          </a:lnRef>
          <a:fillRef idx="0">
            <a:schemeClr val="accent1"/>
          </a:fillRef>
          <a:effectRef idx="2">
            <a:schemeClr val="accent1"/>
          </a:effectRef>
          <a:fontRef idx="minor">
            <a:schemeClr val="tx1"/>
          </a:fontRef>
        </p:style>
      </p:cxnSp>
      <p:sp>
        <p:nvSpPr>
          <p:cNvPr id="10" name="Parallelogram 9">
            <a:extLst>
              <a:ext uri="{FF2B5EF4-FFF2-40B4-BE49-F238E27FC236}">
                <a16:creationId xmlns:a16="http://schemas.microsoft.com/office/drawing/2014/main" id="{8935C890-2269-E49E-86DF-C211A0DE5924}"/>
              </a:ext>
            </a:extLst>
          </p:cNvPr>
          <p:cNvSpPr/>
          <p:nvPr/>
        </p:nvSpPr>
        <p:spPr>
          <a:xfrm flipH="1">
            <a:off x="-127730" y="6628431"/>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arallelogram 11">
            <a:extLst>
              <a:ext uri="{FF2B5EF4-FFF2-40B4-BE49-F238E27FC236}">
                <a16:creationId xmlns:a16="http://schemas.microsoft.com/office/drawing/2014/main" id="{DDF8B0AC-4967-3644-B916-F6C2ECC53264}"/>
              </a:ext>
            </a:extLst>
          </p:cNvPr>
          <p:cNvSpPr/>
          <p:nvPr/>
        </p:nvSpPr>
        <p:spPr>
          <a:xfrm flipH="1">
            <a:off x="2971800" y="6628431"/>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arallelogram 13">
            <a:extLst>
              <a:ext uri="{FF2B5EF4-FFF2-40B4-BE49-F238E27FC236}">
                <a16:creationId xmlns:a16="http://schemas.microsoft.com/office/drawing/2014/main" id="{5AE8FE71-03A0-CB9B-C12A-D84F3A382A80}"/>
              </a:ext>
            </a:extLst>
          </p:cNvPr>
          <p:cNvSpPr/>
          <p:nvPr/>
        </p:nvSpPr>
        <p:spPr>
          <a:xfrm flipH="1">
            <a:off x="6071330" y="6628431"/>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9610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6FB4C4F-2595-E991-C83B-DC1FECA2FC2F}"/>
              </a:ext>
            </a:extLst>
          </p:cNvPr>
          <p:cNvSpPr>
            <a:spLocks noChangeArrowheads="1"/>
          </p:cNvSpPr>
          <p:nvPr/>
        </p:nvSpPr>
        <p:spPr bwMode="auto">
          <a:xfrm>
            <a:off x="-1" y="1160445"/>
            <a:ext cx="1475262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8" name="Picture 7" descr="A person using a tablet&#10;&#10;Description automatically generated">
            <a:extLst>
              <a:ext uri="{FF2B5EF4-FFF2-40B4-BE49-F238E27FC236}">
                <a16:creationId xmlns:a16="http://schemas.microsoft.com/office/drawing/2014/main" id="{33AE57AC-B27C-0335-1D27-324BBA49F7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3707633"/>
            <a:ext cx="4468692" cy="3019938"/>
          </a:xfrm>
          <a:prstGeom prst="rect">
            <a:avLst/>
          </a:prstGeom>
        </p:spPr>
      </p:pic>
      <p:pic>
        <p:nvPicPr>
          <p:cNvPr id="9" name="Picture 8" descr="A person using a tablet&#10;&#10;Description automatically generated">
            <a:extLst>
              <a:ext uri="{FF2B5EF4-FFF2-40B4-BE49-F238E27FC236}">
                <a16:creationId xmlns:a16="http://schemas.microsoft.com/office/drawing/2014/main" id="{E1728CAB-1B80-1A1B-6DD4-C3C94C49C4A5}"/>
              </a:ext>
            </a:extLst>
          </p:cNvPr>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2354" y="3696840"/>
            <a:ext cx="4468692" cy="3019938"/>
          </a:xfrm>
          <a:prstGeom prst="rect">
            <a:avLst/>
          </a:prstGeom>
        </p:spPr>
      </p:pic>
      <p:pic>
        <p:nvPicPr>
          <p:cNvPr id="4" name="Picture 3" descr="A group of people using laptops&#10;&#10;Description automatically generated with medium confidence">
            <a:extLst>
              <a:ext uri="{FF2B5EF4-FFF2-40B4-BE49-F238E27FC236}">
                <a16:creationId xmlns:a16="http://schemas.microsoft.com/office/drawing/2014/main" id="{8FB9DE06-8C19-9518-A554-16A978AA04C0}"/>
              </a:ext>
            </a:extLst>
          </p:cNvPr>
          <p:cNvPicPr>
            <a:picLocks noChangeAspect="1"/>
          </p:cNvPicPr>
          <p:nvPr/>
        </p:nvPicPr>
        <p:blipFill rotWithShape="1">
          <a:blip r:embed="rId4">
            <a:extLst>
              <a:ext uri="{28A0092B-C50C-407E-A947-70E740481C1C}">
                <a14:useLocalDpi xmlns:a14="http://schemas.microsoft.com/office/drawing/2010/main" val="0"/>
              </a:ext>
            </a:extLst>
          </a:blip>
          <a:srcRect l="63861" t="13166" r="15776" b="58903"/>
          <a:stretch/>
        </p:blipFill>
        <p:spPr>
          <a:xfrm>
            <a:off x="5202195" y="3686048"/>
            <a:ext cx="3941805" cy="3041523"/>
          </a:xfrm>
          <a:prstGeom prst="rect">
            <a:avLst/>
          </a:prstGeom>
          <a:ln w="57150">
            <a:noFill/>
          </a:ln>
        </p:spPr>
      </p:pic>
      <p:pic>
        <p:nvPicPr>
          <p:cNvPr id="5" name="Picture 4" descr="A group of people using laptops&#10;&#10;Description automatically generated with medium confidence">
            <a:extLst>
              <a:ext uri="{FF2B5EF4-FFF2-40B4-BE49-F238E27FC236}">
                <a16:creationId xmlns:a16="http://schemas.microsoft.com/office/drawing/2014/main" id="{DCDBF14C-7401-5FAF-0A78-6414233DD26B}"/>
              </a:ext>
            </a:extLst>
          </p:cNvPr>
          <p:cNvPicPr>
            <a:picLocks noChangeAspect="1"/>
          </p:cNvPicPr>
          <p:nvPr/>
        </p:nvPicPr>
        <p:blipFill rotWithShape="1">
          <a:blip r:embed="rId4">
            <a:duotone>
              <a:schemeClr val="bg2">
                <a:shade val="45000"/>
                <a:satMod val="135000"/>
              </a:schemeClr>
              <a:prstClr val="white"/>
            </a:duotone>
            <a:extLst>
              <a:ext uri="{28A0092B-C50C-407E-A947-70E740481C1C}">
                <a14:useLocalDpi xmlns:a14="http://schemas.microsoft.com/office/drawing/2010/main" val="0"/>
              </a:ext>
            </a:extLst>
          </a:blip>
          <a:srcRect l="63861" t="13166" r="15776" b="58903"/>
          <a:stretch/>
        </p:blipFill>
        <p:spPr>
          <a:xfrm>
            <a:off x="5192425" y="3686048"/>
            <a:ext cx="3941805" cy="3041523"/>
          </a:xfrm>
          <a:prstGeom prst="rect">
            <a:avLst/>
          </a:prstGeom>
          <a:ln w="57150">
            <a:noFill/>
          </a:ln>
        </p:spPr>
      </p:pic>
      <p:sp>
        <p:nvSpPr>
          <p:cNvPr id="7" name="Rectangle 2">
            <a:extLst>
              <a:ext uri="{FF2B5EF4-FFF2-40B4-BE49-F238E27FC236}">
                <a16:creationId xmlns:a16="http://schemas.microsoft.com/office/drawing/2014/main" id="{040FE6F1-86D8-33DD-6302-115F29ECF539}"/>
              </a:ext>
            </a:extLst>
          </p:cNvPr>
          <p:cNvSpPr>
            <a:spLocks noChangeArrowheads="1"/>
          </p:cNvSpPr>
          <p:nvPr/>
        </p:nvSpPr>
        <p:spPr bwMode="auto">
          <a:xfrm>
            <a:off x="977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1" name="Picture 30" descr="Myanmar Bible Dedication Collage">
            <a:extLst>
              <a:ext uri="{FF2B5EF4-FFF2-40B4-BE49-F238E27FC236}">
                <a16:creationId xmlns:a16="http://schemas.microsoft.com/office/drawing/2014/main" id="{595F3C34-E396-7FC0-3F78-D18280E9D842}"/>
              </a:ext>
            </a:extLst>
          </p:cNvPr>
          <p:cNvPicPr>
            <a:picLocks noChangeAspect="1" noChangeArrowheads="1"/>
          </p:cNvPicPr>
          <p:nvPr/>
        </p:nvPicPr>
        <p:blipFill rotWithShape="1">
          <a:blip r:embed="rId5" r:link="rId6">
            <a:extLst>
              <a:ext uri="{28A0092B-C50C-407E-A947-70E740481C1C}">
                <a14:useLocalDpi xmlns:a14="http://schemas.microsoft.com/office/drawing/2010/main" val="0"/>
              </a:ext>
            </a:extLst>
          </a:blip>
          <a:srcRect l="60939" t="394"/>
          <a:stretch>
            <a:fillRect/>
          </a:stretch>
        </p:blipFill>
        <p:spPr bwMode="auto">
          <a:xfrm>
            <a:off x="-4885" y="226215"/>
            <a:ext cx="3092736" cy="315459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D6CB32E0-ABB5-2B92-5368-5EBE8909D038}"/>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l="10103" t="36081" r="19145" b="12482"/>
          <a:stretch/>
        </p:blipFill>
        <p:spPr>
          <a:xfrm>
            <a:off x="3565942" y="235432"/>
            <a:ext cx="5578058" cy="3041518"/>
          </a:xfrm>
          <a:prstGeom prst="rect">
            <a:avLst/>
          </a:prstGeom>
        </p:spPr>
      </p:pic>
      <p:pic>
        <p:nvPicPr>
          <p:cNvPr id="17" name="Picture 16">
            <a:extLst>
              <a:ext uri="{FF2B5EF4-FFF2-40B4-BE49-F238E27FC236}">
                <a16:creationId xmlns:a16="http://schemas.microsoft.com/office/drawing/2014/main" id="{02224953-B9AF-5E72-57DF-C66AB7176DB8}"/>
              </a:ext>
            </a:extLst>
          </p:cNvPr>
          <p:cNvPicPr>
            <a:picLocks noChangeAspect="1"/>
          </p:cNvPicPr>
          <p:nvPr/>
        </p:nvPicPr>
        <p:blipFill rotWithShape="1">
          <a:blip r:embed="rId7" cstate="print">
            <a:duotone>
              <a:schemeClr val="bg2">
                <a:shade val="45000"/>
                <a:satMod val="135000"/>
              </a:schemeClr>
              <a:prstClr val="white"/>
            </a:duotone>
            <a:extLst>
              <a:ext uri="{28A0092B-C50C-407E-A947-70E740481C1C}">
                <a14:useLocalDpi xmlns:a14="http://schemas.microsoft.com/office/drawing/2010/main"/>
              </a:ext>
            </a:extLst>
          </a:blip>
          <a:srcRect l="10103" t="36081" r="19145" b="12482"/>
          <a:stretch/>
        </p:blipFill>
        <p:spPr>
          <a:xfrm>
            <a:off x="3549602" y="235902"/>
            <a:ext cx="5578058" cy="3041518"/>
          </a:xfrm>
          <a:prstGeom prst="rect">
            <a:avLst/>
          </a:prstGeom>
        </p:spPr>
      </p:pic>
      <p:pic>
        <p:nvPicPr>
          <p:cNvPr id="21" name="Picture 30" descr="Myanmar Bible Dedication Collage">
            <a:extLst>
              <a:ext uri="{FF2B5EF4-FFF2-40B4-BE49-F238E27FC236}">
                <a16:creationId xmlns:a16="http://schemas.microsoft.com/office/drawing/2014/main" id="{CB7434E9-A689-E81C-5913-2EED17464E5D}"/>
              </a:ext>
            </a:extLst>
          </p:cNvPr>
          <p:cNvPicPr>
            <a:picLocks noChangeAspect="1" noChangeArrowheads="1"/>
          </p:cNvPicPr>
          <p:nvPr/>
        </p:nvPicPr>
        <p:blipFill rotWithShape="1">
          <a:blip r:embed="rId5" r:link="rId6">
            <a:duotone>
              <a:schemeClr val="bg2">
                <a:shade val="45000"/>
                <a:satMod val="135000"/>
              </a:schemeClr>
              <a:prstClr val="white"/>
            </a:duotone>
            <a:extLst>
              <a:ext uri="{28A0092B-C50C-407E-A947-70E740481C1C}">
                <a14:useLocalDpi xmlns:a14="http://schemas.microsoft.com/office/drawing/2010/main" val="0"/>
              </a:ext>
            </a:extLst>
          </a:blip>
          <a:srcRect l="60939" t="394"/>
          <a:stretch>
            <a:fillRect/>
          </a:stretch>
        </p:blipFill>
        <p:spPr bwMode="auto">
          <a:xfrm>
            <a:off x="8033" y="223635"/>
            <a:ext cx="3092736" cy="3154591"/>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3082BFE2-F5F8-DEB7-B8C4-7B95F380A258}"/>
              </a:ext>
            </a:extLst>
          </p:cNvPr>
          <p:cNvSpPr txBox="1"/>
          <p:nvPr/>
        </p:nvSpPr>
        <p:spPr>
          <a:xfrm>
            <a:off x="1631594" y="3085731"/>
            <a:ext cx="5900351" cy="954107"/>
          </a:xfrm>
          <a:prstGeom prst="rect">
            <a:avLst/>
          </a:prstGeom>
          <a:noFill/>
        </p:spPr>
        <p:txBody>
          <a:bodyPr wrap="square" anchor="ctr">
            <a:spAutoFit/>
          </a:bodyPr>
          <a:lstStyle/>
          <a:p>
            <a:pPr algn="ctr"/>
            <a:r>
              <a:rPr lang="en-US" sz="2800" b="1" dirty="0">
                <a:latin typeface="Arial" panose="020B0604020202020204" pitchFamily="34" charset="0"/>
                <a:ea typeface="MS Mincho" panose="02020609040205080304" pitchFamily="49" charset="-128"/>
              </a:rPr>
              <a:t>How will Scripture be </a:t>
            </a:r>
            <a:br>
              <a:rPr lang="en-US" sz="2800" b="1" dirty="0">
                <a:latin typeface="Arial" panose="020B0604020202020204" pitchFamily="34" charset="0"/>
                <a:ea typeface="MS Mincho" panose="02020609040205080304" pitchFamily="49" charset="-128"/>
              </a:rPr>
            </a:br>
            <a:r>
              <a:rPr lang="en-US" sz="2800" b="1" dirty="0">
                <a:latin typeface="Arial" panose="020B0604020202020204" pitchFamily="34" charset="0"/>
                <a:ea typeface="MS Mincho" panose="02020609040205080304" pitchFamily="49" charset="-128"/>
              </a:rPr>
              <a:t>made available?</a:t>
            </a:r>
          </a:p>
        </p:txBody>
      </p:sp>
    </p:spTree>
    <p:extLst>
      <p:ext uri="{BB962C8B-B14F-4D97-AF65-F5344CB8AC3E}">
        <p14:creationId xmlns:p14="http://schemas.microsoft.com/office/powerpoint/2010/main" val="3849950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B8B81A65-0B7C-3DCD-5936-2315E2BBF789}"/>
              </a:ext>
            </a:extLst>
          </p:cNvPr>
          <p:cNvSpPr txBox="1"/>
          <p:nvPr/>
        </p:nvSpPr>
        <p:spPr>
          <a:xfrm>
            <a:off x="1808654" y="-1233815"/>
            <a:ext cx="4766317" cy="9325630"/>
          </a:xfrm>
          <a:prstGeom prst="rect">
            <a:avLst/>
          </a:prstGeom>
          <a:noFill/>
        </p:spPr>
        <p:txBody>
          <a:bodyPr wrap="square" rtlCol="0">
            <a:spAutoFit/>
          </a:bodyPr>
          <a:lstStyle/>
          <a:p>
            <a:r>
              <a:rPr lang="en-US" sz="60000" b="1" dirty="0">
                <a:solidFill>
                  <a:srgbClr val="C3DD93"/>
                </a:solidFill>
                <a:latin typeface="+mj-lt"/>
                <a:cs typeface="BrowalliaUPC" panose="020B0502040204020203" pitchFamily="34" charset="-34"/>
              </a:rPr>
              <a:t>?</a:t>
            </a:r>
          </a:p>
        </p:txBody>
      </p:sp>
      <p:pic>
        <p:nvPicPr>
          <p:cNvPr id="3" name="Graphic 2" descr="Open book outline">
            <a:extLst>
              <a:ext uri="{FF2B5EF4-FFF2-40B4-BE49-F238E27FC236}">
                <a16:creationId xmlns:a16="http://schemas.microsoft.com/office/drawing/2014/main" id="{7E52714E-FBE3-C7CF-9296-16F8B003492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29464" y="1030556"/>
            <a:ext cx="1754373" cy="1754373"/>
          </a:xfrm>
          <a:prstGeom prst="rect">
            <a:avLst/>
          </a:prstGeom>
        </p:spPr>
      </p:pic>
      <p:pic>
        <p:nvPicPr>
          <p:cNvPr id="5" name="Graphic 4" descr="Earbuds with solid fill">
            <a:extLst>
              <a:ext uri="{FF2B5EF4-FFF2-40B4-BE49-F238E27FC236}">
                <a16:creationId xmlns:a16="http://schemas.microsoft.com/office/drawing/2014/main" id="{8257622B-1EAF-4A4E-CC42-DE4D94224F4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05910" y="3438720"/>
            <a:ext cx="914401" cy="744161"/>
          </a:xfrm>
          <a:prstGeom prst="rect">
            <a:avLst/>
          </a:prstGeom>
        </p:spPr>
      </p:pic>
      <p:pic>
        <p:nvPicPr>
          <p:cNvPr id="7" name="Graphic 6" descr="Smart Phone outline">
            <a:extLst>
              <a:ext uri="{FF2B5EF4-FFF2-40B4-BE49-F238E27FC236}">
                <a16:creationId xmlns:a16="http://schemas.microsoft.com/office/drawing/2014/main" id="{D2BEAA9B-0E14-AA93-178D-E05C362898A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9359577">
            <a:off x="2497126" y="4158620"/>
            <a:ext cx="1084518" cy="1084518"/>
          </a:xfrm>
          <a:prstGeom prst="rect">
            <a:avLst/>
          </a:prstGeom>
        </p:spPr>
      </p:pic>
      <p:pic>
        <p:nvPicPr>
          <p:cNvPr id="9" name="Graphic 8" descr="Internet outline">
            <a:extLst>
              <a:ext uri="{FF2B5EF4-FFF2-40B4-BE49-F238E27FC236}">
                <a16:creationId xmlns:a16="http://schemas.microsoft.com/office/drawing/2014/main" id="{60E62570-058C-6640-A55A-03AC9B734A9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369442" y="2380780"/>
            <a:ext cx="2115879" cy="2115879"/>
          </a:xfrm>
          <a:prstGeom prst="rect">
            <a:avLst/>
          </a:prstGeom>
        </p:spPr>
      </p:pic>
      <p:pic>
        <p:nvPicPr>
          <p:cNvPr id="13" name="Graphic 12" descr="Male profile outline">
            <a:extLst>
              <a:ext uri="{FF2B5EF4-FFF2-40B4-BE49-F238E27FC236}">
                <a16:creationId xmlns:a16="http://schemas.microsoft.com/office/drawing/2014/main" id="{0674C7E4-4C08-D65E-C92C-98FEC14C6C5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30009" y="2137202"/>
            <a:ext cx="1839433" cy="1839433"/>
          </a:xfrm>
          <a:prstGeom prst="rect">
            <a:avLst/>
          </a:prstGeom>
        </p:spPr>
      </p:pic>
    </p:spTree>
    <p:extLst>
      <p:ext uri="{BB962C8B-B14F-4D97-AF65-F5344CB8AC3E}">
        <p14:creationId xmlns:p14="http://schemas.microsoft.com/office/powerpoint/2010/main" val="154684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5246C9-6606-4FB3-986C-A85DE631581B}"/>
              </a:ext>
            </a:extLst>
          </p:cNvPr>
          <p:cNvSpPr/>
          <p:nvPr/>
        </p:nvSpPr>
        <p:spPr>
          <a:xfrm>
            <a:off x="0" y="3415454"/>
            <a:ext cx="9144000" cy="2026110"/>
          </a:xfrm>
          <a:prstGeom prst="rect">
            <a:avLst/>
          </a:prstGeom>
          <a:solidFill>
            <a:schemeClr val="accent2">
              <a:lumMod val="20000"/>
              <a:lumOff val="80000"/>
            </a:schemeClr>
          </a:solidFill>
          <a:ln>
            <a:noFill/>
          </a:ln>
        </p:spPr>
        <p:txBody>
          <a:bodyPr rtlCol="0" anchor="ctr">
            <a:no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sp>
        <p:nvSpPr>
          <p:cNvPr id="5" name="Arrow: Pentagon 4">
            <a:extLst>
              <a:ext uri="{FF2B5EF4-FFF2-40B4-BE49-F238E27FC236}">
                <a16:creationId xmlns:a16="http://schemas.microsoft.com/office/drawing/2014/main" id="{F71B9975-CCC4-474E-991A-A08FD86C6E7A}"/>
              </a:ext>
            </a:extLst>
          </p:cNvPr>
          <p:cNvSpPr/>
          <p:nvPr/>
        </p:nvSpPr>
        <p:spPr>
          <a:xfrm rot="5400000">
            <a:off x="3387103" y="571149"/>
            <a:ext cx="2369795" cy="3145970"/>
          </a:xfrm>
          <a:prstGeom prst="homePlate">
            <a:avLst>
              <a:gd name="adj" fmla="val 32616"/>
            </a:avLst>
          </a:prstGeom>
          <a:solidFill>
            <a:schemeClr val="accent2"/>
          </a:solidFill>
          <a:ln>
            <a:noFill/>
          </a:ln>
          <a:effectLst>
            <a:outerShdw blurRad="50800" dist="38100" dir="5400000" algn="t" rotWithShape="0">
              <a:prstClr val="black">
                <a:alpha val="40000"/>
              </a:prstClr>
            </a:outerShdw>
          </a:effectLst>
        </p:spPr>
        <p:txBody>
          <a:bodyPr rtlCol="0" anchor="ctr">
            <a:noAutofit/>
          </a:bodyPr>
          <a:lstStyle/>
          <a:p>
            <a:pPr algn="ctr"/>
            <a:endParaRPr lang="en-US" sz="6000" b="1" dirty="0">
              <a:solidFill>
                <a:schemeClr val="bg2"/>
              </a:solidFill>
              <a:cs typeface="Arial" panose="020B0604020202020204" pitchFamily="34" charset="0"/>
            </a:endParaRPr>
          </a:p>
        </p:txBody>
      </p:sp>
      <p:sp>
        <p:nvSpPr>
          <p:cNvPr id="18" name="TextBox 17">
            <a:extLst>
              <a:ext uri="{FF2B5EF4-FFF2-40B4-BE49-F238E27FC236}">
                <a16:creationId xmlns:a16="http://schemas.microsoft.com/office/drawing/2014/main" id="{A760D292-E0D6-49F5-8581-8EDCEF6F6D4C}"/>
              </a:ext>
            </a:extLst>
          </p:cNvPr>
          <p:cNvSpPr txBox="1"/>
          <p:nvPr/>
        </p:nvSpPr>
        <p:spPr>
          <a:xfrm>
            <a:off x="2999014" y="1416437"/>
            <a:ext cx="3145972" cy="830997"/>
          </a:xfrm>
          <a:prstGeom prst="rect">
            <a:avLst/>
          </a:prstGeom>
          <a:noFill/>
        </p:spPr>
        <p:txBody>
          <a:bodyPr wrap="square">
            <a:spAutoFit/>
          </a:bodyPr>
          <a:lstStyle/>
          <a:p>
            <a:pPr algn="ctr"/>
            <a:r>
              <a:rPr lang="en-US" sz="2400" b="1" dirty="0">
                <a:latin typeface="Arial" panose="020B0604020202020204" pitchFamily="34" charset="0"/>
                <a:ea typeface="MS Mincho" panose="02020609040205080304" pitchFamily="49" charset="-128"/>
              </a:rPr>
              <a:t>Think things through together</a:t>
            </a:r>
          </a:p>
        </p:txBody>
      </p:sp>
      <p:sp>
        <p:nvSpPr>
          <p:cNvPr id="10" name="TextBox 9">
            <a:extLst>
              <a:ext uri="{FF2B5EF4-FFF2-40B4-BE49-F238E27FC236}">
                <a16:creationId xmlns:a16="http://schemas.microsoft.com/office/drawing/2014/main" id="{2A99BE38-35A7-4804-B014-732871357EEE}"/>
              </a:ext>
            </a:extLst>
          </p:cNvPr>
          <p:cNvSpPr txBox="1"/>
          <p:nvPr/>
        </p:nvSpPr>
        <p:spPr>
          <a:xfrm>
            <a:off x="3110592" y="3828344"/>
            <a:ext cx="2922816" cy="1200329"/>
          </a:xfrm>
          <a:prstGeom prst="rect">
            <a:avLst/>
          </a:prstGeom>
          <a:noFill/>
        </p:spPr>
        <p:txBody>
          <a:bodyPr wrap="square" anchor="ctr">
            <a:spAutoFit/>
          </a:bodyPr>
          <a:lstStyle/>
          <a:p>
            <a:pPr algn="ctr"/>
            <a:r>
              <a:rPr lang="en-US" sz="2400" b="1" dirty="0">
                <a:solidFill>
                  <a:schemeClr val="tx2"/>
                </a:solidFill>
                <a:latin typeface="Arial" panose="020B0604020202020204" pitchFamily="34" charset="0"/>
                <a:ea typeface="Calibri" panose="020F0502020204030204" pitchFamily="34" charset="0"/>
              </a:rPr>
              <a:t>Discuss questions for your type of translation</a:t>
            </a:r>
            <a:endParaRPr lang="en-US" sz="2400" b="1" dirty="0">
              <a:solidFill>
                <a:schemeClr val="tx2"/>
              </a:solidFill>
              <a:effectLst/>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464691023"/>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5B4A42"/>
      </a:dk2>
      <a:lt2>
        <a:srgbClr val="FFFFFF"/>
      </a:lt2>
      <a:accent1>
        <a:srgbClr val="B95659"/>
      </a:accent1>
      <a:accent2>
        <a:srgbClr val="83A83F"/>
      </a:accent2>
      <a:accent3>
        <a:srgbClr val="FBA93D"/>
      </a:accent3>
      <a:accent4>
        <a:srgbClr val="00B0F0"/>
      </a:accent4>
      <a:accent5>
        <a:srgbClr val="6ABF4B"/>
      </a:accent5>
      <a:accent6>
        <a:srgbClr val="FFB71B"/>
      </a:accent6>
      <a:hlink>
        <a:srgbClr val="83A83F"/>
      </a:hlink>
      <a:folHlink>
        <a:srgbClr val="FBA9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spAutoFit/>
      </a:bodyPr>
      <a:lstStyle>
        <a:defPPr algn="ctr">
          <a:defRPr sz="2000" dirty="0">
            <a:solidFill>
              <a:srgbClr val="716557"/>
            </a:solidFill>
            <a:latin typeface="Arial" panose="020B0604020202020204" pitchFamily="34" charset="0"/>
            <a:cs typeface="Arial" panose="020B0604020202020204" pitchFamily="34" charset="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38937e4-20c5-4a73-b245-175c4ead9603">
      <Terms xmlns="http://schemas.microsoft.com/office/infopath/2007/PartnerControls"/>
    </lcf76f155ced4ddcb4097134ff3c332f>
    <TaxCatchAll xmlns="9ede4979-7183-4f81-a394-71c40c9222c4" xsi:nil="true"/>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391F634926FA043ACFB26755753006F" ma:contentTypeVersion="20" ma:contentTypeDescription="Create a new document." ma:contentTypeScope="" ma:versionID="01147358cd12b12371d0fec9faf98450">
  <xsd:schema xmlns:xsd="http://www.w3.org/2001/XMLSchema" xmlns:xs="http://www.w3.org/2001/XMLSchema" xmlns:p="http://schemas.microsoft.com/office/2006/metadata/properties" xmlns:ns1="http://schemas.microsoft.com/sharepoint/v3" xmlns:ns2="038937e4-20c5-4a73-b245-175c4ead9603" xmlns:ns3="9ede4979-7183-4f81-a394-71c40c9222c4" targetNamespace="http://schemas.microsoft.com/office/2006/metadata/properties" ma:root="true" ma:fieldsID="f71df03f361f918f6e506a987229d969" ns1:_="" ns2:_="" ns3:_="">
    <xsd:import namespace="http://schemas.microsoft.com/sharepoint/v3"/>
    <xsd:import namespace="038937e4-20c5-4a73-b245-175c4ead9603"/>
    <xsd:import namespace="9ede4979-7183-4f81-a394-71c40c9222c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lcf76f155ced4ddcb4097134ff3c332f" minOccurs="0"/>
                <xsd:element ref="ns3:TaxCatchAll" minOccurs="0"/>
                <xsd:element ref="ns2:MediaServiceDateTaken" minOccurs="0"/>
                <xsd:element ref="ns2:MediaLengthInSeconds" minOccurs="0"/>
                <xsd:element ref="ns2:MediaServiceLocation" minOccurs="0"/>
                <xsd:element ref="ns2:MediaServiceObjectDetectorVersions" minOccurs="0"/>
                <xsd:element ref="ns1:_ip_UnifiedCompliancePolicyProperties" minOccurs="0"/>
                <xsd:element ref="ns1:_ip_UnifiedCompliancePolicyUIAc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5" nillable="true" ma:displayName="Unified Compliance Policy Properties" ma:hidden="true" ma:internalName="_ip_UnifiedCompliancePolicyProperties">
      <xsd:simpleType>
        <xsd:restriction base="dms:Note"/>
      </xsd:simpleType>
    </xsd:element>
    <xsd:element name="_ip_UnifiedCompliancePolicyUIAction" ma:index="2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38937e4-20c5-4a73-b245-175c4ead96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ea59994-8317-4aa6-899c-04dff19597d4" ma:termSetId="09814cd3-568e-fe90-9814-8d621ff8fb84" ma:anchorId="fba54fb3-c3e1-fe81-a776-ca4b69148c4d" ma:open="true" ma:isKeyword="false">
      <xsd:complexType>
        <xsd:sequence>
          <xsd:element ref="pc:Terms" minOccurs="0" maxOccurs="1"/>
        </xsd:sequence>
      </xsd:complexType>
    </xsd:element>
    <xsd:element name="MediaServiceDateTaken" ma:index="21" nillable="true" ma:displayName="MediaServiceDateTaken" ma:hidden="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ede4979-7183-4f81-a394-71c40c9222c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9a3a93ad-9e1c-4ee1-bbf7-4ca5dc6051e9}" ma:internalName="TaxCatchAll" ma:showField="CatchAllData" ma:web="9ede4979-7183-4f81-a394-71c40c9222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178770A-F6AC-406B-AF0D-88CBCF36B701}">
  <ds:schemaRefs>
    <ds:schemaRef ds:uri="http://schemas.microsoft.com/sharepoint/v3/contenttype/forms"/>
  </ds:schemaRefs>
</ds:datastoreItem>
</file>

<file path=customXml/itemProps2.xml><?xml version="1.0" encoding="utf-8"?>
<ds:datastoreItem xmlns:ds="http://schemas.openxmlformats.org/officeDocument/2006/customXml" ds:itemID="{DD870300-B03F-45F7-9154-521D8C74684E}">
  <ds:schemaRefs>
    <ds:schemaRef ds:uri="9ede4979-7183-4f81-a394-71c40c9222c4"/>
    <ds:schemaRef ds:uri="http://schemas.microsoft.com/office/2006/documentManagement/types"/>
    <ds:schemaRef ds:uri="http://schemas.microsoft.com/office/infopath/2007/PartnerControls"/>
    <ds:schemaRef ds:uri="http://purl.org/dc/dcmitype/"/>
    <ds:schemaRef ds:uri="http://purl.org/dc/terms/"/>
    <ds:schemaRef ds:uri="http://schemas.openxmlformats.org/package/2006/metadata/core-properties"/>
    <ds:schemaRef ds:uri="http://purl.org/dc/elements/1.1/"/>
    <ds:schemaRef ds:uri="038937e4-20c5-4a73-b245-175c4ead9603"/>
    <ds:schemaRef ds:uri="http://schemas.microsoft.com/sharepoint/v3"/>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FD0EC631-23D2-4186-A2AE-7F8434E4AADF}"/>
</file>

<file path=docProps/app.xml><?xml version="1.0" encoding="utf-8"?>
<Properties xmlns="http://schemas.openxmlformats.org/officeDocument/2006/extended-properties" xmlns:vt="http://schemas.openxmlformats.org/officeDocument/2006/docPropsVTypes">
  <Template>Office Theme</Template>
  <TotalTime>4332</TotalTime>
  <Words>154</Words>
  <Application>Microsoft Office PowerPoint</Application>
  <PresentationFormat>On-screen Show (4:3)</PresentationFormat>
  <Paragraphs>10</Paragraphs>
  <Slides>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Times New Roman</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Owner</dc:creator>
  <cp:lastModifiedBy>Deborah Shaw</cp:lastModifiedBy>
  <cp:revision>433</cp:revision>
  <dcterms:created xsi:type="dcterms:W3CDTF">2019-03-18T18:21:25Z</dcterms:created>
  <dcterms:modified xsi:type="dcterms:W3CDTF">2025-10-14T19:27:15Z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0x0101003391F634926FA043ACFB26755753006F</vt:lpwstr>
  </property>
  <property fmtid="{D5CDD505-2E9C-101B-9397-08002B2CF9AE}" pid="3" name="MediaServiceImageTags">
    <vt:lpwstr/>
  </property>
</Properties>
</file>