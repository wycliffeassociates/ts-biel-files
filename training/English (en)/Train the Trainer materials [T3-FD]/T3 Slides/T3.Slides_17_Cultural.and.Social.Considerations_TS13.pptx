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95" r:id="rId5"/>
    <p:sldId id="286" r:id="rId6"/>
    <p:sldId id="312" r:id="rId7"/>
    <p:sldId id="311" r:id="rId8"/>
    <p:sldId id="313" r:id="rId9"/>
    <p:sldId id="314" r:id="rId10"/>
    <p:sldId id="315" r:id="rId11"/>
    <p:sldId id="316" r:id="rId12"/>
    <p:sldId id="317" r:id="rId13"/>
    <p:sldId id="318" r:id="rId14"/>
    <p:sldId id="291"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BA93D"/>
    <a:srgbClr val="83A83F"/>
    <a:srgbClr val="B95659"/>
    <a:srgbClr val="C3DD93"/>
    <a:srgbClr val="7165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8235EE-82B0-4E4B-A025-1FF0C15447DE}" v="1" dt="2025-09-10T20:21:09.8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263" autoAdjust="0"/>
    <p:restoredTop sz="95646" autoAdjust="0"/>
  </p:normalViewPr>
  <p:slideViewPr>
    <p:cSldViewPr snapToGrid="0">
      <p:cViewPr varScale="1">
        <p:scale>
          <a:sx n="43" d="100"/>
          <a:sy n="43" d="100"/>
        </p:scale>
        <p:origin x="40" y="268"/>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79bf7848-a030-4096-934a-3abbfde4984a" providerId="ADAL" clId="{8DE9E9FB-001C-4B84-83DE-E1F7ABB9FAA3}"/>
    <pc:docChg chg="custSel modSld">
      <pc:chgData name="Deborah Shaw" userId="79bf7848-a030-4096-934a-3abbfde4984a" providerId="ADAL" clId="{8DE9E9FB-001C-4B84-83DE-E1F7ABB9FAA3}" dt="2025-09-15T10:47:10.068" v="38" actId="122"/>
      <pc:docMkLst>
        <pc:docMk/>
      </pc:docMkLst>
      <pc:sldChg chg="modSp mod">
        <pc:chgData name="Deborah Shaw" userId="79bf7848-a030-4096-934a-3abbfde4984a" providerId="ADAL" clId="{8DE9E9FB-001C-4B84-83DE-E1F7ABB9FAA3}" dt="2025-09-10T20:47:55.880" v="19" actId="20577"/>
        <pc:sldMkLst>
          <pc:docMk/>
          <pc:sldMk cId="834478945" sldId="286"/>
        </pc:sldMkLst>
        <pc:spChg chg="mod">
          <ac:chgData name="Deborah Shaw" userId="79bf7848-a030-4096-934a-3abbfde4984a" providerId="ADAL" clId="{8DE9E9FB-001C-4B84-83DE-E1F7ABB9FAA3}" dt="2025-09-10T20:47:55.880" v="19" actId="20577"/>
          <ac:spMkLst>
            <pc:docMk/>
            <pc:sldMk cId="834478945" sldId="286"/>
            <ac:spMk id="3" creationId="{26FADB6C-6CB5-4D7C-AC09-B89C68326468}"/>
          </ac:spMkLst>
        </pc:spChg>
      </pc:sldChg>
      <pc:sldChg chg="modSp mod">
        <pc:chgData name="Deborah Shaw" userId="79bf7848-a030-4096-934a-3abbfde4984a" providerId="ADAL" clId="{8DE9E9FB-001C-4B84-83DE-E1F7ABB9FAA3}" dt="2025-09-10T20:22:20.511" v="5" actId="20577"/>
        <pc:sldMkLst>
          <pc:docMk/>
          <pc:sldMk cId="3829610916" sldId="295"/>
        </pc:sldMkLst>
        <pc:spChg chg="mod">
          <ac:chgData name="Deborah Shaw" userId="79bf7848-a030-4096-934a-3abbfde4984a" providerId="ADAL" clId="{8DE9E9FB-001C-4B84-83DE-E1F7ABB9FAA3}" dt="2025-09-10T20:22:20.511" v="5" actId="20577"/>
          <ac:spMkLst>
            <pc:docMk/>
            <pc:sldMk cId="3829610916" sldId="295"/>
            <ac:spMk id="3" creationId="{117E80A5-0A88-072D-D373-1B79DB1B2DCA}"/>
          </ac:spMkLst>
        </pc:spChg>
      </pc:sldChg>
      <pc:sldChg chg="modSp mod">
        <pc:chgData name="Deborah Shaw" userId="79bf7848-a030-4096-934a-3abbfde4984a" providerId="ADAL" clId="{8DE9E9FB-001C-4B84-83DE-E1F7ABB9FAA3}" dt="2025-09-15T10:47:10.068" v="38" actId="122"/>
        <pc:sldMkLst>
          <pc:docMk/>
          <pc:sldMk cId="2279164728" sldId="311"/>
        </pc:sldMkLst>
        <pc:spChg chg="mod">
          <ac:chgData name="Deborah Shaw" userId="79bf7848-a030-4096-934a-3abbfde4984a" providerId="ADAL" clId="{8DE9E9FB-001C-4B84-83DE-E1F7ABB9FAA3}" dt="2025-09-15T10:47:10.068" v="38" actId="122"/>
          <ac:spMkLst>
            <pc:docMk/>
            <pc:sldMk cId="2279164728" sldId="311"/>
            <ac:spMk id="11" creationId="{FE2041E8-A1FB-6E7C-0A90-AA567ACB3E42}"/>
          </ac:spMkLst>
        </pc:spChg>
      </pc:sldChg>
      <pc:sldChg chg="modSp mod">
        <pc:chgData name="Deborah Shaw" userId="79bf7848-a030-4096-934a-3abbfde4984a" providerId="ADAL" clId="{8DE9E9FB-001C-4B84-83DE-E1F7ABB9FAA3}" dt="2025-09-15T10:47:04.858" v="37" actId="122"/>
        <pc:sldMkLst>
          <pc:docMk/>
          <pc:sldMk cId="4124250846" sldId="313"/>
        </pc:sldMkLst>
        <pc:spChg chg="mod">
          <ac:chgData name="Deborah Shaw" userId="79bf7848-a030-4096-934a-3abbfde4984a" providerId="ADAL" clId="{8DE9E9FB-001C-4B84-83DE-E1F7ABB9FAA3}" dt="2025-09-15T10:47:04.858" v="37" actId="122"/>
          <ac:spMkLst>
            <pc:docMk/>
            <pc:sldMk cId="4124250846" sldId="313"/>
            <ac:spMk id="11" creationId="{7069EF4C-198D-79A7-1006-9AD3BD883B48}"/>
          </ac:spMkLst>
        </pc:spChg>
      </pc:sldChg>
      <pc:sldChg chg="modSp mod">
        <pc:chgData name="Deborah Shaw" userId="79bf7848-a030-4096-934a-3abbfde4984a" providerId="ADAL" clId="{8DE9E9FB-001C-4B84-83DE-E1F7ABB9FAA3}" dt="2025-09-15T10:46:52.675" v="36" actId="1076"/>
        <pc:sldMkLst>
          <pc:docMk/>
          <pc:sldMk cId="3635997449" sldId="314"/>
        </pc:sldMkLst>
        <pc:spChg chg="mod">
          <ac:chgData name="Deborah Shaw" userId="79bf7848-a030-4096-934a-3abbfde4984a" providerId="ADAL" clId="{8DE9E9FB-001C-4B84-83DE-E1F7ABB9FAA3}" dt="2025-09-15T10:46:48.634" v="35" actId="122"/>
          <ac:spMkLst>
            <pc:docMk/>
            <pc:sldMk cId="3635997449" sldId="314"/>
            <ac:spMk id="11" creationId="{7936DEED-CB24-79D6-73A4-A18166AF697B}"/>
          </ac:spMkLst>
        </pc:spChg>
        <pc:spChg chg="mod">
          <ac:chgData name="Deborah Shaw" userId="79bf7848-a030-4096-934a-3abbfde4984a" providerId="ADAL" clId="{8DE9E9FB-001C-4B84-83DE-E1F7ABB9FAA3}" dt="2025-09-15T10:46:52.675" v="36" actId="1076"/>
          <ac:spMkLst>
            <pc:docMk/>
            <pc:sldMk cId="3635997449" sldId="314"/>
            <ac:spMk id="15" creationId="{21B36AC5-EA1F-CA5E-4145-1290D5E10CA4}"/>
          </ac:spMkLst>
        </pc:spChg>
      </pc:sldChg>
      <pc:sldChg chg="modSp mod">
        <pc:chgData name="Deborah Shaw" userId="79bf7848-a030-4096-934a-3abbfde4984a" providerId="ADAL" clId="{8DE9E9FB-001C-4B84-83DE-E1F7ABB9FAA3}" dt="2025-09-15T10:46:33.909" v="33" actId="122"/>
        <pc:sldMkLst>
          <pc:docMk/>
          <pc:sldMk cId="3581444050" sldId="315"/>
        </pc:sldMkLst>
        <pc:spChg chg="mod">
          <ac:chgData name="Deborah Shaw" userId="79bf7848-a030-4096-934a-3abbfde4984a" providerId="ADAL" clId="{8DE9E9FB-001C-4B84-83DE-E1F7ABB9FAA3}" dt="2025-09-15T10:46:33.909" v="33" actId="122"/>
          <ac:spMkLst>
            <pc:docMk/>
            <pc:sldMk cId="3581444050" sldId="315"/>
            <ac:spMk id="11" creationId="{BBDF4ECA-37B4-C05D-EFB9-1A2148BF468E}"/>
          </ac:spMkLst>
        </pc:spChg>
      </pc:sldChg>
      <pc:sldChg chg="modSp mod">
        <pc:chgData name="Deborah Shaw" userId="79bf7848-a030-4096-934a-3abbfde4984a" providerId="ADAL" clId="{8DE9E9FB-001C-4B84-83DE-E1F7ABB9FAA3}" dt="2025-09-15T10:46:28.795" v="32" actId="122"/>
        <pc:sldMkLst>
          <pc:docMk/>
          <pc:sldMk cId="4271780974" sldId="316"/>
        </pc:sldMkLst>
        <pc:spChg chg="mod">
          <ac:chgData name="Deborah Shaw" userId="79bf7848-a030-4096-934a-3abbfde4984a" providerId="ADAL" clId="{8DE9E9FB-001C-4B84-83DE-E1F7ABB9FAA3}" dt="2025-09-15T10:46:28.795" v="32" actId="122"/>
          <ac:spMkLst>
            <pc:docMk/>
            <pc:sldMk cId="4271780974" sldId="316"/>
            <ac:spMk id="11" creationId="{D9B4577C-3D74-741A-939A-4E6149362284}"/>
          </ac:spMkLst>
        </pc:spChg>
      </pc:sldChg>
      <pc:sldChg chg="modSp mod">
        <pc:chgData name="Deborah Shaw" userId="79bf7848-a030-4096-934a-3abbfde4984a" providerId="ADAL" clId="{8DE9E9FB-001C-4B84-83DE-E1F7ABB9FAA3}" dt="2025-09-15T10:46:22.701" v="31" actId="122"/>
        <pc:sldMkLst>
          <pc:docMk/>
          <pc:sldMk cId="1925295853" sldId="317"/>
        </pc:sldMkLst>
        <pc:spChg chg="mod">
          <ac:chgData name="Deborah Shaw" userId="79bf7848-a030-4096-934a-3abbfde4984a" providerId="ADAL" clId="{8DE9E9FB-001C-4B84-83DE-E1F7ABB9FAA3}" dt="2025-09-15T10:46:22.701" v="31" actId="122"/>
          <ac:spMkLst>
            <pc:docMk/>
            <pc:sldMk cId="1925295853" sldId="317"/>
            <ac:spMk id="11" creationId="{4A61E128-3567-CE9F-4BDB-26264EC854DF}"/>
          </ac:spMkLst>
        </pc:spChg>
        <pc:spChg chg="mod">
          <ac:chgData name="Deborah Shaw" userId="79bf7848-a030-4096-934a-3abbfde4984a" providerId="ADAL" clId="{8DE9E9FB-001C-4B84-83DE-E1F7ABB9FAA3}" dt="2025-09-15T10:45:14.983" v="27" actId="1076"/>
          <ac:spMkLst>
            <pc:docMk/>
            <pc:sldMk cId="1925295853" sldId="317"/>
            <ac:spMk id="15" creationId="{79D7359C-7457-5AD6-BA9B-C05B85455AEF}"/>
          </ac:spMkLst>
        </pc:spChg>
      </pc:sldChg>
      <pc:sldChg chg="modSp mod">
        <pc:chgData name="Deborah Shaw" userId="79bf7848-a030-4096-934a-3abbfde4984a" providerId="ADAL" clId="{8DE9E9FB-001C-4B84-83DE-E1F7ABB9FAA3}" dt="2025-09-15T10:46:39.761" v="34" actId="1076"/>
        <pc:sldMkLst>
          <pc:docMk/>
          <pc:sldMk cId="2473242233" sldId="318"/>
        </pc:sldMkLst>
        <pc:spChg chg="mod">
          <ac:chgData name="Deborah Shaw" userId="79bf7848-a030-4096-934a-3abbfde4984a" providerId="ADAL" clId="{8DE9E9FB-001C-4B84-83DE-E1F7ABB9FAA3}" dt="2025-09-15T10:46:10.189" v="29" actId="122"/>
          <ac:spMkLst>
            <pc:docMk/>
            <pc:sldMk cId="2473242233" sldId="318"/>
            <ac:spMk id="11" creationId="{57E04337-C16C-2F4C-591E-606F8CB32B00}"/>
          </ac:spMkLst>
        </pc:spChg>
        <pc:spChg chg="mod">
          <ac:chgData name="Deborah Shaw" userId="79bf7848-a030-4096-934a-3abbfde4984a" providerId="ADAL" clId="{8DE9E9FB-001C-4B84-83DE-E1F7ABB9FAA3}" dt="2025-09-15T10:46:39.761" v="34" actId="1076"/>
          <ac:spMkLst>
            <pc:docMk/>
            <pc:sldMk cId="2473242233" sldId="318"/>
            <ac:spMk id="15" creationId="{EA14ECFA-8946-2E6A-8735-94F31D910CC8}"/>
          </ac:spMkLst>
        </pc:spChg>
      </pc:sldChg>
    </pc:docChg>
  </pc:docChgLst>
  <pc:docChgLst>
    <pc:chgData name="Deborah Shaw" userId="79bf7848-a030-4096-934a-3abbfde4984a" providerId="ADAL" clId="{9F748EED-2A21-4131-9C27-8F9C80A3830A}"/>
    <pc:docChg chg="custSel modSld">
      <pc:chgData name="Deborah Shaw" userId="79bf7848-a030-4096-934a-3abbfde4984a" providerId="ADAL" clId="{9F748EED-2A21-4131-9C27-8F9C80A3830A}" dt="2024-05-21T20:33:44.324" v="10" actId="18131"/>
      <pc:docMkLst>
        <pc:docMk/>
      </pc:docMkLst>
      <pc:sldChg chg="modSp mod">
        <pc:chgData name="Deborah Shaw" userId="79bf7848-a030-4096-934a-3abbfde4984a" providerId="ADAL" clId="{9F748EED-2A21-4131-9C27-8F9C80A3830A}" dt="2024-05-21T20:33:44.324" v="10" actId="18131"/>
        <pc:sldMkLst>
          <pc:docMk/>
          <pc:sldMk cId="3829610916" sldId="295"/>
        </pc:sldMkLst>
      </pc:sldChg>
    </pc:docChg>
  </pc:docChgLst>
  <pc:docChgLst>
    <pc:chgData name="Deborah Shaw" userId="79bf7848-a030-4096-934a-3abbfde4984a" providerId="ADAL" clId="{361B5772-9DD4-414D-B2BC-C54AD8E0B84E}"/>
    <pc:docChg chg="undo custSel addSld delSld modSld">
      <pc:chgData name="Deborah Shaw" userId="79bf7848-a030-4096-934a-3abbfde4984a" providerId="ADAL" clId="{361B5772-9DD4-414D-B2BC-C54AD8E0B84E}" dt="2024-02-13T04:26:49.882" v="335" actId="255"/>
      <pc:docMkLst>
        <pc:docMk/>
      </pc:docMkLst>
      <pc:sldChg chg="delSp modSp mod">
        <pc:chgData name="Deborah Shaw" userId="79bf7848-a030-4096-934a-3abbfde4984a" providerId="ADAL" clId="{361B5772-9DD4-414D-B2BC-C54AD8E0B84E}" dt="2024-02-13T03:52:27.007" v="36" actId="20577"/>
        <pc:sldMkLst>
          <pc:docMk/>
          <pc:sldMk cId="834478945" sldId="286"/>
        </pc:sldMkLst>
      </pc:sldChg>
      <pc:sldChg chg="del">
        <pc:chgData name="Deborah Shaw" userId="79bf7848-a030-4096-934a-3abbfde4984a" providerId="ADAL" clId="{361B5772-9DD4-414D-B2BC-C54AD8E0B84E}" dt="2024-02-13T03:59:43.104" v="39" actId="2696"/>
        <pc:sldMkLst>
          <pc:docMk/>
          <pc:sldMk cId="4285908524" sldId="290"/>
        </pc:sldMkLst>
      </pc:sldChg>
      <pc:sldChg chg="addSp delSp modSp del mod">
        <pc:chgData name="Deborah Shaw" userId="79bf7848-a030-4096-934a-3abbfde4984a" providerId="ADAL" clId="{361B5772-9DD4-414D-B2BC-C54AD8E0B84E}" dt="2024-02-13T04:21:26.175" v="308" actId="1076"/>
        <pc:sldMkLst>
          <pc:docMk/>
          <pc:sldMk cId="2378721880" sldId="291"/>
        </pc:sldMkLst>
      </pc:sldChg>
      <pc:sldChg chg="modSp mod">
        <pc:chgData name="Deborah Shaw" userId="79bf7848-a030-4096-934a-3abbfde4984a" providerId="ADAL" clId="{361B5772-9DD4-414D-B2BC-C54AD8E0B84E}" dt="2024-02-13T03:51:18.522" v="28" actId="1076"/>
        <pc:sldMkLst>
          <pc:docMk/>
          <pc:sldMk cId="3829610916" sldId="295"/>
        </pc:sldMkLst>
      </pc:sldChg>
      <pc:sldChg chg="delSp modSp mod">
        <pc:chgData name="Deborah Shaw" userId="79bf7848-a030-4096-934a-3abbfde4984a" providerId="ADAL" clId="{361B5772-9DD4-414D-B2BC-C54AD8E0B84E}" dt="2024-02-13T04:23:22.181" v="318" actId="255"/>
        <pc:sldMkLst>
          <pc:docMk/>
          <pc:sldMk cId="2279164728" sldId="311"/>
        </pc:sldMkLst>
      </pc:sldChg>
      <pc:sldChg chg="delSp add mod">
        <pc:chgData name="Deborah Shaw" userId="79bf7848-a030-4096-934a-3abbfde4984a" providerId="ADAL" clId="{361B5772-9DD4-414D-B2BC-C54AD8E0B84E}" dt="2024-02-13T03:59:13.533" v="37" actId="21"/>
        <pc:sldMkLst>
          <pc:docMk/>
          <pc:sldMk cId="938472305" sldId="312"/>
        </pc:sldMkLst>
      </pc:sldChg>
      <pc:sldChg chg="modSp add mod">
        <pc:chgData name="Deborah Shaw" userId="79bf7848-a030-4096-934a-3abbfde4984a" providerId="ADAL" clId="{361B5772-9DD4-414D-B2BC-C54AD8E0B84E}" dt="2024-02-13T04:23:31.130" v="319" actId="255"/>
        <pc:sldMkLst>
          <pc:docMk/>
          <pc:sldMk cId="4124250846" sldId="313"/>
        </pc:sldMkLst>
      </pc:sldChg>
      <pc:sldChg chg="modSp add mod">
        <pc:chgData name="Deborah Shaw" userId="79bf7848-a030-4096-934a-3abbfde4984a" providerId="ADAL" clId="{361B5772-9DD4-414D-B2BC-C54AD8E0B84E}" dt="2024-02-13T04:24:13.188" v="321" actId="255"/>
        <pc:sldMkLst>
          <pc:docMk/>
          <pc:sldMk cId="3635997449" sldId="314"/>
        </pc:sldMkLst>
      </pc:sldChg>
      <pc:sldChg chg="modSp add mod">
        <pc:chgData name="Deborah Shaw" userId="79bf7848-a030-4096-934a-3abbfde4984a" providerId="ADAL" clId="{361B5772-9DD4-414D-B2BC-C54AD8E0B84E}" dt="2024-02-13T04:24:39.923" v="323" actId="255"/>
        <pc:sldMkLst>
          <pc:docMk/>
          <pc:sldMk cId="3581444050" sldId="315"/>
        </pc:sldMkLst>
      </pc:sldChg>
      <pc:sldChg chg="modSp add mod">
        <pc:chgData name="Deborah Shaw" userId="79bf7848-a030-4096-934a-3abbfde4984a" providerId="ADAL" clId="{361B5772-9DD4-414D-B2BC-C54AD8E0B84E}" dt="2024-02-13T04:25:22.067" v="325" actId="255"/>
        <pc:sldMkLst>
          <pc:docMk/>
          <pc:sldMk cId="4271780974" sldId="316"/>
        </pc:sldMkLst>
      </pc:sldChg>
      <pc:sldChg chg="modSp add mod">
        <pc:chgData name="Deborah Shaw" userId="79bf7848-a030-4096-934a-3abbfde4984a" providerId="ADAL" clId="{361B5772-9DD4-414D-B2BC-C54AD8E0B84E}" dt="2024-02-13T04:26:18.579" v="331" actId="255"/>
        <pc:sldMkLst>
          <pc:docMk/>
          <pc:sldMk cId="1925295853" sldId="317"/>
        </pc:sldMkLst>
      </pc:sldChg>
      <pc:sldChg chg="modSp add mod">
        <pc:chgData name="Deborah Shaw" userId="79bf7848-a030-4096-934a-3abbfde4984a" providerId="ADAL" clId="{361B5772-9DD4-414D-B2BC-C54AD8E0B84E}" dt="2024-02-13T04:26:49.882" v="335" actId="255"/>
        <pc:sldMkLst>
          <pc:docMk/>
          <pc:sldMk cId="2473242233" sldId="318"/>
        </pc:sldMkLst>
      </pc:sldChg>
    </pc:docChg>
  </pc:docChgLst>
  <pc:docChgLst>
    <pc:chgData name="Deborah Shaw" userId="79bf7848-a030-4096-934a-3abbfde4984a" providerId="ADAL" clId="{10C23441-D55F-4884-BF5E-22E260E21535}"/>
    <pc:docChg chg="custSel modSld">
      <pc:chgData name="Deborah Shaw" userId="79bf7848-a030-4096-934a-3abbfde4984a" providerId="ADAL" clId="{10C23441-D55F-4884-BF5E-22E260E21535}" dt="2024-04-18T21:06:37.124" v="208" actId="27636"/>
      <pc:docMkLst>
        <pc:docMk/>
      </pc:docMkLst>
      <pc:sldChg chg="modSp mod">
        <pc:chgData name="Deborah Shaw" userId="79bf7848-a030-4096-934a-3abbfde4984a" providerId="ADAL" clId="{10C23441-D55F-4884-BF5E-22E260E21535}" dt="2024-04-18T21:06:37.124" v="208" actId="27636"/>
        <pc:sldMkLst>
          <pc:docMk/>
          <pc:sldMk cId="3829610916" sldId="295"/>
        </pc:sldMkLst>
      </pc:sldChg>
    </pc:docChg>
  </pc:docChgLst>
  <pc:docChgLst>
    <pc:chgData name="Deborah Shaw" userId="79bf7848-a030-4096-934a-3abbfde4984a" providerId="ADAL" clId="{4C5987AF-A225-481B-BF99-8CB4DF40CE8E}"/>
    <pc:docChg chg="delSld">
      <pc:chgData name="Deborah Shaw" userId="79bf7848-a030-4096-934a-3abbfde4984a" providerId="ADAL" clId="{4C5987AF-A225-481B-BF99-8CB4DF40CE8E}" dt="2024-01-10T19:49:45.222" v="2" actId="2696"/>
      <pc:docMkLst>
        <pc:docMk/>
      </pc:docMkLst>
      <pc:sldChg chg="del">
        <pc:chgData name="Deborah Shaw" userId="79bf7848-a030-4096-934a-3abbfde4984a" providerId="ADAL" clId="{4C5987AF-A225-481B-BF99-8CB4DF40CE8E}" dt="2024-01-10T19:49:15.301" v="0" actId="2696"/>
        <pc:sldMkLst>
          <pc:docMk/>
          <pc:sldMk cId="1993137712" sldId="282"/>
        </pc:sldMkLst>
      </pc:sldChg>
      <pc:sldChg chg="del">
        <pc:chgData name="Deborah Shaw" userId="79bf7848-a030-4096-934a-3abbfde4984a" providerId="ADAL" clId="{4C5987AF-A225-481B-BF99-8CB4DF40CE8E}" dt="2024-01-10T19:49:45.222" v="2" actId="2696"/>
        <pc:sldMkLst>
          <pc:docMk/>
          <pc:sldMk cId="1402606782" sldId="284"/>
        </pc:sldMkLst>
      </pc:sldChg>
      <pc:sldChg chg="del">
        <pc:chgData name="Deborah Shaw" userId="79bf7848-a030-4096-934a-3abbfde4984a" providerId="ADAL" clId="{4C5987AF-A225-481B-BF99-8CB4DF40CE8E}" dt="2024-01-10T19:49:15.301" v="0" actId="2696"/>
        <pc:sldMkLst>
          <pc:docMk/>
          <pc:sldMk cId="3366674161" sldId="302"/>
        </pc:sldMkLst>
      </pc:sldChg>
      <pc:sldChg chg="del">
        <pc:chgData name="Deborah Shaw" userId="79bf7848-a030-4096-934a-3abbfde4984a" providerId="ADAL" clId="{4C5987AF-A225-481B-BF99-8CB4DF40CE8E}" dt="2024-01-10T19:49:45.222" v="2" actId="2696"/>
        <pc:sldMkLst>
          <pc:docMk/>
          <pc:sldMk cId="2884758104" sldId="308"/>
        </pc:sldMkLst>
      </pc:sldChg>
      <pc:sldChg chg="del">
        <pc:chgData name="Deborah Shaw" userId="79bf7848-a030-4096-934a-3abbfde4984a" providerId="ADAL" clId="{4C5987AF-A225-481B-BF99-8CB4DF40CE8E}" dt="2024-01-10T19:49:29.764" v="1" actId="2696"/>
        <pc:sldMkLst>
          <pc:docMk/>
          <pc:sldMk cId="2813116919" sldId="312"/>
        </pc:sldMkLst>
      </pc:sldChg>
      <pc:sldChg chg="del">
        <pc:chgData name="Deborah Shaw" userId="79bf7848-a030-4096-934a-3abbfde4984a" providerId="ADAL" clId="{4C5987AF-A225-481B-BF99-8CB4DF40CE8E}" dt="2024-01-10T19:49:45.222" v="2" actId="2696"/>
        <pc:sldMkLst>
          <pc:docMk/>
          <pc:sldMk cId="1721112766" sldId="313"/>
        </pc:sldMkLst>
      </pc:sldChg>
      <pc:sldChg chg="del">
        <pc:chgData name="Deborah Shaw" userId="79bf7848-a030-4096-934a-3abbfde4984a" providerId="ADAL" clId="{4C5987AF-A225-481B-BF99-8CB4DF40CE8E}" dt="2024-01-10T19:49:45.222" v="2" actId="2696"/>
        <pc:sldMkLst>
          <pc:docMk/>
          <pc:sldMk cId="2926521449" sldId="314"/>
        </pc:sldMkLst>
      </pc:sldChg>
      <pc:sldChg chg="del">
        <pc:chgData name="Deborah Shaw" userId="79bf7848-a030-4096-934a-3abbfde4984a" providerId="ADAL" clId="{4C5987AF-A225-481B-BF99-8CB4DF40CE8E}" dt="2024-01-10T19:49:45.222" v="2" actId="2696"/>
        <pc:sldMkLst>
          <pc:docMk/>
          <pc:sldMk cId="1383805713" sldId="315"/>
        </pc:sldMkLst>
      </pc:sldChg>
      <pc:sldChg chg="del">
        <pc:chgData name="Deborah Shaw" userId="79bf7848-a030-4096-934a-3abbfde4984a" providerId="ADAL" clId="{4C5987AF-A225-481B-BF99-8CB4DF40CE8E}" dt="2024-01-10T19:49:45.222" v="2" actId="2696"/>
        <pc:sldMkLst>
          <pc:docMk/>
          <pc:sldMk cId="4190127200" sldId="316"/>
        </pc:sldMkLst>
      </pc:sldChg>
    </pc:docChg>
  </pc:docChgLst>
  <pc:docChgLst>
    <pc:chgData name="Deborah Shaw" userId="79bf7848-a030-4096-934a-3abbfde4984a" providerId="ADAL" clId="{9194088B-DBF8-4CCF-BD61-7178D6D3A380}"/>
    <pc:docChg chg="undo custSel modSld">
      <pc:chgData name="Deborah Shaw" userId="79bf7848-a030-4096-934a-3abbfde4984a" providerId="ADAL" clId="{9194088B-DBF8-4CCF-BD61-7178D6D3A380}" dt="2024-03-25T13:13:32.583" v="49" actId="255"/>
      <pc:docMkLst>
        <pc:docMk/>
      </pc:docMkLst>
      <pc:sldChg chg="modSp mod">
        <pc:chgData name="Deborah Shaw" userId="79bf7848-a030-4096-934a-3abbfde4984a" providerId="ADAL" clId="{9194088B-DBF8-4CCF-BD61-7178D6D3A380}" dt="2024-03-25T13:13:32.583" v="49" actId="255"/>
        <pc:sldMkLst>
          <pc:docMk/>
          <pc:sldMk cId="3829610916"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9/14/2025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939B3C9-13A9-6540-8F68-9A544DD08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5445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9/14/2025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342BB-B465-1A3D-28BC-F5045ABD0A0E}"/>
              </a:ext>
            </a:extLst>
          </p:cNvPr>
          <p:cNvPicPr>
            <a:picLocks noChangeAspect="1"/>
          </p:cNvPicPr>
          <p:nvPr/>
        </p:nvPicPr>
        <p:blipFill rotWithShape="1">
          <a:blip r:embed="rId2">
            <a:extLst>
              <a:ext uri="{28A0092B-C50C-407E-A947-70E740481C1C}">
                <a14:useLocalDpi xmlns:a14="http://schemas.microsoft.com/office/drawing/2010/main" val="0"/>
              </a:ext>
            </a:extLst>
          </a:blip>
          <a:srcRect l="2732" t="11339" r="5713" b="26105"/>
          <a:stretch/>
        </p:blipFill>
        <p:spPr>
          <a:xfrm>
            <a:off x="20" y="146817"/>
            <a:ext cx="9143980" cy="3511365"/>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117E80A5-0A88-072D-D373-1B79DB1B2DCA}"/>
              </a:ext>
            </a:extLst>
          </p:cNvPr>
          <p:cNvSpPr>
            <a:spLocks noGrp="1"/>
          </p:cNvSpPr>
          <p:nvPr>
            <p:ph idx="1"/>
          </p:nvPr>
        </p:nvSpPr>
        <p:spPr>
          <a:xfrm>
            <a:off x="3471433" y="3542967"/>
            <a:ext cx="5475377" cy="3085464"/>
          </a:xfrm>
        </p:spPr>
        <p:txBody>
          <a:bodyPr anchor="ctr">
            <a:normAutofit fontScale="77500" lnSpcReduction="20000"/>
          </a:bodyPr>
          <a:lstStyle/>
          <a:p>
            <a:pPr marL="0" marR="0" indent="0">
              <a:lnSpc>
                <a:spcPct val="103000"/>
              </a:lnSpc>
              <a:spcBef>
                <a:spcPts val="0"/>
              </a:spcBef>
              <a:spcAft>
                <a:spcPts val="0"/>
              </a:spcAft>
              <a:buNone/>
            </a:pPr>
            <a:r>
              <a:rPr lang="en-US" sz="2800" b="0" i="0" dirty="0">
                <a:solidFill>
                  <a:schemeClr val="accent1">
                    <a:lumMod val="50000"/>
                  </a:schemeClr>
                </a:solidFill>
                <a:effectLst/>
                <a:highlight>
                  <a:srgbClr val="FFFFFF"/>
                </a:highlight>
                <a:latin typeface="+mn-lt"/>
              </a:rPr>
              <a:t>After these things I looked, and there was a huge multitude that no one could count—from every nation, tribe, people, and language—standing before the throne and in front of the Lamb. They were wearing white robes and holding palm branches in their hands (Revelation 7:9).</a:t>
            </a:r>
          </a:p>
          <a:p>
            <a:pPr marL="0" marR="0" indent="0" fontAlgn="base">
              <a:spcBef>
                <a:spcPts val="0"/>
              </a:spcBef>
              <a:spcAft>
                <a:spcPts val="0"/>
              </a:spcAft>
              <a:buNone/>
            </a:pPr>
            <a:endParaRPr lang="en-US" sz="1600" dirty="0">
              <a:latin typeface="Calibri"/>
              <a:ea typeface="Times New Roman" panose="02020603050405020304" pitchFamily="18" charset="0"/>
              <a:cs typeface="Arial"/>
            </a:endParaRPr>
          </a:p>
          <a:p>
            <a:pPr marL="0" lvl="0" indent="0" fontAlgn="base">
              <a:spcBef>
                <a:spcPts val="0"/>
              </a:spcBef>
              <a:buNone/>
              <a:defRPr/>
            </a:pPr>
            <a:r>
              <a:rPr lang="en-US" sz="1600" dirty="0">
                <a:latin typeface="Calibri"/>
                <a:ea typeface="Times New Roman" panose="02020603050405020304" pitchFamily="18" charset="0"/>
                <a:cs typeface="Arial"/>
              </a:rPr>
              <a:t>All Scripture taken from the English Unlocked Literal Bible (ULB), ©2017, 2022 Wycliffe Associates, Available at https://bibleineverylanguage.org/translations, licensed under the Creative Commons Attribution-</a:t>
            </a:r>
            <a:r>
              <a:rPr lang="en-US" sz="1600" dirty="0" err="1">
                <a:latin typeface="Calibri"/>
                <a:ea typeface="Times New Roman" panose="02020603050405020304" pitchFamily="18" charset="0"/>
                <a:cs typeface="Arial"/>
              </a:rPr>
              <a:t>ShareAlike</a:t>
            </a:r>
            <a:r>
              <a:rPr lang="en-US" sz="1600" dirty="0">
                <a:latin typeface="Calibri"/>
                <a:ea typeface="Times New Roman" panose="02020603050405020304" pitchFamily="18" charset="0"/>
                <a:cs typeface="Arial"/>
              </a:rPr>
              <a:t> 4.0 International License. </a:t>
            </a:r>
          </a:p>
          <a:p>
            <a:pPr marL="0" lvl="0" indent="0" fontAlgn="base">
              <a:spcBef>
                <a:spcPts val="0"/>
              </a:spcBef>
              <a:buNone/>
              <a:defRPr/>
            </a:pPr>
            <a:r>
              <a:rPr lang="en-US" sz="1600" dirty="0">
                <a:latin typeface="Calibri"/>
                <a:ea typeface="Times New Roman" panose="02020603050405020304" pitchFamily="18" charset="0"/>
                <a:cs typeface="Arial"/>
              </a:rPr>
              <a:t>The English ULB is based on the </a:t>
            </a:r>
            <a:r>
              <a:rPr lang="en-US" sz="1600" dirty="0" err="1">
                <a:latin typeface="Calibri"/>
                <a:ea typeface="Times New Roman" panose="02020603050405020304" pitchFamily="18" charset="0"/>
                <a:cs typeface="Arial"/>
              </a:rPr>
              <a:t>unfoldingWord</a:t>
            </a:r>
            <a:r>
              <a:rPr lang="en-US" sz="1600" dirty="0">
                <a:latin typeface="Calibri"/>
                <a:ea typeface="Times New Roman" panose="02020603050405020304" pitchFamily="18" charset="0"/>
                <a:cs typeface="Arial"/>
              </a:rPr>
              <a:t>® Literal Text, CC BY-SA 4.0. The original work of the </a:t>
            </a:r>
            <a:r>
              <a:rPr lang="en-US" sz="1600" dirty="0" err="1">
                <a:latin typeface="Calibri"/>
                <a:ea typeface="Times New Roman" panose="02020603050405020304" pitchFamily="18" charset="0"/>
                <a:cs typeface="Arial"/>
              </a:rPr>
              <a:t>unfoldingWord</a:t>
            </a:r>
            <a:r>
              <a:rPr lang="en-US" sz="1600" dirty="0">
                <a:latin typeface="Calibri"/>
                <a:ea typeface="Times New Roman" panose="02020603050405020304" pitchFamily="18" charset="0"/>
                <a:cs typeface="Arial"/>
              </a:rPr>
              <a:t>® Literal Text is available at https://unfoldingword.bible/ult/.</a:t>
            </a:r>
          </a:p>
        </p:txBody>
      </p:sp>
      <p:sp>
        <p:nvSpPr>
          <p:cNvPr id="7" name="Rectangle 6">
            <a:extLst>
              <a:ext uri="{FF2B5EF4-FFF2-40B4-BE49-F238E27FC236}">
                <a16:creationId xmlns:a16="http://schemas.microsoft.com/office/drawing/2014/main" id="{6D1C5468-2E27-9AF9-E8A7-9D00C2F6695F}"/>
              </a:ext>
            </a:extLst>
          </p:cNvPr>
          <p:cNvSpPr/>
          <p:nvPr/>
        </p:nvSpPr>
        <p:spPr>
          <a:xfrm>
            <a:off x="159488" y="4176117"/>
            <a:ext cx="3185302" cy="1569660"/>
          </a:xfrm>
          <a:prstGeom prst="rect">
            <a:avLst/>
          </a:prstGeom>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b="1" dirty="0">
                <a:solidFill>
                  <a:srgbClr val="B95659"/>
                </a:solidFill>
                <a:latin typeface="Arial" panose="020B0604020202020204" pitchFamily="34" charset="0"/>
                <a:ea typeface="+mj-ea"/>
                <a:cs typeface="Arial" panose="020B0604020202020204" pitchFamily="34" charset="0"/>
              </a:rPr>
              <a:t>Cultural and Social Considerations</a:t>
            </a:r>
          </a:p>
        </p:txBody>
      </p:sp>
      <p:cxnSp>
        <p:nvCxnSpPr>
          <p:cNvPr id="8" name="Straight Arrow Connector 7">
            <a:extLst>
              <a:ext uri="{FF2B5EF4-FFF2-40B4-BE49-F238E27FC236}">
                <a16:creationId xmlns:a16="http://schemas.microsoft.com/office/drawing/2014/main" id="{A525E1EC-2B3D-B92F-74BA-AE9AEC3DD826}"/>
              </a:ext>
            </a:extLst>
          </p:cNvPr>
          <p:cNvCxnSpPr/>
          <p:nvPr/>
        </p:nvCxnSpPr>
        <p:spPr>
          <a:xfrm flipH="1">
            <a:off x="3404337" y="4020230"/>
            <a:ext cx="7549" cy="224615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10" name="Parallelogram 9">
            <a:extLst>
              <a:ext uri="{FF2B5EF4-FFF2-40B4-BE49-F238E27FC236}">
                <a16:creationId xmlns:a16="http://schemas.microsoft.com/office/drawing/2014/main" id="{8935C890-2269-E49E-86DF-C211A0DE5924}"/>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a:extLst>
              <a:ext uri="{FF2B5EF4-FFF2-40B4-BE49-F238E27FC236}">
                <a16:creationId xmlns:a16="http://schemas.microsoft.com/office/drawing/2014/main" id="{DDF8B0AC-4967-3644-B916-F6C2ECC53264}"/>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5AE8FE71-03A0-CB9B-C12A-D84F3A382A80}"/>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9610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FADB6C-6CB5-4D7C-AC09-B89C68326468}"/>
              </a:ext>
            </a:extLst>
          </p:cNvPr>
          <p:cNvSpPr txBox="1"/>
          <p:nvPr/>
        </p:nvSpPr>
        <p:spPr>
          <a:xfrm>
            <a:off x="728870" y="1204757"/>
            <a:ext cx="7686259" cy="4893647"/>
          </a:xfrm>
          <a:prstGeom prst="rect">
            <a:avLst/>
          </a:prstGeom>
          <a:noFill/>
        </p:spPr>
        <p:txBody>
          <a:bodyPr wrap="square" anchor="ctr">
            <a:spAutoFit/>
          </a:bodyPr>
          <a:lstStyle/>
          <a:p>
            <a:pPr marL="0" marR="0" fontAlgn="base">
              <a:spcBef>
                <a:spcPts val="0"/>
              </a:spcBef>
              <a:spcAft>
                <a:spcPts val="0"/>
              </a:spcAft>
            </a:pPr>
            <a:r>
              <a:rPr lang="en-US" sz="2400" dirty="0">
                <a:solidFill>
                  <a:schemeClr val="accent1">
                    <a:lumMod val="50000"/>
                  </a:schemeClr>
                </a:solidFill>
                <a:effectLst/>
                <a:latin typeface="Arial" panose="020B0604020202020204" pitchFamily="34" charset="0"/>
                <a:ea typeface="Times New Roman" panose="02020603050405020304" pitchFamily="18" charset="0"/>
              </a:rPr>
              <a:t>But you, why do you judge your brother? And you, why do you despise your brother? For we will all stand before the judgment seat of God. … Therefore, let us no longer judge one another, but instead decide this, that no one will place a stumbling block or a snare for his brother (Rom. 14:10, 13). </a:t>
            </a:r>
          </a:p>
          <a:p>
            <a:pPr marL="0" marR="0" fontAlgn="base">
              <a:spcBef>
                <a:spcPts val="0"/>
              </a:spcBef>
              <a:spcAft>
                <a:spcPts val="0"/>
              </a:spcAft>
            </a:pPr>
            <a:endParaRPr lang="en-US" sz="2400" dirty="0">
              <a:solidFill>
                <a:schemeClr val="accent1">
                  <a:lumMod val="50000"/>
                </a:schemeClr>
              </a:solidFill>
              <a:effectLst/>
              <a:latin typeface="Arial" panose="020B0604020202020204" pitchFamily="34" charset="0"/>
              <a:ea typeface="Times New Roman" panose="02020603050405020304" pitchFamily="18" charset="0"/>
            </a:endParaRPr>
          </a:p>
          <a:p>
            <a:pPr marL="0" marR="0" fontAlgn="base">
              <a:spcBef>
                <a:spcPts val="0"/>
              </a:spcBef>
              <a:spcAft>
                <a:spcPts val="0"/>
              </a:spcAft>
            </a:pPr>
            <a:endParaRPr lang="en-US" sz="2400" dirty="0">
              <a:solidFill>
                <a:schemeClr val="accent1">
                  <a:lumMod val="50000"/>
                </a:schemeClr>
              </a:solidFill>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2400" dirty="0">
                <a:solidFill>
                  <a:schemeClr val="accent1">
                    <a:lumMod val="50000"/>
                  </a:schemeClr>
                </a:solidFill>
                <a:effectLst/>
                <a:latin typeface="Arial" panose="020B0604020202020204" pitchFamily="34" charset="0"/>
                <a:ea typeface="Times New Roman" panose="02020603050405020304" pitchFamily="18" charset="0"/>
              </a:rPr>
              <a:t>"Everything is lawful," but not everything is profitable. "Everything is lawful," but not everything builds people up</a:t>
            </a:r>
            <a:r>
              <a:rPr lang="en-US" sz="2400">
                <a:solidFill>
                  <a:schemeClr val="accent1">
                    <a:lumMod val="50000"/>
                  </a:schemeClr>
                </a:solidFill>
                <a:effectLst/>
                <a:latin typeface="Arial" panose="020B0604020202020204" pitchFamily="34" charset="0"/>
                <a:ea typeface="Times New Roman" panose="02020603050405020304" pitchFamily="18" charset="0"/>
              </a:rPr>
              <a:t>. No </a:t>
            </a:r>
            <a:r>
              <a:rPr lang="en-US" sz="2400" dirty="0">
                <a:solidFill>
                  <a:schemeClr val="accent1">
                    <a:lumMod val="50000"/>
                  </a:schemeClr>
                </a:solidFill>
                <a:effectLst/>
                <a:latin typeface="Arial" panose="020B0604020202020204" pitchFamily="34" charset="0"/>
                <a:ea typeface="Times New Roman" panose="02020603050405020304" pitchFamily="18" charset="0"/>
              </a:rPr>
              <a:t>one should seek his own good. Instead, each one should seek the good of his neighbor (1 Cor. 10:23-24). </a:t>
            </a:r>
            <a:endParaRPr lang="en-US" sz="2400" dirty="0">
              <a:solidFill>
                <a:schemeClr val="accent1">
                  <a:lumMod val="50000"/>
                </a:schemeClr>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34478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D4BE-601D-DB6B-B64F-69731D4163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60F25BB-0192-9DEF-F958-9111496AB5A0}"/>
              </a:ext>
            </a:extLst>
          </p:cNvPr>
          <p:cNvSpPr txBox="1"/>
          <p:nvPr/>
        </p:nvSpPr>
        <p:spPr>
          <a:xfrm>
            <a:off x="2521599" y="-464375"/>
            <a:ext cx="4100803" cy="7786747"/>
          </a:xfrm>
          <a:prstGeom prst="rect">
            <a:avLst/>
          </a:prstGeom>
          <a:noFill/>
        </p:spPr>
        <p:txBody>
          <a:bodyPr wrap="square" rtlCol="0" anchor="ctr">
            <a:spAutoFit/>
          </a:bodyPr>
          <a:lstStyle/>
          <a:p>
            <a:pPr algn="ctr"/>
            <a:r>
              <a:rPr lang="en-US" sz="50000" dirty="0">
                <a:solidFill>
                  <a:schemeClr val="accent2">
                    <a:lumMod val="20000"/>
                    <a:lumOff val="80000"/>
                  </a:schemeClr>
                </a:solidFill>
                <a:latin typeface="Arial Black" panose="020B0A04020102020204" pitchFamily="34" charset="0"/>
              </a:rPr>
              <a:t>?</a:t>
            </a:r>
          </a:p>
        </p:txBody>
      </p:sp>
    </p:spTree>
    <p:extLst>
      <p:ext uri="{BB962C8B-B14F-4D97-AF65-F5344CB8AC3E}">
        <p14:creationId xmlns:p14="http://schemas.microsoft.com/office/powerpoint/2010/main" val="938472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2E5E1-A080-B01B-5EC9-DAEB5E85C43A}"/>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901A8310-F92B-42A9-5BD5-D3DB7894CF30}"/>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96F3D8D2-73B0-21D9-7721-EFAA9011B53C}"/>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C77E7CF2-19F9-8AA1-06A1-B0A63A3CB8FB}"/>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E2041E8-A1FB-6E7C-0A90-AA567ACB3E42}"/>
              </a:ext>
            </a:extLst>
          </p:cNvPr>
          <p:cNvSpPr txBox="1"/>
          <p:nvPr/>
        </p:nvSpPr>
        <p:spPr>
          <a:xfrm>
            <a:off x="685799" y="2370837"/>
            <a:ext cx="7772400" cy="1815882"/>
          </a:xfrm>
          <a:prstGeom prst="rect">
            <a:avLst/>
          </a:prstGeom>
          <a:noFill/>
        </p:spPr>
        <p:txBody>
          <a:bodyPr wrap="square" lIns="91440" tIns="45720" rIns="91440" bIns="45720" rtlCol="0" anchor="t">
            <a:spAutoFit/>
          </a:bodyPr>
          <a:lstStyle/>
          <a:p>
            <a:pPr algn="ctr">
              <a:spcBef>
                <a:spcPts val="600"/>
              </a:spcBef>
            </a:pPr>
            <a:r>
              <a:rPr lang="en-US" sz="2800" b="0" i="0" dirty="0">
                <a:solidFill>
                  <a:srgbClr val="000000"/>
                </a:solidFill>
                <a:effectLst/>
                <a:latin typeface="system-ui"/>
              </a:rPr>
              <a:t>The people rejoiced because of these freewill offerings, because they had contributed wholeheartedly to Yahweh. King David also rejoiced greatly.</a:t>
            </a:r>
            <a:endParaRPr lang="en-US" sz="28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4730DE1B-0D71-4B6D-502D-16B89DC061BE}"/>
              </a:ext>
            </a:extLst>
          </p:cNvPr>
          <p:cNvSpPr/>
          <p:nvPr/>
        </p:nvSpPr>
        <p:spPr>
          <a:xfrm>
            <a:off x="2990476" y="1375095"/>
            <a:ext cx="3163045" cy="523220"/>
          </a:xfrm>
          <a:prstGeom prst="rect">
            <a:avLst/>
          </a:prstGeom>
        </p:spPr>
        <p:txBody>
          <a:bodyPr wrap="none" lIns="91440" tIns="45720" rIns="91440" bIns="45720" anchor="t">
            <a:spAutoFit/>
          </a:bodyPr>
          <a:lstStyle/>
          <a:p>
            <a:r>
              <a:rPr lang="en-US" sz="2800" b="1" dirty="0">
                <a:solidFill>
                  <a:srgbClr val="B95659"/>
                </a:solidFill>
                <a:latin typeface="Arial"/>
                <a:cs typeface="Arial"/>
              </a:rPr>
              <a:t>1 Chronicles 29:9</a:t>
            </a:r>
            <a:endParaRPr lang="en-US" sz="2800" dirty="0">
              <a:solidFill>
                <a:srgbClr val="B95659"/>
              </a:solidFill>
              <a:latin typeface="Arial"/>
              <a:cs typeface="Arial"/>
            </a:endParaRPr>
          </a:p>
        </p:txBody>
      </p:sp>
    </p:spTree>
    <p:extLst>
      <p:ext uri="{BB962C8B-B14F-4D97-AF65-F5344CB8AC3E}">
        <p14:creationId xmlns:p14="http://schemas.microsoft.com/office/powerpoint/2010/main" val="2279164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ED261-E55C-C9FE-83E4-D1E89D851E4A}"/>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8EBE55EA-6F92-C162-5265-8E3EED202508}"/>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E08C4B21-DFD5-E535-A7A0-079A68F7816E}"/>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C8CFE7F2-4B4E-F213-C128-07042AEB0D8F}"/>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069EF4C-198D-79A7-1006-9AD3BD883B48}"/>
              </a:ext>
            </a:extLst>
          </p:cNvPr>
          <p:cNvSpPr txBox="1"/>
          <p:nvPr/>
        </p:nvSpPr>
        <p:spPr>
          <a:xfrm>
            <a:off x="685799" y="2370837"/>
            <a:ext cx="7772400" cy="954107"/>
          </a:xfrm>
          <a:prstGeom prst="rect">
            <a:avLst/>
          </a:prstGeom>
          <a:noFill/>
        </p:spPr>
        <p:txBody>
          <a:bodyPr wrap="square" lIns="91440" tIns="45720" rIns="91440" bIns="45720" rtlCol="0" anchor="t">
            <a:spAutoFit/>
          </a:bodyPr>
          <a:lstStyle/>
          <a:p>
            <a:pPr algn="ctr">
              <a:spcBef>
                <a:spcPts val="600"/>
              </a:spcBef>
            </a:pPr>
            <a:r>
              <a:rPr lang="en-US" sz="2800" b="0" i="0" dirty="0">
                <a:solidFill>
                  <a:srgbClr val="000000"/>
                </a:solidFill>
                <a:effectLst/>
                <a:latin typeface="system-ui"/>
              </a:rPr>
              <a:t>Whoever exalts himself will be humbled, and whoever humbles himself will be exalted.</a:t>
            </a:r>
            <a:endParaRPr lang="en-US" sz="28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8DC2E94B-F80D-0B54-9D3F-8117395F9FD4}"/>
              </a:ext>
            </a:extLst>
          </p:cNvPr>
          <p:cNvSpPr/>
          <p:nvPr/>
        </p:nvSpPr>
        <p:spPr>
          <a:xfrm>
            <a:off x="2990476" y="1375095"/>
            <a:ext cx="2645276" cy="523220"/>
          </a:xfrm>
          <a:prstGeom prst="rect">
            <a:avLst/>
          </a:prstGeom>
        </p:spPr>
        <p:txBody>
          <a:bodyPr wrap="none" lIns="91440" tIns="45720" rIns="91440" bIns="45720" anchor="t">
            <a:spAutoFit/>
          </a:bodyPr>
          <a:lstStyle/>
          <a:p>
            <a:r>
              <a:rPr lang="en-US" sz="2800" b="1" dirty="0">
                <a:solidFill>
                  <a:srgbClr val="B95659"/>
                </a:solidFill>
                <a:latin typeface="Arial"/>
                <a:cs typeface="Arial"/>
              </a:rPr>
              <a:t>Matthew 23:12</a:t>
            </a:r>
            <a:endParaRPr lang="en-US" sz="2800" dirty="0">
              <a:solidFill>
                <a:srgbClr val="B95659"/>
              </a:solidFill>
              <a:latin typeface="Arial"/>
              <a:cs typeface="Arial"/>
            </a:endParaRPr>
          </a:p>
        </p:txBody>
      </p:sp>
    </p:spTree>
    <p:extLst>
      <p:ext uri="{BB962C8B-B14F-4D97-AF65-F5344CB8AC3E}">
        <p14:creationId xmlns:p14="http://schemas.microsoft.com/office/powerpoint/2010/main" val="4124250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14DFD-489F-8F84-07F7-C37A4307DC74}"/>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AC4132F1-07AD-7540-5FB5-CF791BC49B6F}"/>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3DBDD085-D3ED-D029-F948-E510B3EF5212}"/>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413C8E7D-4B0D-75D1-B0E1-369F24D721BE}"/>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936DEED-CB24-79D6-73A4-A18166AF697B}"/>
              </a:ext>
            </a:extLst>
          </p:cNvPr>
          <p:cNvSpPr txBox="1"/>
          <p:nvPr/>
        </p:nvSpPr>
        <p:spPr>
          <a:xfrm>
            <a:off x="685799" y="2370837"/>
            <a:ext cx="7772400" cy="2246769"/>
          </a:xfrm>
          <a:prstGeom prst="rect">
            <a:avLst/>
          </a:prstGeom>
          <a:noFill/>
        </p:spPr>
        <p:txBody>
          <a:bodyPr wrap="square" lIns="91440" tIns="45720" rIns="91440" bIns="45720" rtlCol="0" anchor="t">
            <a:spAutoFit/>
          </a:bodyPr>
          <a:lstStyle/>
          <a:p>
            <a:pPr algn="ctr">
              <a:spcBef>
                <a:spcPts val="600"/>
              </a:spcBef>
            </a:pPr>
            <a:r>
              <a:rPr lang="en-US" sz="2800" b="0" i="0" dirty="0">
                <a:solidFill>
                  <a:srgbClr val="000000"/>
                </a:solidFill>
                <a:effectLst/>
                <a:latin typeface="system-ui"/>
              </a:rPr>
              <a:t>The people of Israel brought a freewill offering to Yahweh; every man and woman whose heart was willing brought materials for all the work that Yahweh had commanded through Moses to be made.</a:t>
            </a:r>
            <a:endParaRPr lang="en-US" sz="28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21B36AC5-EA1F-CA5E-4145-1290D5E10CA4}"/>
              </a:ext>
            </a:extLst>
          </p:cNvPr>
          <p:cNvSpPr/>
          <p:nvPr/>
        </p:nvSpPr>
        <p:spPr>
          <a:xfrm>
            <a:off x="3319893" y="1405075"/>
            <a:ext cx="2504212" cy="523220"/>
          </a:xfrm>
          <a:prstGeom prst="rect">
            <a:avLst/>
          </a:prstGeom>
        </p:spPr>
        <p:txBody>
          <a:bodyPr wrap="none" lIns="91440" tIns="45720" rIns="91440" bIns="45720" anchor="t">
            <a:spAutoFit/>
          </a:bodyPr>
          <a:lstStyle/>
          <a:p>
            <a:r>
              <a:rPr lang="en-US" sz="2800" b="1" dirty="0">
                <a:solidFill>
                  <a:srgbClr val="B95659"/>
                </a:solidFill>
                <a:latin typeface="Arial"/>
                <a:cs typeface="Arial"/>
              </a:rPr>
              <a:t>Exodus 35:29</a:t>
            </a:r>
            <a:endParaRPr lang="en-US" sz="2800" dirty="0">
              <a:solidFill>
                <a:srgbClr val="B95659"/>
              </a:solidFill>
              <a:latin typeface="Arial"/>
              <a:cs typeface="Arial"/>
            </a:endParaRPr>
          </a:p>
        </p:txBody>
      </p:sp>
    </p:spTree>
    <p:extLst>
      <p:ext uri="{BB962C8B-B14F-4D97-AF65-F5344CB8AC3E}">
        <p14:creationId xmlns:p14="http://schemas.microsoft.com/office/powerpoint/2010/main" val="3635997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0F260-2BEA-6755-F6AC-CC1421B0B9C9}"/>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2543D1E9-FE8A-C7E2-127B-478F5A3098CC}"/>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7B0EC0A6-F7B3-5CD6-5228-0A9ACE01802B}"/>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9D61AA62-4B38-C0CE-91EC-7E7AC78E6BA1}"/>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BDF4ECA-37B4-C05D-EFB9-1A2148BF468E}"/>
              </a:ext>
            </a:extLst>
          </p:cNvPr>
          <p:cNvSpPr txBox="1"/>
          <p:nvPr/>
        </p:nvSpPr>
        <p:spPr>
          <a:xfrm>
            <a:off x="685799" y="2370837"/>
            <a:ext cx="7772400" cy="1384995"/>
          </a:xfrm>
          <a:prstGeom prst="rect">
            <a:avLst/>
          </a:prstGeom>
          <a:noFill/>
        </p:spPr>
        <p:txBody>
          <a:bodyPr wrap="square" lIns="91440" tIns="45720" rIns="91440" bIns="45720" rtlCol="0" anchor="t">
            <a:spAutoFit/>
          </a:bodyPr>
          <a:lstStyle/>
          <a:p>
            <a:pPr algn="ctr">
              <a:spcBef>
                <a:spcPts val="600"/>
              </a:spcBef>
            </a:pPr>
            <a:r>
              <a:rPr lang="en-US" sz="2800" b="0" i="0" dirty="0">
                <a:solidFill>
                  <a:srgbClr val="000000"/>
                </a:solidFill>
                <a:effectLst/>
                <a:latin typeface="system-ui"/>
              </a:rPr>
              <a:t>For we are God's workmanship, created in Christ Jesus to do good deeds that God planned long ago for us, so that we would walk in them.</a:t>
            </a:r>
            <a:endParaRPr lang="en-US" sz="28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169B8193-7FDA-807E-23FD-3E7192D7F8EF}"/>
              </a:ext>
            </a:extLst>
          </p:cNvPr>
          <p:cNvSpPr/>
          <p:nvPr/>
        </p:nvSpPr>
        <p:spPr>
          <a:xfrm>
            <a:off x="2990476" y="1375095"/>
            <a:ext cx="2803973" cy="523220"/>
          </a:xfrm>
          <a:prstGeom prst="rect">
            <a:avLst/>
          </a:prstGeom>
        </p:spPr>
        <p:txBody>
          <a:bodyPr wrap="none" lIns="91440" tIns="45720" rIns="91440" bIns="45720" anchor="t">
            <a:spAutoFit/>
          </a:bodyPr>
          <a:lstStyle/>
          <a:p>
            <a:r>
              <a:rPr lang="en-US" sz="2800" b="1" dirty="0">
                <a:solidFill>
                  <a:srgbClr val="B95659"/>
                </a:solidFill>
                <a:latin typeface="Arial"/>
                <a:cs typeface="Arial"/>
              </a:rPr>
              <a:t>Ephesians 2:10</a:t>
            </a:r>
            <a:endParaRPr lang="en-US" sz="2800" dirty="0">
              <a:solidFill>
                <a:srgbClr val="B95659"/>
              </a:solidFill>
              <a:latin typeface="Arial"/>
              <a:cs typeface="Arial"/>
            </a:endParaRPr>
          </a:p>
        </p:txBody>
      </p:sp>
    </p:spTree>
    <p:extLst>
      <p:ext uri="{BB962C8B-B14F-4D97-AF65-F5344CB8AC3E}">
        <p14:creationId xmlns:p14="http://schemas.microsoft.com/office/powerpoint/2010/main" val="3581444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07838-B223-8129-DDB2-AAB462BC570E}"/>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CFFA15CD-832E-F785-D79B-D38779DD62D6}"/>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E2626B39-9C87-9845-89FE-350B15DD7C8B}"/>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56583C15-88EA-8190-4D1F-98ED2C79B252}"/>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9B4577C-3D74-741A-939A-4E6149362284}"/>
              </a:ext>
            </a:extLst>
          </p:cNvPr>
          <p:cNvSpPr txBox="1"/>
          <p:nvPr/>
        </p:nvSpPr>
        <p:spPr>
          <a:xfrm>
            <a:off x="685799" y="2370837"/>
            <a:ext cx="7772400" cy="954107"/>
          </a:xfrm>
          <a:prstGeom prst="rect">
            <a:avLst/>
          </a:prstGeom>
          <a:noFill/>
        </p:spPr>
        <p:txBody>
          <a:bodyPr wrap="square" lIns="91440" tIns="45720" rIns="91440" bIns="45720" rtlCol="0" anchor="t">
            <a:spAutoFit/>
          </a:bodyPr>
          <a:lstStyle/>
          <a:p>
            <a:pPr algn="ctr">
              <a:spcBef>
                <a:spcPts val="600"/>
              </a:spcBef>
            </a:pPr>
            <a:r>
              <a:rPr lang="en-US" sz="2800" b="0" i="0" dirty="0">
                <a:solidFill>
                  <a:srgbClr val="000000"/>
                </a:solidFill>
                <a:effectLst/>
                <a:latin typeface="system-ui"/>
              </a:rPr>
              <a:t>I rejoice at the coming of Stephanas, Fortunatus, and Achaicus. They have made up for your absence.</a:t>
            </a:r>
            <a:endParaRPr lang="en-US" sz="28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FCB84393-B11B-1AE9-532C-A511F9C2A166}"/>
              </a:ext>
            </a:extLst>
          </p:cNvPr>
          <p:cNvSpPr/>
          <p:nvPr/>
        </p:nvSpPr>
        <p:spPr>
          <a:xfrm>
            <a:off x="2990476" y="1375095"/>
            <a:ext cx="3502882" cy="523220"/>
          </a:xfrm>
          <a:prstGeom prst="rect">
            <a:avLst/>
          </a:prstGeom>
        </p:spPr>
        <p:txBody>
          <a:bodyPr wrap="none" lIns="91440" tIns="45720" rIns="91440" bIns="45720" anchor="t">
            <a:spAutoFit/>
          </a:bodyPr>
          <a:lstStyle/>
          <a:p>
            <a:r>
              <a:rPr lang="en-US" sz="2800" b="1" dirty="0">
                <a:solidFill>
                  <a:srgbClr val="B95659"/>
                </a:solidFill>
                <a:latin typeface="Arial"/>
                <a:cs typeface="Arial"/>
              </a:rPr>
              <a:t>1 Corinthians 16:17</a:t>
            </a:r>
            <a:endParaRPr lang="en-US" sz="2800" dirty="0">
              <a:solidFill>
                <a:srgbClr val="B95659"/>
              </a:solidFill>
              <a:latin typeface="Arial"/>
              <a:cs typeface="Arial"/>
            </a:endParaRPr>
          </a:p>
        </p:txBody>
      </p:sp>
    </p:spTree>
    <p:extLst>
      <p:ext uri="{BB962C8B-B14F-4D97-AF65-F5344CB8AC3E}">
        <p14:creationId xmlns:p14="http://schemas.microsoft.com/office/powerpoint/2010/main" val="4271780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800B9-C46A-3031-2583-50D4D9261FFF}"/>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6B420B6D-7D58-2B11-609F-CA58BFF45B92}"/>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AB71E48B-C61F-CD20-38B2-F359DFA6C14E}"/>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3EA21E23-940C-8D59-FCED-13368E0F83CF}"/>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A61E128-3567-CE9F-4BDB-26264EC854DF}"/>
              </a:ext>
            </a:extLst>
          </p:cNvPr>
          <p:cNvSpPr txBox="1"/>
          <p:nvPr/>
        </p:nvSpPr>
        <p:spPr>
          <a:xfrm>
            <a:off x="1139251" y="2370837"/>
            <a:ext cx="7318947" cy="1031051"/>
          </a:xfrm>
          <a:prstGeom prst="rect">
            <a:avLst/>
          </a:prstGeom>
          <a:noFill/>
        </p:spPr>
        <p:txBody>
          <a:bodyPr wrap="square" lIns="91440" tIns="45720" rIns="91440" bIns="45720" rtlCol="0" anchor="t">
            <a:spAutoFit/>
          </a:bodyPr>
          <a:lstStyle/>
          <a:p>
            <a:pPr algn="ctr">
              <a:spcBef>
                <a:spcPts val="600"/>
              </a:spcBef>
            </a:pPr>
            <a:r>
              <a:rPr lang="en-US" sz="2800" b="0" i="0" dirty="0">
                <a:solidFill>
                  <a:srgbClr val="000000"/>
                </a:solidFill>
                <a:effectLst/>
                <a:latin typeface="system-ui"/>
              </a:rPr>
              <a:t>Let wise people listen and increase their learning,</a:t>
            </a:r>
          </a:p>
          <a:p>
            <a:pPr algn="ctr">
              <a:spcBef>
                <a:spcPts val="600"/>
              </a:spcBef>
            </a:pPr>
            <a:r>
              <a:rPr lang="en-US" sz="2800" b="0" i="0" dirty="0">
                <a:solidFill>
                  <a:srgbClr val="000000"/>
                </a:solidFill>
                <a:effectLst/>
                <a:latin typeface="system-ui"/>
              </a:rPr>
              <a:t>and let discerning people get wise counsel,</a:t>
            </a:r>
            <a:endParaRPr lang="en-US" sz="28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79D7359C-7457-5AD6-BA9B-C05B85455AEF}"/>
              </a:ext>
            </a:extLst>
          </p:cNvPr>
          <p:cNvSpPr/>
          <p:nvPr/>
        </p:nvSpPr>
        <p:spPr>
          <a:xfrm>
            <a:off x="3390426" y="1345115"/>
            <a:ext cx="2363147" cy="523220"/>
          </a:xfrm>
          <a:prstGeom prst="rect">
            <a:avLst/>
          </a:prstGeom>
        </p:spPr>
        <p:txBody>
          <a:bodyPr wrap="none" lIns="91440" tIns="45720" rIns="91440" bIns="45720" anchor="t">
            <a:spAutoFit/>
          </a:bodyPr>
          <a:lstStyle/>
          <a:p>
            <a:r>
              <a:rPr lang="en-US" sz="2800" b="1" dirty="0">
                <a:solidFill>
                  <a:srgbClr val="B95659"/>
                </a:solidFill>
                <a:latin typeface="Arial"/>
                <a:cs typeface="Arial"/>
              </a:rPr>
              <a:t>Proverbs 1:5</a:t>
            </a:r>
            <a:endParaRPr lang="en-US" sz="2800" dirty="0">
              <a:solidFill>
                <a:srgbClr val="B95659"/>
              </a:solidFill>
              <a:latin typeface="Arial"/>
              <a:cs typeface="Arial"/>
            </a:endParaRPr>
          </a:p>
        </p:txBody>
      </p:sp>
    </p:spTree>
    <p:extLst>
      <p:ext uri="{BB962C8B-B14F-4D97-AF65-F5344CB8AC3E}">
        <p14:creationId xmlns:p14="http://schemas.microsoft.com/office/powerpoint/2010/main" val="1925295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42E95-48A3-DDF2-62E6-5D1FDBE4E981}"/>
            </a:ext>
          </a:extLst>
        </p:cNvPr>
        <p:cNvGrpSpPr/>
        <p:nvPr/>
      </p:nvGrpSpPr>
      <p:grpSpPr>
        <a:xfrm>
          <a:off x="0" y="0"/>
          <a:ext cx="0" cy="0"/>
          <a:chOff x="0" y="0"/>
          <a:chExt cx="0" cy="0"/>
        </a:xfrm>
      </p:grpSpPr>
      <p:sp>
        <p:nvSpPr>
          <p:cNvPr id="5" name="Parallelogram 4">
            <a:extLst>
              <a:ext uri="{FF2B5EF4-FFF2-40B4-BE49-F238E27FC236}">
                <a16:creationId xmlns:a16="http://schemas.microsoft.com/office/drawing/2014/main" id="{D92168F8-9B9A-D1D1-C24B-4225EC182B0E}"/>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076DF78C-DA2C-63F2-61E8-9A8173CFECD0}"/>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DA1E62EF-E506-91AA-14A8-5B6756131074}"/>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7E04337-C16C-2F4C-591E-606F8CB32B00}"/>
              </a:ext>
            </a:extLst>
          </p:cNvPr>
          <p:cNvSpPr txBox="1"/>
          <p:nvPr/>
        </p:nvSpPr>
        <p:spPr>
          <a:xfrm>
            <a:off x="685799" y="2370837"/>
            <a:ext cx="7772400" cy="954107"/>
          </a:xfrm>
          <a:prstGeom prst="rect">
            <a:avLst/>
          </a:prstGeom>
          <a:noFill/>
        </p:spPr>
        <p:txBody>
          <a:bodyPr wrap="square" lIns="91440" tIns="45720" rIns="91440" bIns="45720" rtlCol="0" anchor="t">
            <a:spAutoFit/>
          </a:bodyPr>
          <a:lstStyle/>
          <a:p>
            <a:pPr algn="ctr">
              <a:spcBef>
                <a:spcPts val="600"/>
              </a:spcBef>
            </a:pPr>
            <a:r>
              <a:rPr lang="en-US" sz="2800" b="0" i="0" dirty="0">
                <a:solidFill>
                  <a:srgbClr val="000000"/>
                </a:solidFill>
                <a:effectLst/>
                <a:latin typeface="system-ui"/>
              </a:rPr>
              <a:t>Therefore, whoever humbles himself like this little child is the greatest in the kingdom of heaven.</a:t>
            </a:r>
            <a:endParaRPr lang="en-US" sz="28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EA14ECFA-8946-2E6A-8735-94F31D910CC8}"/>
              </a:ext>
            </a:extLst>
          </p:cNvPr>
          <p:cNvSpPr/>
          <p:nvPr/>
        </p:nvSpPr>
        <p:spPr>
          <a:xfrm>
            <a:off x="3349549" y="1360105"/>
            <a:ext cx="2444900" cy="523220"/>
          </a:xfrm>
          <a:prstGeom prst="rect">
            <a:avLst/>
          </a:prstGeom>
        </p:spPr>
        <p:txBody>
          <a:bodyPr wrap="none" lIns="91440" tIns="45720" rIns="91440" bIns="45720" anchor="t">
            <a:spAutoFit/>
          </a:bodyPr>
          <a:lstStyle/>
          <a:p>
            <a:r>
              <a:rPr lang="en-US" sz="2800" b="1" dirty="0">
                <a:solidFill>
                  <a:srgbClr val="B95659"/>
                </a:solidFill>
                <a:latin typeface="Arial"/>
                <a:cs typeface="Arial"/>
              </a:rPr>
              <a:t>Matthew 18:4</a:t>
            </a:r>
            <a:endParaRPr lang="en-US" sz="2800" dirty="0">
              <a:solidFill>
                <a:srgbClr val="B95659"/>
              </a:solidFill>
              <a:latin typeface="Arial"/>
              <a:cs typeface="Arial"/>
            </a:endParaRPr>
          </a:p>
        </p:txBody>
      </p:sp>
    </p:spTree>
    <p:extLst>
      <p:ext uri="{BB962C8B-B14F-4D97-AF65-F5344CB8AC3E}">
        <p14:creationId xmlns:p14="http://schemas.microsoft.com/office/powerpoint/2010/main" val="2473242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C3D8872-5056-45C3-9946-A3DBDCEC2F73}"/>
              </a:ext>
            </a:extLst>
          </p:cNvPr>
          <p:cNvSpPr txBox="1"/>
          <p:nvPr/>
        </p:nvSpPr>
        <p:spPr>
          <a:xfrm>
            <a:off x="2582562" y="1843950"/>
            <a:ext cx="6561438" cy="317009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B95659"/>
                </a:solidFill>
                <a:effectLst/>
                <a:uLnTx/>
                <a:uFillTx/>
                <a:latin typeface="Arial" panose="020B0604020202020204" pitchFamily="34" charset="0"/>
                <a:ea typeface="Calibri" panose="020F0502020204030204" pitchFamily="34" charset="0"/>
                <a:cs typeface="+mn-cs"/>
              </a:rPr>
              <a:t>WHO</a:t>
            </a:r>
            <a:r>
              <a:rPr kumimoji="0" lang="en-US" sz="80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we have in common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is more important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than all our differences.</a:t>
            </a:r>
            <a:endParaRPr kumimoji="0" lang="en-US" sz="4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6" name="Picture 5" descr="Two women sitting on a couch&#10;&#10;Description automatically generated">
            <a:extLst>
              <a:ext uri="{FF2B5EF4-FFF2-40B4-BE49-F238E27FC236}">
                <a16:creationId xmlns:a16="http://schemas.microsoft.com/office/drawing/2014/main" id="{C401EA20-5416-7460-369A-88B1B3017617}"/>
              </a:ext>
            </a:extLst>
          </p:cNvPr>
          <p:cNvPicPr>
            <a:picLocks noChangeAspect="1"/>
          </p:cNvPicPr>
          <p:nvPr/>
        </p:nvPicPr>
        <p:blipFill rotWithShape="1">
          <a:blip r:embed="rId3">
            <a:extLst>
              <a:ext uri="{28A0092B-C50C-407E-A947-70E740481C1C}">
                <a14:useLocalDpi xmlns:a14="http://schemas.microsoft.com/office/drawing/2010/main" val="0"/>
              </a:ext>
            </a:extLst>
          </a:blip>
          <a:srcRect l="8519" t="-8062" r="17589" b="8062"/>
          <a:stretch/>
        </p:blipFill>
        <p:spPr>
          <a:xfrm>
            <a:off x="778994" y="4337600"/>
            <a:ext cx="1969830" cy="1999405"/>
          </a:xfrm>
          <a:prstGeom prst="ellipse">
            <a:avLst/>
          </a:prstGeom>
          <a:ln w="76200" cap="rnd">
            <a:solidFill>
              <a:srgbClr val="83A83F"/>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9" name="Picture 8" descr="A group of women sitting at a table&#10;&#10;Description automatically generated">
            <a:extLst>
              <a:ext uri="{FF2B5EF4-FFF2-40B4-BE49-F238E27FC236}">
                <a16:creationId xmlns:a16="http://schemas.microsoft.com/office/drawing/2014/main" id="{68911587-565A-B485-222A-D42D7F80FE1F}"/>
              </a:ext>
            </a:extLst>
          </p:cNvPr>
          <p:cNvPicPr>
            <a:picLocks noChangeAspect="1"/>
          </p:cNvPicPr>
          <p:nvPr/>
        </p:nvPicPr>
        <p:blipFill rotWithShape="1">
          <a:blip r:embed="rId4">
            <a:extLst>
              <a:ext uri="{28A0092B-C50C-407E-A947-70E740481C1C}">
                <a14:useLocalDpi xmlns:a14="http://schemas.microsoft.com/office/drawing/2010/main" val="0"/>
              </a:ext>
            </a:extLst>
          </a:blip>
          <a:srcRect l="16635" t="-3248" r="1396" b="3248"/>
          <a:stretch/>
        </p:blipFill>
        <p:spPr>
          <a:xfrm>
            <a:off x="430311" y="520995"/>
            <a:ext cx="3237921" cy="3091376"/>
          </a:xfrm>
          <a:prstGeom prst="ellipse">
            <a:avLst/>
          </a:prstGeom>
          <a:ln w="76200" cap="rnd">
            <a:solidFill>
              <a:srgbClr val="FBA93D"/>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378721880"/>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91F634926FA043ACFB26755753006F" ma:contentTypeVersion="20" ma:contentTypeDescription="Create a new document." ma:contentTypeScope="" ma:versionID="01147358cd12b12371d0fec9faf98450">
  <xsd:schema xmlns:xsd="http://www.w3.org/2001/XMLSchema" xmlns:xs="http://www.w3.org/2001/XMLSchema" xmlns:p="http://schemas.microsoft.com/office/2006/metadata/properties" xmlns:ns1="http://schemas.microsoft.com/sharepoint/v3" xmlns:ns2="038937e4-20c5-4a73-b245-175c4ead9603" xmlns:ns3="9ede4979-7183-4f81-a394-71c40c9222c4" targetNamespace="http://schemas.microsoft.com/office/2006/metadata/properties" ma:root="true" ma:fieldsID="f71df03f361f918f6e506a987229d969" ns1:_="" ns2:_="" ns3:_="">
    <xsd:import namespace="http://schemas.microsoft.com/sharepoint/v3"/>
    <xsd:import namespace="038937e4-20c5-4a73-b245-175c4ead9603"/>
    <xsd:import namespace="9ede4979-7183-4f81-a394-71c40c9222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38937e4-20c5-4a73-b245-175c4ead96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ea59994-8317-4aa6-899c-04dff19597d4"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de4979-7183-4f81-a394-71c40c9222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3a93ad-9e1c-4ee1-bbf7-4ca5dc6051e9}" ma:internalName="TaxCatchAll" ma:showField="CatchAllData" ma:web="9ede4979-7183-4f81-a394-71c40c922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38937e4-20c5-4a73-b245-175c4ead9603">
      <Terms xmlns="http://schemas.microsoft.com/office/infopath/2007/PartnerControls"/>
    </lcf76f155ced4ddcb4097134ff3c332f>
    <TaxCatchAll xmlns="9ede4979-7183-4f81-a394-71c40c9222c4"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EAE06F8C-4D5C-4AC9-A1CD-C2688EE69708}"/>
</file>

<file path=customXml/itemProps2.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3.xml><?xml version="1.0" encoding="utf-8"?>
<ds:datastoreItem xmlns:ds="http://schemas.openxmlformats.org/officeDocument/2006/customXml" ds:itemID="{DD870300-B03F-45F7-9154-521D8C74684E}">
  <ds:schemaRefs>
    <ds:schemaRef ds:uri="9ede4979-7183-4f81-a394-71c40c9222c4"/>
    <ds:schemaRef ds:uri="http://schemas.microsoft.com/office/infopath/2007/PartnerControls"/>
    <ds:schemaRef ds:uri="http://purl.org/dc/dcmitype/"/>
    <ds:schemaRef ds:uri="http://purl.org/dc/elements/1.1/"/>
    <ds:schemaRef ds:uri="http://schemas.microsoft.com/office/2006/documentManagement/types"/>
    <ds:schemaRef ds:uri="038937e4-20c5-4a73-b245-175c4ead9603"/>
    <ds:schemaRef ds:uri="http://www.w3.org/XML/1998/namespace"/>
    <ds:schemaRef ds:uri="http://schemas.microsoft.com/sharepoint/v3"/>
    <ds:schemaRef ds:uri="http://schemas.openxmlformats.org/package/2006/metadata/core-propertie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4718</TotalTime>
  <Words>442</Words>
  <Application>Microsoft Office PowerPoint</Application>
  <PresentationFormat>On-screen Show (4:3)</PresentationFormat>
  <Paragraphs>30</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Black</vt:lpstr>
      <vt:lpstr>Calibri</vt:lpstr>
      <vt:lpstr>system-ui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432</cp:revision>
  <dcterms:created xsi:type="dcterms:W3CDTF">2019-03-18T18:21:25Z</dcterms:created>
  <dcterms:modified xsi:type="dcterms:W3CDTF">2025-09-15T10:47:10Z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0x0101003391F634926FA043ACFB26755753006F</vt:lpwstr>
  </property>
  <property fmtid="{D5CDD505-2E9C-101B-9397-08002B2CF9AE}" pid="3" name="MediaServiceImageTags">
    <vt:lpwstr/>
  </property>
</Properties>
</file>