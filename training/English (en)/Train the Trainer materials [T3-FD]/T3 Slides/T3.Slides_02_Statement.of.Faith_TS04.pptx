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95" r:id="rId5"/>
    <p:sldId id="286" r:id="rId6"/>
    <p:sldId id="291" r:id="rId7"/>
    <p:sldId id="290" r:id="rId8"/>
    <p:sldId id="302" r:id="rId9"/>
    <p:sldId id="282" r:id="rId10"/>
    <p:sldId id="311" r:id="rId11"/>
    <p:sldId id="312" r:id="rId12"/>
    <p:sldId id="316" r:id="rId13"/>
    <p:sldId id="315" r:id="rId14"/>
    <p:sldId id="314" r:id="rId15"/>
    <p:sldId id="313" r:id="rId16"/>
    <p:sldId id="308" r:id="rId17"/>
    <p:sldId id="28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02E2E"/>
    <a:srgbClr val="83A83F"/>
    <a:srgbClr val="FBA93D"/>
    <a:srgbClr val="C3DD93"/>
    <a:srgbClr val="716557"/>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4424C3-18FA-45BF-B050-1556C9D9BCEB}" v="1" dt="2025-06-04T18:38:10.4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27" autoAdjust="0"/>
    <p:restoredTop sz="95646" autoAdjust="0"/>
  </p:normalViewPr>
  <p:slideViewPr>
    <p:cSldViewPr snapToGrid="0">
      <p:cViewPr varScale="1">
        <p:scale>
          <a:sx n="75" d="100"/>
          <a:sy n="75" d="100"/>
        </p:scale>
        <p:origin x="1238" y="53"/>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S::deborah_shaw@wycliffeassociates.org::79bf7848-a030-4096-934a-3abbfde4984a" providerId="AD" clId="Web-{F706AE5E-9208-25C5-EDCD-C9AB558D309B}"/>
    <pc:docChg chg="addSld modSld sldOrd">
      <pc:chgData name="Deborah Shaw" userId="S::deborah_shaw@wycliffeassociates.org::79bf7848-a030-4096-934a-3abbfde4984a" providerId="AD" clId="Web-{F706AE5E-9208-25C5-EDCD-C9AB558D309B}" dt="2023-12-17T12:12:57.682" v="185" actId="1076"/>
      <pc:docMkLst>
        <pc:docMk/>
      </pc:docMkLst>
      <pc:sldChg chg="delAnim">
        <pc:chgData name="Deborah Shaw" userId="S::deborah_shaw@wycliffeassociates.org::79bf7848-a030-4096-934a-3abbfde4984a" providerId="AD" clId="Web-{F706AE5E-9208-25C5-EDCD-C9AB558D309B}" dt="2023-12-17T11:44:09.440" v="11"/>
        <pc:sldMkLst>
          <pc:docMk/>
          <pc:sldMk cId="1993137712" sldId="282"/>
        </pc:sldMkLst>
      </pc:sldChg>
      <pc:sldChg chg="delAnim">
        <pc:chgData name="Deborah Shaw" userId="S::deborah_shaw@wycliffeassociates.org::79bf7848-a030-4096-934a-3abbfde4984a" providerId="AD" clId="Web-{F706AE5E-9208-25C5-EDCD-C9AB558D309B}" dt="2023-12-17T11:45:11.832" v="41"/>
        <pc:sldMkLst>
          <pc:docMk/>
          <pc:sldMk cId="1402606782" sldId="284"/>
        </pc:sldMkLst>
      </pc:sldChg>
      <pc:sldChg chg="delAnim">
        <pc:chgData name="Deborah Shaw" userId="S::deborah_shaw@wycliffeassociates.org::79bf7848-a030-4096-934a-3abbfde4984a" providerId="AD" clId="Web-{F706AE5E-9208-25C5-EDCD-C9AB558D309B}" dt="2023-12-17T11:43:41.126" v="7"/>
        <pc:sldMkLst>
          <pc:docMk/>
          <pc:sldMk cId="4285908524" sldId="290"/>
        </pc:sldMkLst>
      </pc:sldChg>
      <pc:sldChg chg="delAnim">
        <pc:chgData name="Deborah Shaw" userId="S::deborah_shaw@wycliffeassociates.org::79bf7848-a030-4096-934a-3abbfde4984a" providerId="AD" clId="Web-{F706AE5E-9208-25C5-EDCD-C9AB558D309B}" dt="2023-12-17T11:43:29.548" v="4"/>
        <pc:sldMkLst>
          <pc:docMk/>
          <pc:sldMk cId="2378721880" sldId="291"/>
        </pc:sldMkLst>
      </pc:sldChg>
      <pc:sldChg chg="modSp delAnim">
        <pc:chgData name="Deborah Shaw" userId="S::deborah_shaw@wycliffeassociates.org::79bf7848-a030-4096-934a-3abbfde4984a" providerId="AD" clId="Web-{F706AE5E-9208-25C5-EDCD-C9AB558D309B}" dt="2023-12-17T12:10:59.288" v="172" actId="20577"/>
        <pc:sldMkLst>
          <pc:docMk/>
          <pc:sldMk cId="3688703546" sldId="301"/>
        </pc:sldMkLst>
      </pc:sldChg>
      <pc:sldChg chg="modSp">
        <pc:chgData name="Deborah Shaw" userId="S::deborah_shaw@wycliffeassociates.org::79bf7848-a030-4096-934a-3abbfde4984a" providerId="AD" clId="Web-{F706AE5E-9208-25C5-EDCD-C9AB558D309B}" dt="2023-12-17T11:44:04.799" v="9" actId="1076"/>
        <pc:sldMkLst>
          <pc:docMk/>
          <pc:sldMk cId="3366674161" sldId="302"/>
        </pc:sldMkLst>
      </pc:sldChg>
      <pc:sldChg chg="modSp delAnim">
        <pc:chgData name="Deborah Shaw" userId="S::deborah_shaw@wycliffeassociates.org::79bf7848-a030-4096-934a-3abbfde4984a" providerId="AD" clId="Web-{F706AE5E-9208-25C5-EDCD-C9AB558D309B}" dt="2023-12-17T12:10:30.192" v="169" actId="20577"/>
        <pc:sldMkLst>
          <pc:docMk/>
          <pc:sldMk cId="1931036857" sldId="303"/>
        </pc:sldMkLst>
      </pc:sldChg>
      <pc:sldChg chg="modSp delAnim">
        <pc:chgData name="Deborah Shaw" userId="S::deborah_shaw@wycliffeassociates.org::79bf7848-a030-4096-934a-3abbfde4984a" providerId="AD" clId="Web-{F706AE5E-9208-25C5-EDCD-C9AB558D309B}" dt="2023-12-17T12:10:10.801" v="167" actId="20577"/>
        <pc:sldMkLst>
          <pc:docMk/>
          <pc:sldMk cId="3538161029" sldId="304"/>
        </pc:sldMkLst>
      </pc:sldChg>
      <pc:sldChg chg="modSp delAnim">
        <pc:chgData name="Deborah Shaw" userId="S::deborah_shaw@wycliffeassociates.org::79bf7848-a030-4096-934a-3abbfde4984a" providerId="AD" clId="Web-{F706AE5E-9208-25C5-EDCD-C9AB558D309B}" dt="2023-12-17T12:10:19.692" v="168" actId="20577"/>
        <pc:sldMkLst>
          <pc:docMk/>
          <pc:sldMk cId="1381913761" sldId="305"/>
        </pc:sldMkLst>
      </pc:sldChg>
      <pc:sldChg chg="modSp delAnim">
        <pc:chgData name="Deborah Shaw" userId="S::deborah_shaw@wycliffeassociates.org::79bf7848-a030-4096-934a-3abbfde4984a" providerId="AD" clId="Web-{F706AE5E-9208-25C5-EDCD-C9AB558D309B}" dt="2023-12-17T11:55:45.645" v="88" actId="20577"/>
        <pc:sldMkLst>
          <pc:docMk/>
          <pc:sldMk cId="1854242753" sldId="306"/>
        </pc:sldMkLst>
      </pc:sldChg>
      <pc:sldChg chg="delAnim">
        <pc:chgData name="Deborah Shaw" userId="S::deborah_shaw@wycliffeassociates.org::79bf7848-a030-4096-934a-3abbfde4984a" providerId="AD" clId="Web-{F706AE5E-9208-25C5-EDCD-C9AB558D309B}" dt="2023-12-17T11:44:37.128" v="22"/>
        <pc:sldMkLst>
          <pc:docMk/>
          <pc:sldMk cId="867718482" sldId="307"/>
        </pc:sldMkLst>
      </pc:sldChg>
      <pc:sldChg chg="ord delAnim">
        <pc:chgData name="Deborah Shaw" userId="S::deborah_shaw@wycliffeassociates.org::79bf7848-a030-4096-934a-3abbfde4984a" providerId="AD" clId="Web-{F706AE5E-9208-25C5-EDCD-C9AB558D309B}" dt="2023-12-17T11:45:41.208" v="43"/>
        <pc:sldMkLst>
          <pc:docMk/>
          <pc:sldMk cId="2884758104" sldId="308"/>
        </pc:sldMkLst>
      </pc:sldChg>
      <pc:sldChg chg="delSp modSp add ord replId">
        <pc:chgData name="Deborah Shaw" userId="S::deborah_shaw@wycliffeassociates.org::79bf7848-a030-4096-934a-3abbfde4984a" providerId="AD" clId="Web-{F706AE5E-9208-25C5-EDCD-C9AB558D309B}" dt="2023-12-17T12:10:46.772" v="170" actId="20577"/>
        <pc:sldMkLst>
          <pc:docMk/>
          <pc:sldMk cId="1074581629" sldId="309"/>
        </pc:sldMkLst>
      </pc:sldChg>
      <pc:sldChg chg="addSp delSp modSp add replId">
        <pc:chgData name="Deborah Shaw" userId="S::deborah_shaw@wycliffeassociates.org::79bf7848-a030-4096-934a-3abbfde4984a" providerId="AD" clId="Web-{F706AE5E-9208-25C5-EDCD-C9AB558D309B}" dt="2023-12-17T12:12:57.682" v="185" actId="1076"/>
        <pc:sldMkLst>
          <pc:docMk/>
          <pc:sldMk cId="2639063073" sldId="310"/>
        </pc:sldMkLst>
      </pc:sldChg>
    </pc:docChg>
  </pc:docChgLst>
  <pc:docChgLst>
    <pc:chgData name="Deborah Shaw" userId="79bf7848-a030-4096-934a-3abbfde4984a" providerId="ADAL" clId="{854424C3-18FA-45BF-B050-1556C9D9BCEB}"/>
    <pc:docChg chg="undo redo custSel modSld">
      <pc:chgData name="Deborah Shaw" userId="79bf7848-a030-4096-934a-3abbfde4984a" providerId="ADAL" clId="{854424C3-18FA-45BF-B050-1556C9D9BCEB}" dt="2025-06-04T18:44:25.358" v="91" actId="20577"/>
      <pc:docMkLst>
        <pc:docMk/>
      </pc:docMkLst>
      <pc:sldChg chg="modSp mod">
        <pc:chgData name="Deborah Shaw" userId="79bf7848-a030-4096-934a-3abbfde4984a" providerId="ADAL" clId="{854424C3-18FA-45BF-B050-1556C9D9BCEB}" dt="2025-06-04T18:44:25.358" v="91" actId="20577"/>
        <pc:sldMkLst>
          <pc:docMk/>
          <pc:sldMk cId="3829610916" sldId="295"/>
        </pc:sldMkLst>
        <pc:spChg chg="mod">
          <ac:chgData name="Deborah Shaw" userId="79bf7848-a030-4096-934a-3abbfde4984a" providerId="ADAL" clId="{854424C3-18FA-45BF-B050-1556C9D9BCEB}" dt="2025-06-04T18:44:25.358" v="91" actId="20577"/>
          <ac:spMkLst>
            <pc:docMk/>
            <pc:sldMk cId="3829610916" sldId="295"/>
            <ac:spMk id="3" creationId="{117E80A5-0A88-072D-D373-1B79DB1B2DCA}"/>
          </ac:spMkLst>
        </pc:spChg>
        <pc:picChg chg="mod">
          <ac:chgData name="Deborah Shaw" userId="79bf7848-a030-4096-934a-3abbfde4984a" providerId="ADAL" clId="{854424C3-18FA-45BF-B050-1556C9D9BCEB}" dt="2025-06-04T18:43:38.289" v="86" actId="14100"/>
          <ac:picMkLst>
            <pc:docMk/>
            <pc:sldMk cId="3829610916" sldId="295"/>
            <ac:picMk id="6" creationId="{4B1342BB-B465-1A3D-28BC-F5045ABD0A0E}"/>
          </ac:picMkLst>
        </pc:picChg>
      </pc:sldChg>
      <pc:sldChg chg="modSp mod">
        <pc:chgData name="Deborah Shaw" userId="79bf7848-a030-4096-934a-3abbfde4984a" providerId="ADAL" clId="{854424C3-18FA-45BF-B050-1556C9D9BCEB}" dt="2025-05-30T20:09:01.681" v="16"/>
        <pc:sldMkLst>
          <pc:docMk/>
          <pc:sldMk cId="2279164728" sldId="311"/>
        </pc:sldMkLst>
        <pc:spChg chg="mod">
          <ac:chgData name="Deborah Shaw" userId="79bf7848-a030-4096-934a-3abbfde4984a" providerId="ADAL" clId="{854424C3-18FA-45BF-B050-1556C9D9BCEB}" dt="2025-05-30T20:09:01.681" v="16"/>
          <ac:spMkLst>
            <pc:docMk/>
            <pc:sldMk cId="2279164728" sldId="311"/>
            <ac:spMk id="11" creationId="{FE2041E8-A1FB-6E7C-0A90-AA567ACB3E42}"/>
          </ac:spMkLst>
        </pc:spChg>
      </pc:sldChg>
      <pc:sldChg chg="modSp mod">
        <pc:chgData name="Deborah Shaw" userId="79bf7848-a030-4096-934a-3abbfde4984a" providerId="ADAL" clId="{854424C3-18FA-45BF-B050-1556C9D9BCEB}" dt="2025-06-02T14:11:46.303" v="44" actId="20577"/>
        <pc:sldMkLst>
          <pc:docMk/>
          <pc:sldMk cId="2813116919" sldId="312"/>
        </pc:sldMkLst>
        <pc:spChg chg="mod">
          <ac:chgData name="Deborah Shaw" userId="79bf7848-a030-4096-934a-3abbfde4984a" providerId="ADAL" clId="{854424C3-18FA-45BF-B050-1556C9D9BCEB}" dt="2025-06-02T14:11:46.303" v="44" actId="20577"/>
          <ac:spMkLst>
            <pc:docMk/>
            <pc:sldMk cId="2813116919" sldId="312"/>
            <ac:spMk id="11" creationId="{CFA19C29-2056-B22F-4C92-768A2F6BFF0D}"/>
          </ac:spMkLst>
        </pc:spChg>
      </pc:sldChg>
      <pc:sldChg chg="modSp mod">
        <pc:chgData name="Deborah Shaw" userId="79bf7848-a030-4096-934a-3abbfde4984a" providerId="ADAL" clId="{854424C3-18FA-45BF-B050-1556C9D9BCEB}" dt="2025-06-02T14:16:35.380" v="75" actId="20577"/>
        <pc:sldMkLst>
          <pc:docMk/>
          <pc:sldMk cId="1721112766" sldId="313"/>
        </pc:sldMkLst>
        <pc:spChg chg="mod">
          <ac:chgData name="Deborah Shaw" userId="79bf7848-a030-4096-934a-3abbfde4984a" providerId="ADAL" clId="{854424C3-18FA-45BF-B050-1556C9D9BCEB}" dt="2025-06-02T14:16:35.380" v="75" actId="20577"/>
          <ac:spMkLst>
            <pc:docMk/>
            <pc:sldMk cId="1721112766" sldId="313"/>
            <ac:spMk id="11" creationId="{E297E78A-626E-FD2A-9A4F-A4B2202B20B6}"/>
          </ac:spMkLst>
        </pc:spChg>
      </pc:sldChg>
      <pc:sldChg chg="modSp mod">
        <pc:chgData name="Deborah Shaw" userId="79bf7848-a030-4096-934a-3abbfde4984a" providerId="ADAL" clId="{854424C3-18FA-45BF-B050-1556C9D9BCEB}" dt="2025-06-02T14:14:50.661" v="66" actId="20577"/>
        <pc:sldMkLst>
          <pc:docMk/>
          <pc:sldMk cId="2926521449" sldId="314"/>
        </pc:sldMkLst>
        <pc:spChg chg="mod">
          <ac:chgData name="Deborah Shaw" userId="79bf7848-a030-4096-934a-3abbfde4984a" providerId="ADAL" clId="{854424C3-18FA-45BF-B050-1556C9D9BCEB}" dt="2025-06-02T14:14:50.661" v="66" actId="20577"/>
          <ac:spMkLst>
            <pc:docMk/>
            <pc:sldMk cId="2926521449" sldId="314"/>
            <ac:spMk id="11" creationId="{0E2EB5FB-63F2-EF19-A85F-96415A277E0B}"/>
          </ac:spMkLst>
        </pc:spChg>
      </pc:sldChg>
      <pc:sldChg chg="modSp mod">
        <pc:chgData name="Deborah Shaw" userId="79bf7848-a030-4096-934a-3abbfde4984a" providerId="ADAL" clId="{854424C3-18FA-45BF-B050-1556C9D9BCEB}" dt="2025-06-02T14:13:17.550" v="50"/>
        <pc:sldMkLst>
          <pc:docMk/>
          <pc:sldMk cId="1383805713" sldId="315"/>
        </pc:sldMkLst>
        <pc:spChg chg="mod">
          <ac:chgData name="Deborah Shaw" userId="79bf7848-a030-4096-934a-3abbfde4984a" providerId="ADAL" clId="{854424C3-18FA-45BF-B050-1556C9D9BCEB}" dt="2025-06-02T14:13:17.550" v="50"/>
          <ac:spMkLst>
            <pc:docMk/>
            <pc:sldMk cId="1383805713" sldId="315"/>
            <ac:spMk id="11" creationId="{929F9193-D7FC-810B-66C9-36D9C5F46920}"/>
          </ac:spMkLst>
        </pc:spChg>
      </pc:sldChg>
      <pc:sldChg chg="modSp mod">
        <pc:chgData name="Deborah Shaw" userId="79bf7848-a030-4096-934a-3abbfde4984a" providerId="ADAL" clId="{854424C3-18FA-45BF-B050-1556C9D9BCEB}" dt="2025-06-02T14:12:38.144" v="45"/>
        <pc:sldMkLst>
          <pc:docMk/>
          <pc:sldMk cId="4190127200" sldId="316"/>
        </pc:sldMkLst>
        <pc:spChg chg="mod">
          <ac:chgData name="Deborah Shaw" userId="79bf7848-a030-4096-934a-3abbfde4984a" providerId="ADAL" clId="{854424C3-18FA-45BF-B050-1556C9D9BCEB}" dt="2025-06-02T14:12:38.144" v="45"/>
          <ac:spMkLst>
            <pc:docMk/>
            <pc:sldMk cId="4190127200" sldId="316"/>
            <ac:spMk id="11" creationId="{22EB1012-184F-8273-99A6-81B82A48A31E}"/>
          </ac:spMkLst>
        </pc:spChg>
      </pc:sldChg>
    </pc:docChg>
  </pc:docChgLst>
  <pc:docChgLst>
    <pc:chgData name="Deborah Shaw" userId="S::deborah_shaw@wycliffeassociates.org::79bf7848-a030-4096-934a-3abbfde4984a" providerId="AD" clId="Web-{624E8007-DCE6-D376-6662-285528775E23}"/>
    <pc:docChg chg="addSld delSld modSld sldOrd">
      <pc:chgData name="Deborah Shaw" userId="S::deborah_shaw@wycliffeassociates.org::79bf7848-a030-4096-934a-3abbfde4984a" providerId="AD" clId="Web-{624E8007-DCE6-D376-6662-285528775E23}" dt="2023-12-18T19:07:09.594" v="306"/>
      <pc:docMkLst>
        <pc:docMk/>
      </pc:docMkLst>
      <pc:sldChg chg="addSp delSp modSp del">
        <pc:chgData name="Deborah Shaw" userId="S::deborah_shaw@wycliffeassociates.org::79bf7848-a030-4096-934a-3abbfde4984a" providerId="AD" clId="Web-{624E8007-DCE6-D376-6662-285528775E23}" dt="2023-12-18T15:19:37.047" v="71"/>
        <pc:sldMkLst>
          <pc:docMk/>
          <pc:sldMk cId="2126766571" sldId="260"/>
        </pc:sldMkLst>
      </pc:sldChg>
      <pc:sldChg chg="addSp delSp modSp mod setBg">
        <pc:chgData name="Deborah Shaw" userId="S::deborah_shaw@wycliffeassociates.org::79bf7848-a030-4096-934a-3abbfde4984a" providerId="AD" clId="Web-{624E8007-DCE6-D376-6662-285528775E23}" dt="2023-12-18T15:19:51.672" v="72" actId="1076"/>
        <pc:sldMkLst>
          <pc:docMk/>
          <pc:sldMk cId="3829610916" sldId="295"/>
        </pc:sldMkLst>
      </pc:sldChg>
      <pc:sldChg chg="del">
        <pc:chgData name="Deborah Shaw" userId="S::deborah_shaw@wycliffeassociates.org::79bf7848-a030-4096-934a-3abbfde4984a" providerId="AD" clId="Web-{624E8007-DCE6-D376-6662-285528775E23}" dt="2023-12-18T17:54:43.435" v="92"/>
        <pc:sldMkLst>
          <pc:docMk/>
          <pc:sldMk cId="3688703546" sldId="301"/>
        </pc:sldMkLst>
      </pc:sldChg>
      <pc:sldChg chg="delSp modSp del">
        <pc:chgData name="Deborah Shaw" userId="S::deborah_shaw@wycliffeassociates.org::79bf7848-a030-4096-934a-3abbfde4984a" providerId="AD" clId="Web-{624E8007-DCE6-D376-6662-285528775E23}" dt="2023-12-18T18:06:08.874" v="287"/>
        <pc:sldMkLst>
          <pc:docMk/>
          <pc:sldMk cId="1931036857" sldId="303"/>
        </pc:sldMkLst>
      </pc:sldChg>
      <pc:sldChg chg="delSp modSp del">
        <pc:chgData name="Deborah Shaw" userId="S::deborah_shaw@wycliffeassociates.org::79bf7848-a030-4096-934a-3abbfde4984a" providerId="AD" clId="Web-{624E8007-DCE6-D376-6662-285528775E23}" dt="2023-12-18T18:06:14.124" v="289"/>
        <pc:sldMkLst>
          <pc:docMk/>
          <pc:sldMk cId="3538161029" sldId="304"/>
        </pc:sldMkLst>
      </pc:sldChg>
      <pc:sldChg chg="delSp modSp del">
        <pc:chgData name="Deborah Shaw" userId="S::deborah_shaw@wycliffeassociates.org::79bf7848-a030-4096-934a-3abbfde4984a" providerId="AD" clId="Web-{624E8007-DCE6-D376-6662-285528775E23}" dt="2023-12-18T18:06:11.405" v="288"/>
        <pc:sldMkLst>
          <pc:docMk/>
          <pc:sldMk cId="1381913761" sldId="305"/>
        </pc:sldMkLst>
      </pc:sldChg>
      <pc:sldChg chg="modSp del">
        <pc:chgData name="Deborah Shaw" userId="S::deborah_shaw@wycliffeassociates.org::79bf7848-a030-4096-934a-3abbfde4984a" providerId="AD" clId="Web-{624E8007-DCE6-D376-6662-285528775E23}" dt="2023-12-18T18:00:30.053" v="177"/>
        <pc:sldMkLst>
          <pc:docMk/>
          <pc:sldMk cId="1854242753" sldId="306"/>
        </pc:sldMkLst>
      </pc:sldChg>
      <pc:sldChg chg="delSp modSp del">
        <pc:chgData name="Deborah Shaw" userId="S::deborah_shaw@wycliffeassociates.org::79bf7848-a030-4096-934a-3abbfde4984a" providerId="AD" clId="Web-{624E8007-DCE6-D376-6662-285528775E23}" dt="2023-12-18T18:06:05.733" v="286"/>
        <pc:sldMkLst>
          <pc:docMk/>
          <pc:sldMk cId="867718482" sldId="307"/>
        </pc:sldMkLst>
      </pc:sldChg>
      <pc:sldChg chg="ord">
        <pc:chgData name="Deborah Shaw" userId="S::deborah_shaw@wycliffeassociates.org::79bf7848-a030-4096-934a-3abbfde4984a" providerId="AD" clId="Web-{624E8007-DCE6-D376-6662-285528775E23}" dt="2023-12-18T17:05:11.201" v="73"/>
        <pc:sldMkLst>
          <pc:docMk/>
          <pc:sldMk cId="2884758104" sldId="308"/>
        </pc:sldMkLst>
      </pc:sldChg>
      <pc:sldChg chg="modSp del">
        <pc:chgData name="Deborah Shaw" userId="S::deborah_shaw@wycliffeassociates.org::79bf7848-a030-4096-934a-3abbfde4984a" providerId="AD" clId="Web-{624E8007-DCE6-D376-6662-285528775E23}" dt="2023-12-18T18:00:33.397" v="178"/>
        <pc:sldMkLst>
          <pc:docMk/>
          <pc:sldMk cId="1074581629" sldId="309"/>
        </pc:sldMkLst>
      </pc:sldChg>
      <pc:sldChg chg="del">
        <pc:chgData name="Deborah Shaw" userId="S::deborah_shaw@wycliffeassociates.org::79bf7848-a030-4096-934a-3abbfde4984a" providerId="AD" clId="Web-{624E8007-DCE6-D376-6662-285528775E23}" dt="2023-12-18T19:07:09.594" v="306"/>
        <pc:sldMkLst>
          <pc:docMk/>
          <pc:sldMk cId="2639063073" sldId="310"/>
        </pc:sldMkLst>
      </pc:sldChg>
      <pc:sldChg chg="addSp delSp modSp add ord replId">
        <pc:chgData name="Deborah Shaw" userId="S::deborah_shaw@wycliffeassociates.org::79bf7848-a030-4096-934a-3abbfde4984a" providerId="AD" clId="Web-{624E8007-DCE6-D376-6662-285528775E23}" dt="2023-12-18T17:57:37.064" v="135" actId="20577"/>
        <pc:sldMkLst>
          <pc:docMk/>
          <pc:sldMk cId="2279164728" sldId="311"/>
        </pc:sldMkLst>
      </pc:sldChg>
      <pc:sldChg chg="addSp delSp modSp add replId">
        <pc:chgData name="Deborah Shaw" userId="S::deborah_shaw@wycliffeassociates.org::79bf7848-a030-4096-934a-3abbfde4984a" providerId="AD" clId="Web-{624E8007-DCE6-D376-6662-285528775E23}" dt="2023-12-18T18:00:12.521" v="176" actId="1076"/>
        <pc:sldMkLst>
          <pc:docMk/>
          <pc:sldMk cId="2813116919" sldId="312"/>
        </pc:sldMkLst>
      </pc:sldChg>
      <pc:sldChg chg="addSp delSp modSp add replId">
        <pc:chgData name="Deborah Shaw" userId="S::deborah_shaw@wycliffeassociates.org::79bf7848-a030-4096-934a-3abbfde4984a" providerId="AD" clId="Web-{624E8007-DCE6-D376-6662-285528775E23}" dt="2023-12-18T18:04:49.309" v="254" actId="20577"/>
        <pc:sldMkLst>
          <pc:docMk/>
          <pc:sldMk cId="1721112766" sldId="313"/>
        </pc:sldMkLst>
      </pc:sldChg>
      <pc:sldChg chg="addSp delSp modSp add replId">
        <pc:chgData name="Deborah Shaw" userId="S::deborah_shaw@wycliffeassociates.org::79bf7848-a030-4096-934a-3abbfde4984a" providerId="AD" clId="Web-{624E8007-DCE6-D376-6662-285528775E23}" dt="2023-12-18T18:02:43.166" v="211" actId="1076"/>
        <pc:sldMkLst>
          <pc:docMk/>
          <pc:sldMk cId="2926521449" sldId="314"/>
        </pc:sldMkLst>
      </pc:sldChg>
      <pc:sldChg chg="addSp delSp modSp add replId">
        <pc:chgData name="Deborah Shaw" userId="S::deborah_shaw@wycliffeassociates.org::79bf7848-a030-4096-934a-3abbfde4984a" providerId="AD" clId="Web-{624E8007-DCE6-D376-6662-285528775E23}" dt="2023-12-18T18:42:13.858" v="305" actId="20577"/>
        <pc:sldMkLst>
          <pc:docMk/>
          <pc:sldMk cId="1383805713" sldId="315"/>
        </pc:sldMkLst>
      </pc:sldChg>
      <pc:sldChg chg="addSp delSp modSp add replId">
        <pc:chgData name="Deborah Shaw" userId="S::deborah_shaw@wycliffeassociates.org::79bf7848-a030-4096-934a-3abbfde4984a" providerId="AD" clId="Web-{624E8007-DCE6-D376-6662-285528775E23}" dt="2023-12-18T18:39:47.072" v="293" actId="20577"/>
        <pc:sldMkLst>
          <pc:docMk/>
          <pc:sldMk cId="4190127200" sldId="316"/>
        </pc:sldMkLst>
      </pc:sldChg>
    </pc:docChg>
  </pc:docChgLst>
  <pc:docChgLst>
    <pc:chgData name="Deborah Shaw" userId="79bf7848-a030-4096-934a-3abbfde4984a" providerId="ADAL" clId="{59B27761-3711-46AD-B852-B15239B45118}"/>
    <pc:docChg chg="modSld">
      <pc:chgData name="Deborah Shaw" userId="79bf7848-a030-4096-934a-3abbfde4984a" providerId="ADAL" clId="{59B27761-3711-46AD-B852-B15239B45118}" dt="2023-12-01T12:36:15.557" v="1110" actId="5793"/>
      <pc:docMkLst>
        <pc:docMk/>
      </pc:docMkLst>
      <pc:sldChg chg="modSp mod modAnim">
        <pc:chgData name="Deborah Shaw" userId="79bf7848-a030-4096-934a-3abbfde4984a" providerId="ADAL" clId="{59B27761-3711-46AD-B852-B15239B45118}" dt="2023-12-01T11:52:14.269" v="100" actId="255"/>
        <pc:sldMkLst>
          <pc:docMk/>
          <pc:sldMk cId="3688703546" sldId="301"/>
        </pc:sldMkLst>
      </pc:sldChg>
      <pc:sldChg chg="modSp modAnim">
        <pc:chgData name="Deborah Shaw" userId="79bf7848-a030-4096-934a-3abbfde4984a" providerId="ADAL" clId="{59B27761-3711-46AD-B852-B15239B45118}" dt="2023-12-01T12:24:00.692" v="797" actId="20577"/>
        <pc:sldMkLst>
          <pc:docMk/>
          <pc:sldMk cId="1931036857" sldId="303"/>
        </pc:sldMkLst>
      </pc:sldChg>
      <pc:sldChg chg="modSp mod modAnim">
        <pc:chgData name="Deborah Shaw" userId="79bf7848-a030-4096-934a-3abbfde4984a" providerId="ADAL" clId="{59B27761-3711-46AD-B852-B15239B45118}" dt="2023-12-01T12:36:15.557" v="1110" actId="5793"/>
        <pc:sldMkLst>
          <pc:docMk/>
          <pc:sldMk cId="3538161029" sldId="304"/>
        </pc:sldMkLst>
      </pc:sldChg>
      <pc:sldChg chg="modSp mod modAnim">
        <pc:chgData name="Deborah Shaw" userId="79bf7848-a030-4096-934a-3abbfde4984a" providerId="ADAL" clId="{59B27761-3711-46AD-B852-B15239B45118}" dt="2023-12-01T12:23:43.856" v="796" actId="1076"/>
        <pc:sldMkLst>
          <pc:docMk/>
          <pc:sldMk cId="1381913761" sldId="305"/>
        </pc:sldMkLst>
      </pc:sldChg>
      <pc:sldChg chg="modSp mod modAnim">
        <pc:chgData name="Deborah Shaw" userId="79bf7848-a030-4096-934a-3abbfde4984a" providerId="ADAL" clId="{59B27761-3711-46AD-B852-B15239B45118}" dt="2023-12-01T12:24:36.819" v="803" actId="20577"/>
        <pc:sldMkLst>
          <pc:docMk/>
          <pc:sldMk cId="1854242753" sldId="306"/>
        </pc:sldMkLst>
      </pc:sldChg>
      <pc:sldChg chg="modSp modAnim">
        <pc:chgData name="Deborah Shaw" userId="79bf7848-a030-4096-934a-3abbfde4984a" providerId="ADAL" clId="{59B27761-3711-46AD-B852-B15239B45118}" dt="2023-12-01T12:24:05.975" v="798" actId="20577"/>
        <pc:sldMkLst>
          <pc:docMk/>
          <pc:sldMk cId="867718482" sldId="307"/>
        </pc:sldMkLst>
      </pc:sldChg>
    </pc:docChg>
  </pc:docChgLst>
  <pc:docChgLst>
    <pc:chgData name="Deborah Shaw" userId="79bf7848-a030-4096-934a-3abbfde4984a" providerId="ADAL" clId="{500A39B3-D855-486B-9E67-E4D4BC24ED7A}"/>
    <pc:docChg chg="addSld modSld">
      <pc:chgData name="Deborah Shaw" userId="79bf7848-a030-4096-934a-3abbfde4984a" providerId="ADAL" clId="{500A39B3-D855-486B-9E67-E4D4BC24ED7A}" dt="2023-11-09T15:16:38.495" v="394" actId="255"/>
      <pc:docMkLst>
        <pc:docMk/>
      </pc:docMkLst>
      <pc:sldChg chg="modSp modAnim">
        <pc:chgData name="Deborah Shaw" userId="79bf7848-a030-4096-934a-3abbfde4984a" providerId="ADAL" clId="{500A39B3-D855-486B-9E67-E4D4BC24ED7A}" dt="2023-11-09T15:15:22.440" v="212" actId="255"/>
        <pc:sldMkLst>
          <pc:docMk/>
          <pc:sldMk cId="3688703546" sldId="301"/>
        </pc:sldMkLst>
      </pc:sldChg>
      <pc:sldChg chg="modSp add modAnim">
        <pc:chgData name="Deborah Shaw" userId="79bf7848-a030-4096-934a-3abbfde4984a" providerId="ADAL" clId="{500A39B3-D855-486B-9E67-E4D4BC24ED7A}" dt="2023-11-09T15:13:29.599" v="10" actId="20577"/>
        <pc:sldMkLst>
          <pc:docMk/>
          <pc:sldMk cId="1931036857" sldId="303"/>
        </pc:sldMkLst>
      </pc:sldChg>
      <pc:sldChg chg="modSp add modAnim">
        <pc:chgData name="Deborah Shaw" userId="79bf7848-a030-4096-934a-3abbfde4984a" providerId="ADAL" clId="{500A39B3-D855-486B-9E67-E4D4BC24ED7A}" dt="2023-11-09T15:13:05.020" v="6" actId="20577"/>
        <pc:sldMkLst>
          <pc:docMk/>
          <pc:sldMk cId="3538161029" sldId="304"/>
        </pc:sldMkLst>
      </pc:sldChg>
      <pc:sldChg chg="modSp add modAnim">
        <pc:chgData name="Deborah Shaw" userId="79bf7848-a030-4096-934a-3abbfde4984a" providerId="ADAL" clId="{500A39B3-D855-486B-9E67-E4D4BC24ED7A}" dt="2023-11-09T15:13:18.796" v="8" actId="20577"/>
        <pc:sldMkLst>
          <pc:docMk/>
          <pc:sldMk cId="1381913761" sldId="305"/>
        </pc:sldMkLst>
      </pc:sldChg>
      <pc:sldChg chg="modSp add modAnim">
        <pc:chgData name="Deborah Shaw" userId="79bf7848-a030-4096-934a-3abbfde4984a" providerId="ADAL" clId="{500A39B3-D855-486B-9E67-E4D4BC24ED7A}" dt="2023-11-09T15:16:21.523" v="393" actId="20577"/>
        <pc:sldMkLst>
          <pc:docMk/>
          <pc:sldMk cId="1854242753" sldId="306"/>
        </pc:sldMkLst>
      </pc:sldChg>
      <pc:sldChg chg="modSp add modAnim">
        <pc:chgData name="Deborah Shaw" userId="79bf7848-a030-4096-934a-3abbfde4984a" providerId="ADAL" clId="{500A39B3-D855-486B-9E67-E4D4BC24ED7A}" dt="2023-11-09T15:16:38.495" v="394" actId="255"/>
        <pc:sldMkLst>
          <pc:docMk/>
          <pc:sldMk cId="867718482" sldId="307"/>
        </pc:sldMkLst>
      </pc:sldChg>
      <pc:sldChg chg="add">
        <pc:chgData name="Deborah Shaw" userId="79bf7848-a030-4096-934a-3abbfde4984a" providerId="ADAL" clId="{500A39B3-D855-486B-9E67-E4D4BC24ED7A}" dt="2023-11-09T15:12:14.633" v="5" actId="2890"/>
        <pc:sldMkLst>
          <pc:docMk/>
          <pc:sldMk cId="2884758104" sldId="308"/>
        </pc:sldMkLst>
      </pc:sldChg>
    </pc:docChg>
  </pc:docChgLst>
  <pc:docChgLst>
    <pc:chgData name="Deborah Shaw" userId="79bf7848-a030-4096-934a-3abbfde4984a" providerId="ADAL" clId="{F4F8EC9E-8AA3-4BD0-BCD6-9BC35C4C0DBF}"/>
    <pc:docChg chg="modSld">
      <pc:chgData name="Deborah Shaw" userId="79bf7848-a030-4096-934a-3abbfde4984a" providerId="ADAL" clId="{F4F8EC9E-8AA3-4BD0-BCD6-9BC35C4C0DBF}" dt="2024-04-23T15:34:35.092" v="23" actId="1076"/>
      <pc:docMkLst>
        <pc:docMk/>
      </pc:docMkLst>
      <pc:sldChg chg="modSp mod">
        <pc:chgData name="Deborah Shaw" userId="79bf7848-a030-4096-934a-3abbfde4984a" providerId="ADAL" clId="{F4F8EC9E-8AA3-4BD0-BCD6-9BC35C4C0DBF}" dt="2024-04-23T15:34:35.092" v="23" actId="1076"/>
        <pc:sldMkLst>
          <pc:docMk/>
          <pc:sldMk cId="2884758104" sldId="308"/>
        </pc:sldMkLst>
      </pc:sldChg>
      <pc:sldChg chg="modSp mod">
        <pc:chgData name="Deborah Shaw" userId="79bf7848-a030-4096-934a-3abbfde4984a" providerId="ADAL" clId="{F4F8EC9E-8AA3-4BD0-BCD6-9BC35C4C0DBF}" dt="2024-04-23T15:26:26.824" v="17" actId="1076"/>
        <pc:sldMkLst>
          <pc:docMk/>
          <pc:sldMk cId="2813116919" sldId="312"/>
        </pc:sldMkLst>
      </pc:sldChg>
    </pc:docChg>
  </pc:docChgLst>
  <pc:docChgLst>
    <pc:chgData name="Deborah Shaw" userId="79bf7848-a030-4096-934a-3abbfde4984a" providerId="ADAL" clId="{B2C522D8-D82F-4EC3-A90D-6D0604BCB794}"/>
    <pc:docChg chg="undo custSel modSld">
      <pc:chgData name="Deborah Shaw" userId="79bf7848-a030-4096-934a-3abbfde4984a" providerId="ADAL" clId="{B2C522D8-D82F-4EC3-A90D-6D0604BCB794}" dt="2025-03-10T21:23:51.484" v="80" actId="1076"/>
      <pc:docMkLst>
        <pc:docMk/>
      </pc:docMkLst>
      <pc:sldChg chg="delSp modSp mod">
        <pc:chgData name="Deborah Shaw" userId="79bf7848-a030-4096-934a-3abbfde4984a" providerId="ADAL" clId="{B2C522D8-D82F-4EC3-A90D-6D0604BCB794}" dt="2025-03-10T21:23:51.484" v="80" actId="1076"/>
        <pc:sldMkLst>
          <pc:docMk/>
          <pc:sldMk cId="1402606782" sldId="284"/>
        </pc:sldMkLst>
        <pc:spChg chg="mod">
          <ac:chgData name="Deborah Shaw" userId="79bf7848-a030-4096-934a-3abbfde4984a" providerId="ADAL" clId="{B2C522D8-D82F-4EC3-A90D-6D0604BCB794}" dt="2025-03-10T19:16:25.166" v="65" actId="20577"/>
          <ac:spMkLst>
            <pc:docMk/>
            <pc:sldMk cId="1402606782" sldId="284"/>
            <ac:spMk id="4" creationId="{1AAD7BB7-92AE-4F16-9DC9-4A7C88F20850}"/>
          </ac:spMkLst>
        </pc:spChg>
        <pc:spChg chg="mod">
          <ac:chgData name="Deborah Shaw" userId="79bf7848-a030-4096-934a-3abbfde4984a" providerId="ADAL" clId="{B2C522D8-D82F-4EC3-A90D-6D0604BCB794}" dt="2025-03-10T21:23:38.952" v="77" actId="1076"/>
          <ac:spMkLst>
            <pc:docMk/>
            <pc:sldMk cId="1402606782" sldId="284"/>
            <ac:spMk id="7" creationId="{B33D645A-C6B0-474F-9464-3567C6966339}"/>
          </ac:spMkLst>
        </pc:spChg>
        <pc:spChg chg="mod">
          <ac:chgData name="Deborah Shaw" userId="79bf7848-a030-4096-934a-3abbfde4984a" providerId="ADAL" clId="{B2C522D8-D82F-4EC3-A90D-6D0604BCB794}" dt="2025-03-10T21:23:51.484" v="80" actId="1076"/>
          <ac:spMkLst>
            <pc:docMk/>
            <pc:sldMk cId="1402606782" sldId="284"/>
            <ac:spMk id="8" creationId="{71A5A433-661D-48B0-916B-E3E37CCF8325}"/>
          </ac:spMkLst>
        </pc:spChg>
        <pc:spChg chg="mod">
          <ac:chgData name="Deborah Shaw" userId="79bf7848-a030-4096-934a-3abbfde4984a" providerId="ADAL" clId="{B2C522D8-D82F-4EC3-A90D-6D0604BCB794}" dt="2025-03-10T21:23:49.186" v="79" actId="1076"/>
          <ac:spMkLst>
            <pc:docMk/>
            <pc:sldMk cId="1402606782" sldId="284"/>
            <ac:spMk id="9" creationId="{CCFA03C3-343E-441C-BAB2-0D994F432EBE}"/>
          </ac:spMkLst>
        </pc:spChg>
      </pc:sldChg>
    </pc:docChg>
  </pc:docChgLst>
  <pc:docChgLst>
    <pc:chgData name="Deborah Shaw" userId="S::deborah_shaw@wycliffeassociates.org::79bf7848-a030-4096-934a-3abbfde4984a" providerId="AD" clId="Web-{011AA422-523C-19A3-DFBB-3E5AF81C009D}"/>
    <pc:docChg chg="addSld sldOrd">
      <pc:chgData name="Deborah Shaw" userId="S::deborah_shaw@wycliffeassociates.org::79bf7848-a030-4096-934a-3abbfde4984a" providerId="AD" clId="Web-{011AA422-523C-19A3-DFBB-3E5AF81C009D}" dt="2023-12-17T22:06:15.855" v="1"/>
      <pc:docMkLst>
        <pc:docMk/>
      </pc:docMkLst>
      <pc:sldChg chg="add ord">
        <pc:chgData name="Deborah Shaw" userId="S::deborah_shaw@wycliffeassociates.org::79bf7848-a030-4096-934a-3abbfde4984a" providerId="AD" clId="Web-{011AA422-523C-19A3-DFBB-3E5AF81C009D}" dt="2023-12-17T22:06:15.855" v="1"/>
        <pc:sldMkLst>
          <pc:docMk/>
          <pc:sldMk cId="3829610916" sldId="295"/>
        </pc:sldMkLst>
      </pc:sldChg>
    </pc:docChg>
  </pc:docChgLst>
  <pc:docChgLst>
    <pc:chgData name="Tina Slack" userId="5020e05b7d920362" providerId="LiveId" clId="{7F1632E8-BF95-4E23-89F0-E84984BFFA88}"/>
    <pc:docChg chg="undo custSel addSld delSld modSld sldOrd">
      <pc:chgData name="Tina Slack" userId="5020e05b7d920362" providerId="LiveId" clId="{7F1632E8-BF95-4E23-89F0-E84984BFFA88}" dt="2023-09-01T16:41:25.556" v="82" actId="1076"/>
      <pc:docMkLst>
        <pc:docMk/>
      </pc:docMkLst>
      <pc:sldChg chg="del">
        <pc:chgData name="Tina Slack" userId="5020e05b7d920362" providerId="LiveId" clId="{7F1632E8-BF95-4E23-89F0-E84984BFFA88}" dt="2023-08-22T15:56:21.093" v="33" actId="2696"/>
        <pc:sldMkLst>
          <pc:docMk/>
          <pc:sldMk cId="3933001166" sldId="281"/>
        </pc:sldMkLst>
      </pc:sldChg>
      <pc:sldChg chg="addSp delSp modSp add del mod delAnim">
        <pc:chgData name="Tina Slack" userId="5020e05b7d920362" providerId="LiveId" clId="{7F1632E8-BF95-4E23-89F0-E84984BFFA88}" dt="2023-09-01T16:41:25.556" v="82" actId="1076"/>
        <pc:sldMkLst>
          <pc:docMk/>
          <pc:sldMk cId="1993137712" sldId="282"/>
        </pc:sldMkLst>
      </pc:sldChg>
      <pc:sldChg chg="del">
        <pc:chgData name="Tina Slack" userId="5020e05b7d920362" providerId="LiveId" clId="{7F1632E8-BF95-4E23-89F0-E84984BFFA88}" dt="2023-08-22T16:09:33.821" v="61" actId="2696"/>
        <pc:sldMkLst>
          <pc:docMk/>
          <pc:sldMk cId="2139999595" sldId="283"/>
        </pc:sldMkLst>
      </pc:sldChg>
      <pc:sldChg chg="addSp delSp mod delAnim">
        <pc:chgData name="Tina Slack" userId="5020e05b7d920362" providerId="LiveId" clId="{7F1632E8-BF95-4E23-89F0-E84984BFFA88}" dt="2023-08-22T15:41:31.908" v="2" actId="478"/>
        <pc:sldMkLst>
          <pc:docMk/>
          <pc:sldMk cId="834478945" sldId="286"/>
        </pc:sldMkLst>
      </pc:sldChg>
      <pc:sldChg chg="modSp mod">
        <pc:chgData name="Tina Slack" userId="5020e05b7d920362" providerId="LiveId" clId="{7F1632E8-BF95-4E23-89F0-E84984BFFA88}" dt="2023-08-22T15:44:23.438" v="8" actId="20577"/>
        <pc:sldMkLst>
          <pc:docMk/>
          <pc:sldMk cId="4285908524" sldId="290"/>
        </pc:sldMkLst>
      </pc:sldChg>
      <pc:sldChg chg="del">
        <pc:chgData name="Tina Slack" userId="5020e05b7d920362" providerId="LiveId" clId="{7F1632E8-BF95-4E23-89F0-E84984BFFA88}" dt="2023-09-01T16:26:22.568" v="71" actId="2696"/>
        <pc:sldMkLst>
          <pc:docMk/>
          <pc:sldMk cId="1081115863" sldId="298"/>
        </pc:sldMkLst>
      </pc:sldChg>
      <pc:sldChg chg="del">
        <pc:chgData name="Tina Slack" userId="5020e05b7d920362" providerId="LiveId" clId="{7F1632E8-BF95-4E23-89F0-E84984BFFA88}" dt="2023-09-01T16:37:37.410" v="72" actId="2696"/>
        <pc:sldMkLst>
          <pc:docMk/>
          <pc:sldMk cId="4087941246" sldId="299"/>
        </pc:sldMkLst>
      </pc:sldChg>
      <pc:sldChg chg="del">
        <pc:chgData name="Tina Slack" userId="5020e05b7d920362" providerId="LiveId" clId="{7F1632E8-BF95-4E23-89F0-E84984BFFA88}" dt="2023-09-01T16:37:39.905" v="73" actId="2696"/>
        <pc:sldMkLst>
          <pc:docMk/>
          <pc:sldMk cId="3650695065" sldId="300"/>
        </pc:sldMkLst>
      </pc:sldChg>
      <pc:sldChg chg="modSp ord">
        <pc:chgData name="Tina Slack" userId="5020e05b7d920362" providerId="LiveId" clId="{7F1632E8-BF95-4E23-89F0-E84984BFFA88}" dt="2023-08-22T16:18:13.599" v="70" actId="20577"/>
        <pc:sldMkLst>
          <pc:docMk/>
          <pc:sldMk cId="3688703546" sldId="301"/>
        </pc:sldMkLst>
      </pc:sldChg>
      <pc:sldChg chg="modSp mod">
        <pc:chgData name="Tina Slack" userId="5020e05b7d920362" providerId="LiveId" clId="{7F1632E8-BF95-4E23-89F0-E84984BFFA88}" dt="2023-08-22T15:47:59.806" v="30" actId="1076"/>
        <pc:sldMkLst>
          <pc:docMk/>
          <pc:sldMk cId="3366674161" sldId="3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6/4/2025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39B3C9-13A9-6540-8F68-9A544DD081BF}" type="slidenum">
              <a:rPr lang="en-US" smtClean="0"/>
              <a:t>3</a:t>
            </a:fld>
            <a:endParaRPr lang="en-US"/>
          </a:p>
        </p:txBody>
      </p:sp>
    </p:spTree>
    <p:extLst>
      <p:ext uri="{BB962C8B-B14F-4D97-AF65-F5344CB8AC3E}">
        <p14:creationId xmlns:p14="http://schemas.microsoft.com/office/powerpoint/2010/main" val="3735445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6/4/2025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group of men sitting on a bench looking at a book&#10;&#10;Description automatically generated">
            <a:extLst>
              <a:ext uri="{FF2B5EF4-FFF2-40B4-BE49-F238E27FC236}">
                <a16:creationId xmlns:a16="http://schemas.microsoft.com/office/drawing/2014/main" id="{4B1342BB-B465-1A3D-28BC-F5045ABD0A0E}"/>
              </a:ext>
            </a:extLst>
          </p:cNvPr>
          <p:cNvPicPr>
            <a:picLocks noChangeAspect="1"/>
          </p:cNvPicPr>
          <p:nvPr/>
        </p:nvPicPr>
        <p:blipFill rotWithShape="1">
          <a:blip r:embed="rId2"/>
          <a:srcRect b="23794"/>
          <a:stretch/>
        </p:blipFill>
        <p:spPr>
          <a:xfrm>
            <a:off x="0" y="146817"/>
            <a:ext cx="9144000" cy="35113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535003" y="4025493"/>
            <a:ext cx="5479527" cy="2484145"/>
          </a:xfrm>
        </p:spPr>
        <p:txBody>
          <a:bodyPr anchor="ctr">
            <a:normAutofit fontScale="92500" lnSpcReduction="20000"/>
          </a:bodyPr>
          <a:lstStyle/>
          <a:p>
            <a:pPr marL="0" indent="0">
              <a:buNone/>
            </a:pPr>
            <a:r>
              <a:rPr lang="en-US" dirty="0">
                <a:solidFill>
                  <a:schemeClr val="accent1">
                    <a:lumMod val="50000"/>
                  </a:schemeClr>
                </a:solidFill>
                <a:latin typeface="Arial"/>
                <a:ea typeface="Times New Roman" panose="02020603050405020304" pitchFamily="18" charset="0"/>
                <a:cs typeface="Arial"/>
              </a:rPr>
              <a:t>Let us also hold firmly to the hope we confess, for he who promised is faithful </a:t>
            </a:r>
            <a:r>
              <a:rPr lang="en-US" dirty="0">
                <a:solidFill>
                  <a:schemeClr val="accent1">
                    <a:lumMod val="50000"/>
                  </a:schemeClr>
                </a:solidFill>
                <a:effectLst/>
                <a:latin typeface="Arial"/>
                <a:ea typeface="Times New Roman" panose="02020603050405020304" pitchFamily="18" charset="0"/>
                <a:cs typeface="Arial"/>
              </a:rPr>
              <a:t>(</a:t>
            </a:r>
            <a:r>
              <a:rPr lang="en-US" dirty="0">
                <a:solidFill>
                  <a:schemeClr val="accent1">
                    <a:lumMod val="50000"/>
                  </a:schemeClr>
                </a:solidFill>
                <a:latin typeface="Arial"/>
                <a:ea typeface="Times New Roman" panose="02020603050405020304" pitchFamily="18" charset="0"/>
                <a:cs typeface="Arial"/>
              </a:rPr>
              <a:t>Heb</a:t>
            </a:r>
            <a:r>
              <a:rPr lang="en-US" dirty="0">
                <a:solidFill>
                  <a:schemeClr val="accent1">
                    <a:lumMod val="50000"/>
                  </a:schemeClr>
                </a:solidFill>
                <a:effectLst/>
                <a:latin typeface="Arial"/>
                <a:ea typeface="Times New Roman" panose="02020603050405020304" pitchFamily="18" charset="0"/>
                <a:cs typeface="Arial"/>
              </a:rPr>
              <a:t>. </a:t>
            </a:r>
            <a:r>
              <a:rPr lang="en-US">
                <a:solidFill>
                  <a:schemeClr val="accent1">
                    <a:lumMod val="50000"/>
                  </a:schemeClr>
                </a:solidFill>
                <a:latin typeface="Arial"/>
                <a:ea typeface="Times New Roman" panose="02020603050405020304" pitchFamily="18" charset="0"/>
                <a:cs typeface="Arial"/>
              </a:rPr>
              <a:t>10:23</a:t>
            </a:r>
            <a:r>
              <a:rPr lang="en-US">
                <a:solidFill>
                  <a:schemeClr val="accent1">
                    <a:lumMod val="50000"/>
                  </a:schemeClr>
                </a:solidFill>
                <a:effectLst/>
                <a:latin typeface="Arial"/>
                <a:ea typeface="Times New Roman" panose="02020603050405020304" pitchFamily="18" charset="0"/>
                <a:cs typeface="Arial"/>
              </a:rPr>
              <a:t>).</a:t>
            </a:r>
            <a:r>
              <a:rPr lang="en-US">
                <a:solidFill>
                  <a:schemeClr val="accent1">
                    <a:lumMod val="50000"/>
                  </a:schemeClr>
                </a:solidFill>
                <a:latin typeface="Arial"/>
                <a:ea typeface="Times New Roman" panose="02020603050405020304" pitchFamily="18" charset="0"/>
                <a:cs typeface="Arial"/>
              </a:rPr>
              <a:t> </a:t>
            </a:r>
            <a:endParaRPr lang="en-US" dirty="0">
              <a:solidFill>
                <a:schemeClr val="accent1">
                  <a:lumMod val="50000"/>
                </a:schemeClr>
              </a:solidFill>
              <a:latin typeface="Arial"/>
              <a:cs typeface="Arial"/>
            </a:endParaRPr>
          </a:p>
          <a:p>
            <a:pPr marL="0" marR="0" indent="0">
              <a:spcBef>
                <a:spcPts val="0"/>
              </a:spcBef>
              <a:spcAft>
                <a:spcPts val="0"/>
              </a:spcAft>
              <a:buNone/>
            </a:pPr>
            <a:endParaRPr lang="en-US" sz="1600" dirty="0">
              <a:effectLst/>
              <a:latin typeface="Calibri"/>
              <a:ea typeface="Times New Roman" panose="02020603050405020304" pitchFamily="18" charset="0"/>
            </a:endParaRPr>
          </a:p>
          <a:p>
            <a:pPr marL="0" marR="0" indent="0">
              <a:spcBef>
                <a:spcPts val="0"/>
              </a:spcBef>
              <a:spcAft>
                <a:spcPts val="0"/>
              </a:spcAft>
              <a:buNone/>
            </a:pPr>
            <a:endParaRPr lang="en-US" sz="2000" dirty="0">
              <a:latin typeface="Calibri"/>
              <a:ea typeface="Times New Roman" panose="02020603050405020304" pitchFamily="18" charset="0"/>
            </a:endParaRPr>
          </a:p>
          <a:p>
            <a:pPr marL="0" marR="0" indent="0" fontAlgn="base">
              <a:spcBef>
                <a:spcPts val="0"/>
              </a:spcBef>
              <a:spcAft>
                <a:spcPts val="0"/>
              </a:spcAft>
              <a:buNone/>
            </a:pPr>
            <a:r>
              <a:rPr lang="en-US" sz="1500" dirty="0">
                <a:solidFill>
                  <a:srgbClr val="602E2E"/>
                </a:solidFill>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500" dirty="0" err="1">
                <a:solidFill>
                  <a:srgbClr val="602E2E"/>
                </a:solidFill>
                <a:latin typeface="Calibri"/>
                <a:ea typeface="Times New Roman" panose="02020603050405020304" pitchFamily="18" charset="0"/>
                <a:cs typeface="Arial"/>
              </a:rPr>
              <a:t>ShareAlike</a:t>
            </a:r>
            <a:r>
              <a:rPr lang="en-US" sz="1500" dirty="0">
                <a:solidFill>
                  <a:srgbClr val="602E2E"/>
                </a:solidFill>
                <a:latin typeface="Calibri"/>
                <a:ea typeface="Times New Roman" panose="02020603050405020304" pitchFamily="18" charset="0"/>
                <a:cs typeface="Arial"/>
              </a:rPr>
              <a:t> 4.0 International License. </a:t>
            </a:r>
          </a:p>
          <a:p>
            <a:pPr marL="0" marR="0" indent="0" fontAlgn="base">
              <a:spcBef>
                <a:spcPts val="0"/>
              </a:spcBef>
              <a:spcAft>
                <a:spcPts val="0"/>
              </a:spcAft>
              <a:buNone/>
            </a:pPr>
            <a:r>
              <a:rPr lang="en-US" sz="1500" dirty="0">
                <a:solidFill>
                  <a:srgbClr val="602E2E"/>
                </a:solidFill>
                <a:latin typeface="Calibri"/>
                <a:ea typeface="Times New Roman" panose="02020603050405020304" pitchFamily="18" charset="0"/>
                <a:cs typeface="Arial"/>
              </a:rPr>
              <a:t>The English ULB is based on the </a:t>
            </a:r>
            <a:r>
              <a:rPr lang="en-US" sz="1500" dirty="0" err="1">
                <a:solidFill>
                  <a:srgbClr val="602E2E"/>
                </a:solidFill>
                <a:latin typeface="Calibri"/>
                <a:ea typeface="Times New Roman" panose="02020603050405020304" pitchFamily="18" charset="0"/>
                <a:cs typeface="Arial"/>
              </a:rPr>
              <a:t>unfoldingWord</a:t>
            </a:r>
            <a:r>
              <a:rPr lang="en-US" sz="1500" dirty="0">
                <a:solidFill>
                  <a:srgbClr val="602E2E"/>
                </a:solidFill>
                <a:latin typeface="Calibri"/>
                <a:ea typeface="Times New Roman" panose="02020603050405020304" pitchFamily="18" charset="0"/>
                <a:cs typeface="Arial"/>
              </a:rPr>
              <a:t>® Literal Text, CC BY-SA 4.0. The original work of the </a:t>
            </a:r>
            <a:r>
              <a:rPr lang="en-US" sz="1500" dirty="0" err="1">
                <a:solidFill>
                  <a:srgbClr val="602E2E"/>
                </a:solidFill>
                <a:latin typeface="Calibri"/>
                <a:ea typeface="Times New Roman" panose="02020603050405020304" pitchFamily="18" charset="0"/>
                <a:cs typeface="Arial"/>
              </a:rPr>
              <a:t>unfoldingWord</a:t>
            </a:r>
            <a:r>
              <a:rPr lang="en-US" sz="1500" dirty="0">
                <a:solidFill>
                  <a:srgbClr val="602E2E"/>
                </a:solidFill>
                <a:latin typeface="Calibri"/>
                <a:ea typeface="Times New Roman" panose="02020603050405020304" pitchFamily="18" charset="0"/>
                <a:cs typeface="Arial"/>
              </a:rPr>
              <a:t>® Literal Text is available at https://unfoldingword.bible/ult/.</a:t>
            </a:r>
            <a:endParaRPr lang="en-US" sz="1500" dirty="0">
              <a:solidFill>
                <a:srgbClr val="602E2E"/>
              </a:solidFill>
              <a:effectLst/>
              <a:latin typeface="Times New Roman" panose="02020603050405020304" pitchFamily="18" charset="0"/>
              <a:ea typeface="Times New Roman" panose="02020603050405020304" pitchFamily="18" charset="0"/>
            </a:endParaRPr>
          </a:p>
          <a:p>
            <a:endParaRPr lang="en-US" sz="1600" dirty="0"/>
          </a:p>
        </p:txBody>
      </p:sp>
      <p:sp>
        <p:nvSpPr>
          <p:cNvPr id="7" name="Rectangle 6">
            <a:extLst>
              <a:ext uri="{FF2B5EF4-FFF2-40B4-BE49-F238E27FC236}">
                <a16:creationId xmlns:a16="http://schemas.microsoft.com/office/drawing/2014/main" id="{6D1C5468-2E27-9AF9-E8A7-9D00C2F6695F}"/>
              </a:ext>
            </a:extLst>
          </p:cNvPr>
          <p:cNvSpPr/>
          <p:nvPr/>
        </p:nvSpPr>
        <p:spPr>
          <a:xfrm>
            <a:off x="416923" y="4360782"/>
            <a:ext cx="2532252" cy="1200329"/>
          </a:xfrm>
          <a:prstGeom prst="rect">
            <a:avLst/>
          </a:prstGeom>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Statement of Faith</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048141" y="4020422"/>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61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A585C-182F-4097-AE7A-03F38E316BE5}"/>
              </a:ext>
            </a:extLst>
          </p:cNvPr>
          <p:cNvSpPr txBox="1"/>
          <p:nvPr/>
        </p:nvSpPr>
        <p:spPr>
          <a:xfrm>
            <a:off x="2521599" y="-464375"/>
            <a:ext cx="4100803" cy="7786747"/>
          </a:xfrm>
          <a:prstGeom prst="rect">
            <a:avLst/>
          </a:prstGeom>
          <a:noFill/>
        </p:spPr>
        <p:txBody>
          <a:bodyPr wrap="squar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3" name="TextBox 2">
            <a:extLst>
              <a:ext uri="{FF2B5EF4-FFF2-40B4-BE49-F238E27FC236}">
                <a16:creationId xmlns:a16="http://schemas.microsoft.com/office/drawing/2014/main" id="{26FADB6C-6CB5-4D7C-AC09-B89C68326468}"/>
              </a:ext>
            </a:extLst>
          </p:cNvPr>
          <p:cNvSpPr txBox="1"/>
          <p:nvPr/>
        </p:nvSpPr>
        <p:spPr>
          <a:xfrm>
            <a:off x="2623457" y="2959083"/>
            <a:ext cx="3897086" cy="1384995"/>
          </a:xfrm>
          <a:prstGeom prst="rect">
            <a:avLst/>
          </a:prstGeom>
          <a:noFill/>
        </p:spPr>
        <p:txBody>
          <a:bodyPr wrap="square" anchor="ctr">
            <a:spAutoFit/>
          </a:bodyPr>
          <a:lstStyle/>
          <a:p>
            <a:pPr algn="ctr"/>
            <a:r>
              <a:rPr lang="en-US" sz="2800" b="1" dirty="0">
                <a:solidFill>
                  <a:schemeClr val="tx2"/>
                </a:solidFill>
                <a:effectLst/>
                <a:latin typeface="Arial" panose="020B0604020202020204" pitchFamily="34" charset="0"/>
                <a:ea typeface="MS Mincho" panose="02020609040205080304" pitchFamily="49" charset="-128"/>
              </a:rPr>
              <a:t>What do you think of when </a:t>
            </a:r>
            <a:r>
              <a:rPr lang="en-US" sz="2800" b="1" dirty="0">
                <a:solidFill>
                  <a:schemeClr val="tx2"/>
                </a:solidFill>
                <a:latin typeface="Arial" panose="020B0604020202020204" pitchFamily="34" charset="0"/>
                <a:ea typeface="MS Mincho" panose="02020609040205080304" pitchFamily="49" charset="-128"/>
              </a:rPr>
              <a:t>I say the word</a:t>
            </a:r>
            <a:r>
              <a:rPr lang="en-US" sz="2800" b="1" dirty="0">
                <a:solidFill>
                  <a:schemeClr val="tx2"/>
                </a:solidFill>
                <a:effectLst/>
                <a:latin typeface="Arial" panose="020B0604020202020204" pitchFamily="34" charset="0"/>
                <a:ea typeface="MS Mincho" panose="02020609040205080304" pitchFamily="49" charset="-128"/>
              </a:rPr>
              <a:t> </a:t>
            </a:r>
            <a:endParaRPr lang="en-US" sz="2800" b="1" dirty="0">
              <a:solidFill>
                <a:schemeClr val="tx2"/>
              </a:solidFill>
              <a:latin typeface="Arial" panose="020B0604020202020204" pitchFamily="34" charset="0"/>
              <a:ea typeface="MS Mincho" panose="02020609040205080304" pitchFamily="49" charset="-128"/>
            </a:endParaRPr>
          </a:p>
          <a:p>
            <a:pPr algn="ctr"/>
            <a:r>
              <a:rPr lang="en-US" sz="2800" b="1" dirty="0">
                <a:solidFill>
                  <a:schemeClr val="tx2"/>
                </a:solidFill>
                <a:effectLst/>
                <a:latin typeface="Arial" panose="020B0604020202020204" pitchFamily="34" charset="0"/>
                <a:ea typeface="MS Mincho" panose="02020609040205080304" pitchFamily="49" charset="-128"/>
              </a:rPr>
              <a:t>“value”?</a:t>
            </a:r>
            <a:endParaRPr lang="en-US" sz="2800" b="1" dirty="0">
              <a:solidFill>
                <a:schemeClr val="tx2"/>
              </a:solidFill>
            </a:endParaRPr>
          </a:p>
        </p:txBody>
      </p:sp>
    </p:spTree>
    <p:extLst>
      <p:ext uri="{BB962C8B-B14F-4D97-AF65-F5344CB8AC3E}">
        <p14:creationId xmlns:p14="http://schemas.microsoft.com/office/powerpoint/2010/main" val="834478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C3D8872-5056-45C3-9946-A3DBDCEC2F73}"/>
              </a:ext>
            </a:extLst>
          </p:cNvPr>
          <p:cNvSpPr txBox="1"/>
          <p:nvPr/>
        </p:nvSpPr>
        <p:spPr>
          <a:xfrm>
            <a:off x="1952367" y="2339274"/>
            <a:ext cx="6561438" cy="461665"/>
          </a:xfrm>
          <a:prstGeom prst="rect">
            <a:avLst/>
          </a:prstGeom>
          <a:noFill/>
        </p:spPr>
        <p:txBody>
          <a:bodyPr wrap="square">
            <a:spAutoFit/>
          </a:bodyPr>
          <a:lstStyle/>
          <a:p>
            <a:pPr algn="ctr"/>
            <a:r>
              <a:rPr lang="en-US" sz="2400" dirty="0">
                <a:latin typeface="Arial" panose="020B0604020202020204" pitchFamily="34" charset="0"/>
                <a:ea typeface="Calibri" panose="020F0502020204030204" pitchFamily="34" charset="0"/>
              </a:rPr>
              <a:t>We believe that the Bible is the Word of God.</a:t>
            </a:r>
            <a:endParaRPr lang="en-US" sz="2400" dirty="0"/>
          </a:p>
        </p:txBody>
      </p:sp>
      <p:pic>
        <p:nvPicPr>
          <p:cNvPr id="5" name="Picture 4">
            <a:extLst>
              <a:ext uri="{FF2B5EF4-FFF2-40B4-BE49-F238E27FC236}">
                <a16:creationId xmlns:a16="http://schemas.microsoft.com/office/drawing/2014/main" id="{7DDEA9A4-4E44-4BB5-9B53-B1046DE67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4712" y="576295"/>
            <a:ext cx="3243946" cy="978900"/>
          </a:xfrm>
          <a:prstGeom prst="rect">
            <a:avLst/>
          </a:prstGeom>
        </p:spPr>
      </p:pic>
      <p:pic>
        <p:nvPicPr>
          <p:cNvPr id="13" name="Picture 12">
            <a:extLst>
              <a:ext uri="{FF2B5EF4-FFF2-40B4-BE49-F238E27FC236}">
                <a16:creationId xmlns:a16="http://schemas.microsoft.com/office/drawing/2014/main" id="{408B2E0C-996A-0E58-5951-1577CA852F18}"/>
              </a:ext>
            </a:extLst>
          </p:cNvPr>
          <p:cNvPicPr>
            <a:picLocks/>
          </p:cNvPicPr>
          <p:nvPr/>
        </p:nvPicPr>
        <p:blipFill rotWithShape="1">
          <a:blip r:embed="rId4">
            <a:extLst>
              <a:ext uri="{28A0092B-C50C-407E-A947-70E740481C1C}">
                <a14:useLocalDpi xmlns:a14="http://schemas.microsoft.com/office/drawing/2010/main" val="0"/>
              </a:ext>
            </a:extLst>
          </a:blip>
          <a:srcRect l="25965" r="27247"/>
          <a:stretch/>
        </p:blipFill>
        <p:spPr>
          <a:xfrm>
            <a:off x="630195" y="1974811"/>
            <a:ext cx="1191663" cy="1190589"/>
          </a:xfrm>
          <a:prstGeom prst="ellipse">
            <a:avLst/>
          </a:prstGeom>
          <a:solidFill>
            <a:schemeClr val="accent1"/>
          </a:solidFill>
          <a:ln w="76200">
            <a:solidFill>
              <a:schemeClr val="accent1"/>
            </a:solidFill>
          </a:ln>
        </p:spPr>
      </p:pic>
      <p:sp>
        <p:nvSpPr>
          <p:cNvPr id="17" name="TextBox 16">
            <a:extLst>
              <a:ext uri="{FF2B5EF4-FFF2-40B4-BE49-F238E27FC236}">
                <a16:creationId xmlns:a16="http://schemas.microsoft.com/office/drawing/2014/main" id="{2B12681D-8C5C-1BC1-E75E-071C6320AFBB}"/>
              </a:ext>
            </a:extLst>
          </p:cNvPr>
          <p:cNvSpPr txBox="1"/>
          <p:nvPr/>
        </p:nvSpPr>
        <p:spPr>
          <a:xfrm>
            <a:off x="2211859" y="3585018"/>
            <a:ext cx="6301946" cy="830997"/>
          </a:xfrm>
          <a:prstGeom prst="rect">
            <a:avLst/>
          </a:prstGeom>
          <a:noFill/>
        </p:spPr>
        <p:txBody>
          <a:bodyPr wrap="square" rtlCol="0">
            <a:spAutoFit/>
          </a:bodyPr>
          <a:lstStyle/>
          <a:p>
            <a:r>
              <a:rPr lang="en-US" sz="2400" dirty="0"/>
              <a:t>We believe that the Bible changes lives and advances God’s kingdom.</a:t>
            </a:r>
          </a:p>
        </p:txBody>
      </p:sp>
      <p:pic>
        <p:nvPicPr>
          <p:cNvPr id="24" name="Picture 23">
            <a:extLst>
              <a:ext uri="{FF2B5EF4-FFF2-40B4-BE49-F238E27FC236}">
                <a16:creationId xmlns:a16="http://schemas.microsoft.com/office/drawing/2014/main" id="{89BA2819-86B6-DD78-7853-81A89EE9C13D}"/>
              </a:ext>
            </a:extLst>
          </p:cNvPr>
          <p:cNvPicPr>
            <a:picLocks/>
          </p:cNvPicPr>
          <p:nvPr/>
        </p:nvPicPr>
        <p:blipFill rotWithShape="1">
          <a:blip r:embed="rId5">
            <a:extLst>
              <a:ext uri="{28A0092B-C50C-407E-A947-70E740481C1C}">
                <a14:useLocalDpi xmlns:a14="http://schemas.microsoft.com/office/drawing/2010/main" val="0"/>
              </a:ext>
            </a:extLst>
          </a:blip>
          <a:srcRect r="28170"/>
          <a:stretch/>
        </p:blipFill>
        <p:spPr>
          <a:xfrm>
            <a:off x="630195" y="3391768"/>
            <a:ext cx="1226291" cy="1190589"/>
          </a:xfrm>
          <a:prstGeom prst="ellipse">
            <a:avLst/>
          </a:prstGeom>
          <a:ln w="76200">
            <a:solidFill>
              <a:srgbClr val="FBA93D"/>
            </a:solidFill>
          </a:ln>
        </p:spPr>
      </p:pic>
      <p:pic>
        <p:nvPicPr>
          <p:cNvPr id="26" name="Picture 25">
            <a:extLst>
              <a:ext uri="{FF2B5EF4-FFF2-40B4-BE49-F238E27FC236}">
                <a16:creationId xmlns:a16="http://schemas.microsoft.com/office/drawing/2014/main" id="{C93BEF59-4C33-1E6B-2325-7F1AE0E5338C}"/>
              </a:ext>
            </a:extLst>
          </p:cNvPr>
          <p:cNvPicPr>
            <a:picLocks noChangeAspect="1"/>
          </p:cNvPicPr>
          <p:nvPr/>
        </p:nvPicPr>
        <p:blipFill rotWithShape="1">
          <a:blip r:embed="rId6">
            <a:extLst>
              <a:ext uri="{28A0092B-C50C-407E-A947-70E740481C1C}">
                <a14:useLocalDpi xmlns:a14="http://schemas.microsoft.com/office/drawing/2010/main" val="0"/>
              </a:ext>
            </a:extLst>
          </a:blip>
          <a:srcRect l="43593" t="656" b="1"/>
          <a:stretch/>
        </p:blipFill>
        <p:spPr>
          <a:xfrm>
            <a:off x="666458" y="4808725"/>
            <a:ext cx="1285909" cy="1159978"/>
          </a:xfrm>
          <a:prstGeom prst="ellipse">
            <a:avLst/>
          </a:prstGeom>
          <a:ln w="76200">
            <a:solidFill>
              <a:srgbClr val="83A83F"/>
            </a:solidFill>
          </a:ln>
        </p:spPr>
      </p:pic>
      <p:sp>
        <p:nvSpPr>
          <p:cNvPr id="27" name="TextBox 26">
            <a:extLst>
              <a:ext uri="{FF2B5EF4-FFF2-40B4-BE49-F238E27FC236}">
                <a16:creationId xmlns:a16="http://schemas.microsoft.com/office/drawing/2014/main" id="{85C30ACF-19C3-21E2-DE88-14F210C061C7}"/>
              </a:ext>
            </a:extLst>
          </p:cNvPr>
          <p:cNvSpPr txBox="1"/>
          <p:nvPr/>
        </p:nvSpPr>
        <p:spPr>
          <a:xfrm>
            <a:off x="2311521" y="4973215"/>
            <a:ext cx="6166021" cy="830997"/>
          </a:xfrm>
          <a:prstGeom prst="rect">
            <a:avLst/>
          </a:prstGeom>
          <a:noFill/>
        </p:spPr>
        <p:txBody>
          <a:bodyPr wrap="square" rtlCol="0">
            <a:spAutoFit/>
          </a:bodyPr>
          <a:lstStyle/>
          <a:p>
            <a:r>
              <a:rPr lang="en-US" sz="2400" dirty="0"/>
              <a:t>We believe in the power of the Holy Spirit in the lives of believers.</a:t>
            </a:r>
          </a:p>
        </p:txBody>
      </p:sp>
    </p:spTree>
    <p:extLst>
      <p:ext uri="{BB962C8B-B14F-4D97-AF65-F5344CB8AC3E}">
        <p14:creationId xmlns:p14="http://schemas.microsoft.com/office/powerpoint/2010/main" val="2378721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9500A1-013B-4974-A74C-750419EBC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4712" y="576295"/>
            <a:ext cx="3243946" cy="978900"/>
          </a:xfrm>
          <a:prstGeom prst="rect">
            <a:avLst/>
          </a:prstGeom>
        </p:spPr>
      </p:pic>
      <p:sp>
        <p:nvSpPr>
          <p:cNvPr id="5" name="TextBox 4">
            <a:extLst>
              <a:ext uri="{FF2B5EF4-FFF2-40B4-BE49-F238E27FC236}">
                <a16:creationId xmlns:a16="http://schemas.microsoft.com/office/drawing/2014/main" id="{F9841455-BC55-4576-BD70-380E1F714FD8}"/>
              </a:ext>
            </a:extLst>
          </p:cNvPr>
          <p:cNvSpPr txBox="1"/>
          <p:nvPr/>
        </p:nvSpPr>
        <p:spPr>
          <a:xfrm>
            <a:off x="2285958" y="1912896"/>
            <a:ext cx="4572084" cy="923330"/>
          </a:xfrm>
          <a:prstGeom prst="rect">
            <a:avLst/>
          </a:prstGeom>
          <a:noFill/>
        </p:spPr>
        <p:txBody>
          <a:bodyPr wrap="square" rtlCol="0" anchor="ctr">
            <a:spAutoFit/>
          </a:bodyPr>
          <a:lstStyle/>
          <a:p>
            <a:pPr algn="ctr"/>
            <a:r>
              <a:rPr lang="en-US" sz="5400" dirty="0">
                <a:solidFill>
                  <a:schemeClr val="accent2"/>
                </a:solidFill>
                <a:latin typeface="Arial Black" panose="020B0A04020102020204" pitchFamily="34" charset="0"/>
              </a:rPr>
              <a:t>VISION</a:t>
            </a:r>
          </a:p>
        </p:txBody>
      </p:sp>
      <p:sp>
        <p:nvSpPr>
          <p:cNvPr id="7" name="TextBox 6">
            <a:extLst>
              <a:ext uri="{FF2B5EF4-FFF2-40B4-BE49-F238E27FC236}">
                <a16:creationId xmlns:a16="http://schemas.microsoft.com/office/drawing/2014/main" id="{4E1A6BBE-A996-4E89-A8A0-7CF33BB65EB0}"/>
              </a:ext>
            </a:extLst>
          </p:cNvPr>
          <p:cNvSpPr txBox="1"/>
          <p:nvPr/>
        </p:nvSpPr>
        <p:spPr>
          <a:xfrm>
            <a:off x="1219200" y="2901540"/>
            <a:ext cx="6705600" cy="584775"/>
          </a:xfrm>
          <a:prstGeom prst="rect">
            <a:avLst/>
          </a:prstGeom>
          <a:noFill/>
        </p:spPr>
        <p:txBody>
          <a:bodyPr wrap="square" anchor="ctr">
            <a:spAutoFit/>
          </a:bodyPr>
          <a:lstStyle/>
          <a:p>
            <a:pPr marL="0" marR="0" algn="ctr" fontAlgn="base"/>
            <a:r>
              <a:rPr lang="en-US" sz="3200" b="1" dirty="0">
                <a:solidFill>
                  <a:schemeClr val="tx2"/>
                </a:solidFill>
                <a:latin typeface="Arial" panose="020B0604020202020204" pitchFamily="34" charset="0"/>
                <a:ea typeface="Calibri" panose="020F0502020204030204" pitchFamily="34" charset="0"/>
              </a:rPr>
              <a:t>A </a:t>
            </a:r>
            <a:r>
              <a:rPr lang="en-US" sz="3200" b="1" dirty="0">
                <a:solidFill>
                  <a:schemeClr val="tx2"/>
                </a:solidFill>
                <a:effectLst/>
                <a:latin typeface="Arial" panose="020B0604020202020204" pitchFamily="34" charset="0"/>
                <a:ea typeface="Calibri" panose="020F0502020204030204" pitchFamily="34" charset="0"/>
              </a:rPr>
              <a:t>Bible in Every </a:t>
            </a:r>
            <a:r>
              <a:rPr lang="en-US" sz="3200" b="1" dirty="0">
                <a:solidFill>
                  <a:schemeClr val="tx2"/>
                </a:solidFill>
                <a:latin typeface="Arial" panose="020B0604020202020204" pitchFamily="34" charset="0"/>
                <a:ea typeface="Calibri" panose="020F0502020204030204" pitchFamily="34" charset="0"/>
              </a:rPr>
              <a:t>L</a:t>
            </a:r>
            <a:r>
              <a:rPr lang="en-US" sz="3200" b="1" dirty="0">
                <a:solidFill>
                  <a:schemeClr val="tx2"/>
                </a:solidFill>
                <a:effectLst/>
                <a:latin typeface="Arial" panose="020B0604020202020204" pitchFamily="34" charset="0"/>
                <a:ea typeface="Calibri" panose="020F0502020204030204" pitchFamily="34" charset="0"/>
              </a:rPr>
              <a:t>anguage</a:t>
            </a:r>
            <a:endParaRPr lang="en-US" sz="3200" dirty="0">
              <a:solidFill>
                <a:schemeClr val="tx2"/>
              </a:solidFill>
              <a:effectLst/>
              <a:latin typeface="Times New Roman" panose="02020603050405020304" pitchFamily="18" charset="0"/>
              <a:ea typeface="Calibri" panose="020F0502020204030204" pitchFamily="34" charset="0"/>
            </a:endParaRPr>
          </a:p>
        </p:txBody>
      </p:sp>
      <p:sp>
        <p:nvSpPr>
          <p:cNvPr id="13" name="TextBox 12">
            <a:extLst>
              <a:ext uri="{FF2B5EF4-FFF2-40B4-BE49-F238E27FC236}">
                <a16:creationId xmlns:a16="http://schemas.microsoft.com/office/drawing/2014/main" id="{9FE12999-5F76-46FD-A19D-3DF6548CA73E}"/>
              </a:ext>
            </a:extLst>
          </p:cNvPr>
          <p:cNvSpPr txBox="1"/>
          <p:nvPr/>
        </p:nvSpPr>
        <p:spPr>
          <a:xfrm>
            <a:off x="4819135" y="4691363"/>
            <a:ext cx="4118037" cy="1384995"/>
          </a:xfrm>
          <a:prstGeom prst="rect">
            <a:avLst/>
          </a:prstGeom>
          <a:noFill/>
        </p:spPr>
        <p:txBody>
          <a:bodyPr wrap="square" lIns="91440" tIns="45720" rIns="91440" bIns="45720" anchor="t">
            <a:spAutoFit/>
          </a:bodyPr>
          <a:lstStyle/>
          <a:p>
            <a:pPr algn="ctr"/>
            <a:r>
              <a:rPr lang="en-US" sz="2800" b="1" dirty="0">
                <a:solidFill>
                  <a:schemeClr val="tx2"/>
                </a:solidFill>
                <a:latin typeface="Arial"/>
                <a:ea typeface="MS Mincho"/>
                <a:cs typeface="Arial"/>
              </a:rPr>
              <a:t>Involving people </a:t>
            </a:r>
          </a:p>
          <a:p>
            <a:pPr algn="ctr"/>
            <a:r>
              <a:rPr lang="en-US" sz="2800" b="1" dirty="0">
                <a:solidFill>
                  <a:schemeClr val="tx2"/>
                </a:solidFill>
                <a:latin typeface="Arial"/>
                <a:ea typeface="MS Mincho"/>
                <a:cs typeface="Arial"/>
              </a:rPr>
              <a:t>in the advancement of Bible translation</a:t>
            </a:r>
          </a:p>
        </p:txBody>
      </p:sp>
      <p:pic>
        <p:nvPicPr>
          <p:cNvPr id="15" name="Picture 14">
            <a:extLst>
              <a:ext uri="{FF2B5EF4-FFF2-40B4-BE49-F238E27FC236}">
                <a16:creationId xmlns:a16="http://schemas.microsoft.com/office/drawing/2014/main" id="{31B55404-05DE-48F5-936D-2DDD22A6349E}"/>
              </a:ext>
            </a:extLst>
          </p:cNvPr>
          <p:cNvPicPr>
            <a:picLocks noChangeAspect="1"/>
          </p:cNvPicPr>
          <p:nvPr/>
        </p:nvPicPr>
        <p:blipFill>
          <a:blip r:embed="rId3">
            <a:extLst>
              <a:ext uri="{28A0092B-C50C-407E-A947-70E740481C1C}">
                <a14:useLocalDpi xmlns:a14="http://schemas.microsoft.com/office/drawing/2010/main" val="0"/>
              </a:ext>
            </a:extLst>
          </a:blip>
          <a:srcRect t="61" b="61"/>
          <a:stretch/>
        </p:blipFill>
        <p:spPr>
          <a:xfrm>
            <a:off x="192186" y="3768033"/>
            <a:ext cx="4586726" cy="2345093"/>
          </a:xfrm>
          <a:prstGeom prst="roundRect">
            <a:avLst>
              <a:gd name="adj" fmla="val 10900"/>
            </a:avLst>
          </a:prstGeom>
          <a:ln w="57150">
            <a:solidFill>
              <a:schemeClr val="accent3"/>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3EFC668A-01CD-7A08-B4E7-C96E3768BEB5}"/>
              </a:ext>
            </a:extLst>
          </p:cNvPr>
          <p:cNvSpPr txBox="1"/>
          <p:nvPr/>
        </p:nvSpPr>
        <p:spPr>
          <a:xfrm>
            <a:off x="4799023" y="3768033"/>
            <a:ext cx="4118038" cy="923330"/>
          </a:xfrm>
          <a:prstGeom prst="rect">
            <a:avLst/>
          </a:prstGeom>
          <a:noFill/>
        </p:spPr>
        <p:txBody>
          <a:bodyPr wrap="square" rtlCol="0">
            <a:spAutoFit/>
          </a:bodyPr>
          <a:lstStyle/>
          <a:p>
            <a:pPr algn="ctr"/>
            <a:r>
              <a:rPr lang="en-US" sz="5400" dirty="0">
                <a:solidFill>
                  <a:schemeClr val="accent2"/>
                </a:solidFill>
                <a:latin typeface="Arial Black" panose="020B0A04020102020204" pitchFamily="34" charset="0"/>
              </a:rPr>
              <a:t>MISSION</a:t>
            </a:r>
            <a:endParaRPr lang="en-US" sz="5400" b="1" dirty="0">
              <a:latin typeface="+mj-lt"/>
            </a:endParaRPr>
          </a:p>
        </p:txBody>
      </p:sp>
    </p:spTree>
    <p:extLst>
      <p:ext uri="{BB962C8B-B14F-4D97-AF65-F5344CB8AC3E}">
        <p14:creationId xmlns:p14="http://schemas.microsoft.com/office/powerpoint/2010/main" val="4285908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A585C-182F-4097-AE7A-03F38E316BE5}"/>
              </a:ext>
            </a:extLst>
          </p:cNvPr>
          <p:cNvSpPr txBox="1"/>
          <p:nvPr/>
        </p:nvSpPr>
        <p:spPr>
          <a:xfrm>
            <a:off x="2386312" y="233209"/>
            <a:ext cx="4100803" cy="7786747"/>
          </a:xfrm>
          <a:prstGeom prst="rect">
            <a:avLst/>
          </a:prstGeom>
          <a:noFill/>
        </p:spPr>
        <p:txBody>
          <a:bodyPr wrap="squar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3" name="TextBox 2">
            <a:extLst>
              <a:ext uri="{FF2B5EF4-FFF2-40B4-BE49-F238E27FC236}">
                <a16:creationId xmlns:a16="http://schemas.microsoft.com/office/drawing/2014/main" id="{26FADB6C-6CB5-4D7C-AC09-B89C68326468}"/>
              </a:ext>
            </a:extLst>
          </p:cNvPr>
          <p:cNvSpPr txBox="1"/>
          <p:nvPr/>
        </p:nvSpPr>
        <p:spPr>
          <a:xfrm>
            <a:off x="16578" y="3104366"/>
            <a:ext cx="9112914" cy="954107"/>
          </a:xfrm>
          <a:prstGeom prst="rect">
            <a:avLst/>
          </a:prstGeom>
          <a:noFill/>
        </p:spPr>
        <p:txBody>
          <a:bodyPr wrap="square" anchor="ctr">
            <a:spAutoFit/>
          </a:bodyPr>
          <a:lstStyle/>
          <a:p>
            <a:pPr algn="ctr"/>
            <a:r>
              <a:rPr lang="en-US" sz="2800" b="1" dirty="0">
                <a:solidFill>
                  <a:schemeClr val="tx2"/>
                </a:solidFill>
                <a:latin typeface="Arial" panose="020B0604020202020204" pitchFamily="34" charset="0"/>
                <a:ea typeface="MS Mincho" panose="02020609040205080304" pitchFamily="49" charset="-128"/>
              </a:rPr>
              <a:t>How do our vision and mission statement connect with our </a:t>
            </a:r>
            <a:r>
              <a:rPr lang="en-US" sz="2800" b="1" dirty="0">
                <a:solidFill>
                  <a:schemeClr val="tx2"/>
                </a:solidFill>
                <a:effectLst/>
                <a:latin typeface="Arial" panose="020B0604020202020204" pitchFamily="34" charset="0"/>
                <a:ea typeface="MS Mincho" panose="02020609040205080304" pitchFamily="49" charset="-128"/>
              </a:rPr>
              <a:t>value</a:t>
            </a:r>
            <a:r>
              <a:rPr lang="en-US" sz="2800" b="1" dirty="0">
                <a:solidFill>
                  <a:schemeClr val="tx2"/>
                </a:solidFill>
                <a:latin typeface="Arial" panose="020B0604020202020204" pitchFamily="34" charset="0"/>
                <a:ea typeface="MS Mincho" panose="02020609040205080304" pitchFamily="49" charset="-128"/>
              </a:rPr>
              <a:t>s?</a:t>
            </a:r>
            <a:endParaRPr lang="en-US" sz="2800" b="1" dirty="0">
              <a:solidFill>
                <a:schemeClr val="tx2"/>
              </a:solidFill>
            </a:endParaRPr>
          </a:p>
        </p:txBody>
      </p:sp>
    </p:spTree>
    <p:extLst>
      <p:ext uri="{BB962C8B-B14F-4D97-AF65-F5344CB8AC3E}">
        <p14:creationId xmlns:p14="http://schemas.microsoft.com/office/powerpoint/2010/main" val="3366674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79FEB7-171A-45B7-8DAE-8D77772A6112}"/>
              </a:ext>
            </a:extLst>
          </p:cNvPr>
          <p:cNvSpPr txBox="1"/>
          <p:nvPr/>
        </p:nvSpPr>
        <p:spPr>
          <a:xfrm>
            <a:off x="2726870" y="4662997"/>
            <a:ext cx="3690257" cy="1323439"/>
          </a:xfrm>
          <a:prstGeom prst="rect">
            <a:avLst/>
          </a:prstGeom>
          <a:noFill/>
        </p:spPr>
        <p:txBody>
          <a:bodyPr wrap="square">
            <a:spAutoFit/>
          </a:bodyPr>
          <a:lstStyle/>
          <a:p>
            <a:pPr algn="ctr"/>
            <a:r>
              <a:rPr lang="en-US" sz="4000" b="1" dirty="0">
                <a:solidFill>
                  <a:schemeClr val="accent1"/>
                </a:solidFill>
                <a:latin typeface="Arial Black" panose="020B0A04020102020204" pitchFamily="34" charset="0"/>
                <a:ea typeface="MS Mincho" panose="02020609040205080304" pitchFamily="49" charset="-128"/>
                <a:cs typeface="Times New Roman" panose="02020603050405020304" pitchFamily="18" charset="0"/>
              </a:rPr>
              <a:t>S</a:t>
            </a: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tatement</a:t>
            </a:r>
            <a:b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of Faith</a:t>
            </a:r>
            <a:endParaRPr lang="en-US" sz="4000" dirty="0">
              <a:solidFill>
                <a:schemeClr val="accent1"/>
              </a:solidFill>
              <a:latin typeface="Arial Black" panose="020B0A04020102020204" pitchFamily="34" charset="0"/>
            </a:endParaRPr>
          </a:p>
        </p:txBody>
      </p:sp>
      <p:sp>
        <p:nvSpPr>
          <p:cNvPr id="3" name="Arrow: Down 2">
            <a:extLst>
              <a:ext uri="{FF2B5EF4-FFF2-40B4-BE49-F238E27FC236}">
                <a16:creationId xmlns:a16="http://schemas.microsoft.com/office/drawing/2014/main" id="{37634793-F443-4E90-A96B-4067C8331509}"/>
              </a:ext>
            </a:extLst>
          </p:cNvPr>
          <p:cNvSpPr/>
          <p:nvPr/>
        </p:nvSpPr>
        <p:spPr>
          <a:xfrm>
            <a:off x="4038600" y="2731818"/>
            <a:ext cx="1066799" cy="729343"/>
          </a:xfrm>
          <a:prstGeom prst="downArrow">
            <a:avLst/>
          </a:prstGeom>
          <a:solidFill>
            <a:schemeClr val="accent3"/>
          </a:solidFill>
          <a:ln>
            <a:no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7DB7230-AAEB-4BC9-981D-606E7DB8CFD6}"/>
              </a:ext>
            </a:extLst>
          </p:cNvPr>
          <p:cNvSpPr txBox="1"/>
          <p:nvPr/>
        </p:nvSpPr>
        <p:spPr>
          <a:xfrm>
            <a:off x="1842407" y="3925130"/>
            <a:ext cx="5459186" cy="707886"/>
          </a:xfrm>
          <a:prstGeom prst="rect">
            <a:avLst/>
          </a:prstGeom>
          <a:noFill/>
        </p:spPr>
        <p:txBody>
          <a:bodyPr wrap="square">
            <a:spAutoFit/>
          </a:bodyPr>
          <a:lstStyle/>
          <a:p>
            <a:pPr algn="ctr"/>
            <a:r>
              <a:rPr lang="en-US" sz="4000" b="1" dirty="0">
                <a:solidFill>
                  <a:schemeClr val="accent2"/>
                </a:solidFill>
                <a:latin typeface="Arial Black" panose="020B0A04020102020204" pitchFamily="34" charset="0"/>
                <a:ea typeface="MS Mincho" panose="02020609040205080304" pitchFamily="49" charset="-128"/>
                <a:cs typeface="Times New Roman" panose="02020603050405020304" pitchFamily="18" charset="0"/>
              </a:rPr>
              <a:t>Primary Beliefs</a:t>
            </a:r>
            <a:endParaRPr lang="en-US" sz="4000" dirty="0">
              <a:solidFill>
                <a:schemeClr val="accent2"/>
              </a:solidFill>
              <a:latin typeface="Arial Black" panose="020B0A04020102020204" pitchFamily="34" charset="0"/>
            </a:endParaRPr>
          </a:p>
        </p:txBody>
      </p:sp>
      <p:pic>
        <p:nvPicPr>
          <p:cNvPr id="1026" name="Picture 2" descr="Bryan Patterson's Faithworks | The greatest blog about faith , music ...">
            <a:extLst>
              <a:ext uri="{FF2B5EF4-FFF2-40B4-BE49-F238E27FC236}">
                <a16:creationId xmlns:a16="http://schemas.microsoft.com/office/drawing/2014/main" id="{1911EB6D-E63B-E82E-2EE3-97AC652088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146" b="14812"/>
          <a:stretch/>
        </p:blipFill>
        <p:spPr bwMode="auto">
          <a:xfrm>
            <a:off x="2291938" y="367063"/>
            <a:ext cx="4381995" cy="2334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137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E5E1-A080-B01B-5EC9-DAEB5E85C43A}"/>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901A8310-F92B-42A9-5BD5-D3DB7894CF30}"/>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96F3D8D2-73B0-21D9-7721-EFAA9011B53C}"/>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C77E7CF2-19F9-8AA1-06A1-B0A63A3CB8FB}"/>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E2041E8-A1FB-6E7C-0A90-AA567ACB3E42}"/>
              </a:ext>
            </a:extLst>
          </p:cNvPr>
          <p:cNvSpPr txBox="1"/>
          <p:nvPr/>
        </p:nvSpPr>
        <p:spPr>
          <a:xfrm>
            <a:off x="685800" y="1243786"/>
            <a:ext cx="7772400" cy="4093428"/>
          </a:xfrm>
          <a:prstGeom prst="rect">
            <a:avLst/>
          </a:prstGeom>
          <a:noFill/>
        </p:spPr>
        <p:txBody>
          <a:bodyPr wrap="square" lIns="91440" tIns="45720" rIns="91440" bIns="45720" rtlCol="0" anchor="t">
            <a:spAutoFit/>
          </a:bodyPr>
          <a:lstStyle/>
          <a:p>
            <a:endParaRPr lang="en-US" sz="2100" dirty="0">
              <a:latin typeface="Arial Black" panose="020B0A04020102020204" pitchFamily="34" charset="0"/>
            </a:endParaRPr>
          </a:p>
          <a:p>
            <a:pPr marL="385445" indent="-385445">
              <a:spcBef>
                <a:spcPts val="600"/>
              </a:spcBef>
              <a:buAutoNum type="arabicPeriod"/>
            </a:pPr>
            <a:r>
              <a:rPr lang="en-US" sz="2400" dirty="0">
                <a:latin typeface="Arial" panose="020B0604020202020204" pitchFamily="34" charset="0"/>
                <a:cs typeface="Arial" panose="020B0604020202020204" pitchFamily="34" charset="0"/>
              </a:rPr>
              <a:t>The Bible is divinely inspired by God and has final authority.</a:t>
            </a:r>
          </a:p>
          <a:p>
            <a:pPr marL="385445" indent="-385445">
              <a:buFont typeface="+mj-lt"/>
              <a:buAutoNum type="arabicPeriod" startAt="3"/>
            </a:pPr>
            <a:endParaRPr lang="en-US" sz="2100" dirty="0">
              <a:latin typeface="Arial" panose="020B0604020202020204" pitchFamily="34" charset="0"/>
              <a:cs typeface="Arial" panose="020B0604020202020204" pitchFamily="34" charset="0"/>
            </a:endParaRPr>
          </a:p>
          <a:p>
            <a:r>
              <a:rPr lang="en-US" sz="2100" dirty="0">
                <a:latin typeface="Arial" panose="020B0604020202020204" pitchFamily="34" charset="0"/>
                <a:cs typeface="Arial" panose="020B0604020202020204" pitchFamily="34" charset="0"/>
              </a:rPr>
              <a:t>This means that the Bible came directly from God Himself, and it is completely true. It should be honored above any other source of information. </a:t>
            </a:r>
          </a:p>
          <a:p>
            <a:endParaRPr lang="en-US" sz="2100" dirty="0">
              <a:latin typeface="Arial" panose="020B0604020202020204" pitchFamily="34" charset="0"/>
              <a:cs typeface="Arial" panose="020B0604020202020204" pitchFamily="34" charset="0"/>
            </a:endParaRPr>
          </a:p>
          <a:p>
            <a:r>
              <a:rPr lang="en-US" sz="2100" dirty="0">
                <a:latin typeface="Arial" panose="020B0604020202020204" pitchFamily="34" charset="0"/>
                <a:cs typeface="Arial" panose="020B0604020202020204" pitchFamily="34" charset="0"/>
              </a:rPr>
              <a:t>2 Timothy 3:</a:t>
            </a:r>
            <a:r>
              <a:rPr lang="en-US" sz="2000" dirty="0">
                <a:latin typeface="Arial" panose="020B0604020202020204" pitchFamily="34" charset="0"/>
                <a:cs typeface="Arial" panose="020B0604020202020204" pitchFamily="34" charset="0"/>
              </a:rPr>
              <a:t>16: All scripture has been inspired by God. It is profitable for doctrine, for conviction, for correction, and for training in righteousness.</a:t>
            </a:r>
          </a:p>
          <a:p>
            <a:r>
              <a:rPr lang="en-US" sz="2000" dirty="0">
                <a:latin typeface="Arial" panose="020B0604020202020204" pitchFamily="34" charset="0"/>
                <a:cs typeface="Arial" panose="020B0604020202020204" pitchFamily="34" charset="0"/>
              </a:rPr>
              <a:t>John 17:17: </a:t>
            </a:r>
            <a:r>
              <a:rPr lang="en-US" sz="2000" b="1" baseline="30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Set them apart by the truth. Your word is truth. </a:t>
            </a:r>
          </a:p>
        </p:txBody>
      </p:sp>
      <p:pic>
        <p:nvPicPr>
          <p:cNvPr id="13" name="Picture 12">
            <a:extLst>
              <a:ext uri="{FF2B5EF4-FFF2-40B4-BE49-F238E27FC236}">
                <a16:creationId xmlns:a16="http://schemas.microsoft.com/office/drawing/2014/main" id="{8E0AC1E1-414F-8DF6-3E4E-AB3B18DEF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162" y="514616"/>
            <a:ext cx="2432960" cy="734175"/>
          </a:xfrm>
          <a:prstGeom prst="rect">
            <a:avLst/>
          </a:prstGeom>
        </p:spPr>
      </p:pic>
      <p:sp>
        <p:nvSpPr>
          <p:cNvPr id="15" name="Rectangle 14">
            <a:extLst>
              <a:ext uri="{FF2B5EF4-FFF2-40B4-BE49-F238E27FC236}">
                <a16:creationId xmlns:a16="http://schemas.microsoft.com/office/drawing/2014/main" id="{4730DE1B-0D71-4B6D-502D-16B89DC061BE}"/>
              </a:ext>
            </a:extLst>
          </p:cNvPr>
          <p:cNvSpPr/>
          <p:nvPr/>
        </p:nvSpPr>
        <p:spPr>
          <a:xfrm>
            <a:off x="855738" y="1088016"/>
            <a:ext cx="1589089" cy="400110"/>
          </a:xfrm>
          <a:prstGeom prst="rect">
            <a:avLst/>
          </a:prstGeom>
        </p:spPr>
        <p:txBody>
          <a:bodyPr wrap="none" lIns="91440" tIns="45720" rIns="91440" bIns="45720" anchor="t">
            <a:spAutoFit/>
          </a:bodyPr>
          <a:lstStyle/>
          <a:p>
            <a:r>
              <a:rPr lang="en-US" sz="2000" b="1" dirty="0">
                <a:latin typeface="Arial"/>
                <a:cs typeface="Arial"/>
              </a:rPr>
              <a:t>We believe:</a:t>
            </a:r>
            <a:endParaRPr lang="en-US" dirty="0">
              <a:latin typeface="Arial"/>
              <a:cs typeface="Arial"/>
            </a:endParaRPr>
          </a:p>
        </p:txBody>
      </p:sp>
    </p:spTree>
    <p:extLst>
      <p:ext uri="{BB962C8B-B14F-4D97-AF65-F5344CB8AC3E}">
        <p14:creationId xmlns:p14="http://schemas.microsoft.com/office/powerpoint/2010/main" val="227916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35DD8-8419-59C8-3AE3-1275C43D24D8}"/>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704465C5-F446-1D65-0888-EEE0144D74CC}"/>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B31CBA68-CF9A-BA56-C4D0-3B4694C2F7A8}"/>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97EA02A0-3323-B1B4-A289-3FCBAFFDFF1C}"/>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FA19C29-2056-B22F-4C92-768A2F6BFF0D}"/>
              </a:ext>
            </a:extLst>
          </p:cNvPr>
          <p:cNvSpPr txBox="1"/>
          <p:nvPr/>
        </p:nvSpPr>
        <p:spPr>
          <a:xfrm>
            <a:off x="685800" y="1357556"/>
            <a:ext cx="7772400" cy="4939814"/>
          </a:xfrm>
          <a:prstGeom prst="rect">
            <a:avLst/>
          </a:prstGeom>
          <a:noFill/>
        </p:spPr>
        <p:txBody>
          <a:bodyPr wrap="square" lIns="91440" tIns="45720" rIns="91440" bIns="45720" rtlCol="0" anchor="t">
            <a:spAutoFit/>
          </a:bodyPr>
          <a:lstStyle/>
          <a:p>
            <a:pPr>
              <a:spcBef>
                <a:spcPts val="1200"/>
              </a:spcBef>
            </a:pPr>
            <a:r>
              <a:rPr lang="en-US" sz="2400" dirty="0">
                <a:latin typeface="Arial"/>
                <a:cs typeface="Arial"/>
              </a:rPr>
              <a:t>2. God is one and exists in three persons: God the Father, God the Son, and God the Holy Spirit.</a:t>
            </a:r>
            <a:endParaRPr lang="en-US" dirty="0"/>
          </a:p>
          <a:p>
            <a:pPr>
              <a:spcBef>
                <a:spcPts val="600"/>
              </a:spcBef>
            </a:pPr>
            <a:endParaRPr lang="en-US" sz="800" dirty="0">
              <a:latin typeface="Arial" panose="020B0604020202020204" pitchFamily="34" charset="0"/>
              <a:cs typeface="Arial" panose="020B0604020202020204" pitchFamily="34" charset="0"/>
            </a:endParaRPr>
          </a:p>
          <a:p>
            <a:pPr>
              <a:spcBef>
                <a:spcPts val="600"/>
              </a:spcBef>
            </a:pPr>
            <a:r>
              <a:rPr lang="en-US" sz="2000" dirty="0">
                <a:latin typeface="Arial"/>
                <a:cs typeface="Arial"/>
              </a:rPr>
              <a:t>This means that there is only one God, and He reveals Himself to us in three different roles. He is the Father, He is the Son Jesus Christ, and He is the Holy Spirit.</a:t>
            </a:r>
          </a:p>
          <a:p>
            <a:pPr>
              <a:spcBef>
                <a:spcPts val="600"/>
              </a:spcBef>
            </a:pPr>
            <a:endParaRPr lang="en-US" sz="900" dirty="0">
              <a:cs typeface="Arial" panose="020B0604020202020204"/>
            </a:endParaRPr>
          </a:p>
          <a:p>
            <a:pPr>
              <a:spcBef>
                <a:spcPts val="600"/>
              </a:spcBef>
            </a:pPr>
            <a:r>
              <a:rPr lang="en-US" sz="2000" dirty="0">
                <a:cs typeface="Arial" panose="020B0604020202020204"/>
              </a:rPr>
              <a:t>Deuteronomy 6:4: </a:t>
            </a:r>
            <a:r>
              <a:rPr lang="en-US" sz="1300" b="1" baseline="30000" dirty="0">
                <a:cs typeface="Arial" panose="020B0604020202020204"/>
              </a:rPr>
              <a:t> </a:t>
            </a:r>
            <a:r>
              <a:rPr lang="en-US" sz="2000" dirty="0">
                <a:cs typeface="Arial" panose="020B0604020202020204"/>
              </a:rPr>
              <a:t>Listen, Israel: Yahweh our God, Yahweh is one.</a:t>
            </a:r>
          </a:p>
          <a:p>
            <a:pPr>
              <a:spcBef>
                <a:spcPts val="600"/>
              </a:spcBef>
            </a:pPr>
            <a:r>
              <a:rPr lang="en-US" sz="2000" dirty="0">
                <a:cs typeface="Arial" panose="020B0604020202020204"/>
              </a:rPr>
              <a:t>John 10:30:</a:t>
            </a:r>
            <a:r>
              <a:rPr lang="en-US" sz="1300" baseline="30000" dirty="0">
                <a:cs typeface="Arial" panose="020B0604020202020204"/>
              </a:rPr>
              <a:t> </a:t>
            </a:r>
            <a:r>
              <a:rPr lang="en-US" sz="2000" dirty="0">
                <a:cs typeface="Arial" panose="020B0604020202020204"/>
              </a:rPr>
              <a:t> “I and the Father are one.”</a:t>
            </a:r>
          </a:p>
          <a:p>
            <a:pPr>
              <a:spcBef>
                <a:spcPts val="600"/>
              </a:spcBef>
            </a:pPr>
            <a:r>
              <a:rPr lang="en-US" sz="2000" dirty="0">
                <a:cs typeface="Arial" panose="020B0604020202020204"/>
              </a:rPr>
              <a:t>1 Peter 1:10-11: </a:t>
            </a:r>
            <a:r>
              <a:rPr lang="en-US" sz="2000" b="0" i="0" dirty="0">
                <a:solidFill>
                  <a:srgbClr val="000000"/>
                </a:solidFill>
                <a:effectLst/>
                <a:latin typeface="Noto Sans" panose="020B0502040504020204" pitchFamily="34" charset="0"/>
              </a:rPr>
              <a:t>Concerning this salvation, the prophets who prophesied about the grace that was to come to you searched diligently and examined carefully, </a:t>
            </a:r>
            <a:r>
              <a:rPr lang="en-US" sz="2000" b="0" i="0" baseline="30000" dirty="0">
                <a:solidFill>
                  <a:srgbClr val="000000"/>
                </a:solidFill>
                <a:effectLst/>
                <a:latin typeface="Noto Sans" panose="020B0502040504020204" pitchFamily="34" charset="0"/>
              </a:rPr>
              <a:t>11</a:t>
            </a:r>
            <a:r>
              <a:rPr lang="en-US" sz="2000" b="0" i="0" dirty="0">
                <a:solidFill>
                  <a:srgbClr val="000000"/>
                </a:solidFill>
                <a:effectLst/>
                <a:latin typeface="Noto Sans" panose="020B0502040504020204" pitchFamily="34" charset="0"/>
              </a:rPr>
              <a:t>inquiring into what person or time the Spirit of Christ in them was indicating when he testified beforehand about the sufferings of Christ and the glories that would follow.</a:t>
            </a:r>
            <a:endParaRPr lang="en-US" dirty="0">
              <a:cs typeface="Arial"/>
            </a:endParaRPr>
          </a:p>
        </p:txBody>
      </p:sp>
      <p:pic>
        <p:nvPicPr>
          <p:cNvPr id="13" name="Picture 12">
            <a:extLst>
              <a:ext uri="{FF2B5EF4-FFF2-40B4-BE49-F238E27FC236}">
                <a16:creationId xmlns:a16="http://schemas.microsoft.com/office/drawing/2014/main" id="{14F1F76E-DCA5-7FF0-E95D-242B83C58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162" y="294405"/>
            <a:ext cx="2432960" cy="734175"/>
          </a:xfrm>
          <a:prstGeom prst="rect">
            <a:avLst/>
          </a:prstGeom>
        </p:spPr>
      </p:pic>
      <p:sp>
        <p:nvSpPr>
          <p:cNvPr id="15" name="Rectangle 14">
            <a:extLst>
              <a:ext uri="{FF2B5EF4-FFF2-40B4-BE49-F238E27FC236}">
                <a16:creationId xmlns:a16="http://schemas.microsoft.com/office/drawing/2014/main" id="{93D2449B-3A82-0CF0-6B8F-E2F7DD5EDA57}"/>
              </a:ext>
            </a:extLst>
          </p:cNvPr>
          <p:cNvSpPr/>
          <p:nvPr/>
        </p:nvSpPr>
        <p:spPr>
          <a:xfrm>
            <a:off x="813793" y="825860"/>
            <a:ext cx="1589089" cy="400110"/>
          </a:xfrm>
          <a:prstGeom prst="rect">
            <a:avLst/>
          </a:prstGeom>
        </p:spPr>
        <p:txBody>
          <a:bodyPr wrap="none" lIns="91440" tIns="45720" rIns="91440" bIns="45720" anchor="t">
            <a:spAutoFit/>
          </a:bodyPr>
          <a:lstStyle/>
          <a:p>
            <a:r>
              <a:rPr lang="en-US" sz="2000" b="1" dirty="0">
                <a:latin typeface="Arial"/>
                <a:cs typeface="Arial"/>
              </a:rPr>
              <a:t>We believe:</a:t>
            </a:r>
            <a:endParaRPr lang="en-US" dirty="0">
              <a:latin typeface="Arial"/>
              <a:cs typeface="Arial"/>
            </a:endParaRPr>
          </a:p>
        </p:txBody>
      </p:sp>
    </p:spTree>
    <p:extLst>
      <p:ext uri="{BB962C8B-B14F-4D97-AF65-F5344CB8AC3E}">
        <p14:creationId xmlns:p14="http://schemas.microsoft.com/office/powerpoint/2010/main" val="281311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4C660-ABE1-A029-01A1-AE4F44CFCECC}"/>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BF1D60FC-EA43-DB1E-A9FA-C0682DFF5DFE}"/>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7A13738A-C2A3-2EFB-84C6-421073D34589}"/>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2450D0FB-EB06-ECF6-D7F5-8C3D5B543E1E}"/>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2EB1012-184F-8273-99A6-81B82A48A31E}"/>
              </a:ext>
            </a:extLst>
          </p:cNvPr>
          <p:cNvSpPr txBox="1"/>
          <p:nvPr/>
        </p:nvSpPr>
        <p:spPr>
          <a:xfrm>
            <a:off x="685800" y="1243786"/>
            <a:ext cx="7772400" cy="4431983"/>
          </a:xfrm>
          <a:prstGeom prst="rect">
            <a:avLst/>
          </a:prstGeom>
          <a:noFill/>
        </p:spPr>
        <p:txBody>
          <a:bodyPr wrap="square" lIns="91440" tIns="45720" rIns="91440" bIns="45720" rtlCol="0" anchor="t">
            <a:spAutoFit/>
          </a:bodyPr>
          <a:lstStyle/>
          <a:p>
            <a:endParaRPr lang="en-US" sz="2100" dirty="0">
              <a:latin typeface="Arial Black" panose="020B0A04020102020204" pitchFamily="34" charset="0"/>
            </a:endParaRPr>
          </a:p>
          <a:p>
            <a:pPr marL="285750" indent="-285750">
              <a:buFont typeface="Arial"/>
              <a:buChar char="•"/>
            </a:pPr>
            <a:endParaRPr lang="en-US" sz="2400" dirty="0">
              <a:latin typeface="Arial"/>
              <a:cs typeface="Arial"/>
            </a:endParaRPr>
          </a:p>
          <a:p>
            <a:pPr>
              <a:spcBef>
                <a:spcPts val="600"/>
              </a:spcBef>
            </a:pPr>
            <a:r>
              <a:rPr lang="en-US" sz="2400" dirty="0">
                <a:latin typeface="Arial"/>
                <a:cs typeface="Arial"/>
              </a:rPr>
              <a:t>3. Because of the fall of man, all humans are sinful and in need of salvation. </a:t>
            </a:r>
          </a:p>
          <a:p>
            <a:pPr marL="285750" indent="-285750">
              <a:spcBef>
                <a:spcPts val="600"/>
              </a:spcBef>
              <a:buFont typeface="Arial"/>
              <a:buChar char="•"/>
            </a:pPr>
            <a:endParaRPr lang="en-US" sz="2400" dirty="0">
              <a:latin typeface="Arial"/>
              <a:cs typeface="Arial"/>
            </a:endParaRPr>
          </a:p>
          <a:p>
            <a:pPr>
              <a:spcBef>
                <a:spcPts val="600"/>
              </a:spcBef>
            </a:pPr>
            <a:r>
              <a:rPr lang="en-US" sz="2000" dirty="0">
                <a:latin typeface="Arial"/>
                <a:cs typeface="Arial"/>
              </a:rPr>
              <a:t>This means that everyone has sinned, so we are all separated from God. There is nothing we can do on our own to earn eternal life or heaven. </a:t>
            </a:r>
          </a:p>
          <a:p>
            <a:pPr marL="285750" indent="-285750">
              <a:spcBef>
                <a:spcPts val="600"/>
              </a:spcBef>
              <a:buFont typeface="Arial"/>
              <a:buChar char="•"/>
            </a:pPr>
            <a:endParaRPr lang="en-US" sz="2000" dirty="0">
              <a:latin typeface="Arial"/>
              <a:cs typeface="Arial"/>
            </a:endParaRPr>
          </a:p>
          <a:p>
            <a:pPr>
              <a:spcBef>
                <a:spcPts val="600"/>
              </a:spcBef>
            </a:pPr>
            <a:r>
              <a:rPr lang="en-US" sz="2000" dirty="0">
                <a:latin typeface="Arial"/>
                <a:cs typeface="Arial"/>
              </a:rPr>
              <a:t>Romans 5:12: So then, as through one man sin entered into the world, in this way death entered through sin. And death spread to all people, because all sinned.</a:t>
            </a:r>
            <a:endParaRPr lang="en-US" dirty="0">
              <a:cs typeface="Arial" panose="020B0604020202020204"/>
            </a:endParaRPr>
          </a:p>
        </p:txBody>
      </p:sp>
      <p:pic>
        <p:nvPicPr>
          <p:cNvPr id="13" name="Picture 12">
            <a:extLst>
              <a:ext uri="{FF2B5EF4-FFF2-40B4-BE49-F238E27FC236}">
                <a16:creationId xmlns:a16="http://schemas.microsoft.com/office/drawing/2014/main" id="{FC099A34-F3C2-FBC7-B0EA-5F2A22E32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162" y="514616"/>
            <a:ext cx="2432960" cy="734175"/>
          </a:xfrm>
          <a:prstGeom prst="rect">
            <a:avLst/>
          </a:prstGeom>
        </p:spPr>
      </p:pic>
      <p:sp>
        <p:nvSpPr>
          <p:cNvPr id="15" name="Rectangle 14">
            <a:extLst>
              <a:ext uri="{FF2B5EF4-FFF2-40B4-BE49-F238E27FC236}">
                <a16:creationId xmlns:a16="http://schemas.microsoft.com/office/drawing/2014/main" id="{7AD260D8-CEFF-D88E-BDD6-ABC90A1EE603}"/>
              </a:ext>
            </a:extLst>
          </p:cNvPr>
          <p:cNvSpPr/>
          <p:nvPr/>
        </p:nvSpPr>
        <p:spPr>
          <a:xfrm>
            <a:off x="855738" y="1088016"/>
            <a:ext cx="1589089" cy="400110"/>
          </a:xfrm>
          <a:prstGeom prst="rect">
            <a:avLst/>
          </a:prstGeom>
        </p:spPr>
        <p:txBody>
          <a:bodyPr wrap="none" lIns="91440" tIns="45720" rIns="91440" bIns="45720" anchor="t">
            <a:spAutoFit/>
          </a:bodyPr>
          <a:lstStyle/>
          <a:p>
            <a:r>
              <a:rPr lang="en-US" sz="2000" b="1" dirty="0">
                <a:latin typeface="Arial"/>
                <a:cs typeface="Arial"/>
              </a:rPr>
              <a:t>We believe:</a:t>
            </a:r>
            <a:endParaRPr lang="en-US" dirty="0">
              <a:latin typeface="Arial"/>
              <a:cs typeface="Arial"/>
            </a:endParaRPr>
          </a:p>
        </p:txBody>
      </p:sp>
    </p:spTree>
    <p:extLst>
      <p:ext uri="{BB962C8B-B14F-4D97-AF65-F5344CB8AC3E}">
        <p14:creationId xmlns:p14="http://schemas.microsoft.com/office/powerpoint/2010/main" val="419012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C800-787A-9AE1-A53F-BB9AEE84C5BB}"/>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08747F79-F296-8EFC-1360-64C1A8E529F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5803184B-E3C4-AC16-CE71-C364CB7F7ABF}"/>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58EDD78E-5A7E-8855-805E-E0C231D725C8}"/>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9F9193-D7FC-810B-66C9-36D9C5F46920}"/>
              </a:ext>
            </a:extLst>
          </p:cNvPr>
          <p:cNvSpPr txBox="1"/>
          <p:nvPr/>
        </p:nvSpPr>
        <p:spPr>
          <a:xfrm>
            <a:off x="685800" y="1243786"/>
            <a:ext cx="7772400" cy="4078039"/>
          </a:xfrm>
          <a:prstGeom prst="rect">
            <a:avLst/>
          </a:prstGeom>
          <a:noFill/>
        </p:spPr>
        <p:txBody>
          <a:bodyPr wrap="square" lIns="91440" tIns="45720" rIns="91440" bIns="45720" rtlCol="0" anchor="t">
            <a:spAutoFit/>
          </a:bodyPr>
          <a:lstStyle/>
          <a:p>
            <a:endParaRPr lang="en-US" sz="2100" dirty="0">
              <a:latin typeface="Arial Black" panose="020B0A04020102020204" pitchFamily="34" charset="0"/>
            </a:endParaRPr>
          </a:p>
          <a:p>
            <a:endParaRPr lang="en-US" sz="2100" dirty="0">
              <a:latin typeface="Arial Black"/>
              <a:cs typeface="Arial" panose="020B0604020202020204" pitchFamily="34" charset="0"/>
            </a:endParaRPr>
          </a:p>
          <a:p>
            <a:pPr>
              <a:spcBef>
                <a:spcPts val="600"/>
              </a:spcBef>
            </a:pPr>
            <a:r>
              <a:rPr lang="en-US" sz="2400" dirty="0">
                <a:latin typeface="Arial"/>
                <a:cs typeface="Arial"/>
              </a:rPr>
              <a:t>4. The death of Christ is a substitute for sinners and provides for the cleansing of those who believe.</a:t>
            </a:r>
          </a:p>
          <a:p>
            <a:pPr>
              <a:spcBef>
                <a:spcPts val="600"/>
              </a:spcBef>
            </a:pPr>
            <a:endParaRPr lang="en-US" sz="2400" dirty="0">
              <a:latin typeface="Arial" panose="020B0604020202020204" pitchFamily="34" charset="0"/>
              <a:cs typeface="Arial" panose="020B0604020202020204" pitchFamily="34" charset="0"/>
            </a:endParaRPr>
          </a:p>
          <a:p>
            <a:pPr>
              <a:spcBef>
                <a:spcPts val="600"/>
              </a:spcBef>
            </a:pPr>
            <a:r>
              <a:rPr lang="en-US" sz="2000" dirty="0">
                <a:latin typeface="Arial"/>
                <a:cs typeface="Arial"/>
              </a:rPr>
              <a:t>This means that Jesus died as punishment for the sins of all humanity. His death counts as payment for us so that we can be forgiven. </a:t>
            </a:r>
          </a:p>
          <a:p>
            <a:pPr>
              <a:spcBef>
                <a:spcPts val="600"/>
              </a:spcBef>
            </a:pPr>
            <a:endParaRPr lang="en-US" sz="2000" dirty="0">
              <a:latin typeface="Arial" panose="020B0604020202020204" pitchFamily="34" charset="0"/>
              <a:cs typeface="Arial" panose="020B0604020202020204" pitchFamily="34" charset="0"/>
            </a:endParaRPr>
          </a:p>
          <a:p>
            <a:pPr>
              <a:spcBef>
                <a:spcPts val="600"/>
              </a:spcBef>
            </a:pPr>
            <a:r>
              <a:rPr lang="en-US" sz="2000" dirty="0">
                <a:latin typeface="Arial"/>
                <a:cs typeface="Arial"/>
              </a:rPr>
              <a:t>1 John 2:2: He is the atoning sacrifice for our sins, and not for ours only, but also for the whole world.</a:t>
            </a:r>
            <a:endParaRPr lang="en-US" dirty="0">
              <a:latin typeface="Arial"/>
              <a:cs typeface="Arial"/>
            </a:endParaRPr>
          </a:p>
        </p:txBody>
      </p:sp>
      <p:pic>
        <p:nvPicPr>
          <p:cNvPr id="13" name="Picture 12">
            <a:extLst>
              <a:ext uri="{FF2B5EF4-FFF2-40B4-BE49-F238E27FC236}">
                <a16:creationId xmlns:a16="http://schemas.microsoft.com/office/drawing/2014/main" id="{B6FF7F3B-0AB0-92B4-B8A5-D3CFF1C55D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162" y="514616"/>
            <a:ext cx="2432960" cy="734175"/>
          </a:xfrm>
          <a:prstGeom prst="rect">
            <a:avLst/>
          </a:prstGeom>
        </p:spPr>
      </p:pic>
      <p:sp>
        <p:nvSpPr>
          <p:cNvPr id="15" name="Rectangle 14">
            <a:extLst>
              <a:ext uri="{FF2B5EF4-FFF2-40B4-BE49-F238E27FC236}">
                <a16:creationId xmlns:a16="http://schemas.microsoft.com/office/drawing/2014/main" id="{CF4F7962-033B-C522-3AFD-0F93A57B9C99}"/>
              </a:ext>
            </a:extLst>
          </p:cNvPr>
          <p:cNvSpPr/>
          <p:nvPr/>
        </p:nvSpPr>
        <p:spPr>
          <a:xfrm>
            <a:off x="855738" y="1088016"/>
            <a:ext cx="1589089" cy="400110"/>
          </a:xfrm>
          <a:prstGeom prst="rect">
            <a:avLst/>
          </a:prstGeom>
        </p:spPr>
        <p:txBody>
          <a:bodyPr wrap="none" lIns="91440" tIns="45720" rIns="91440" bIns="45720" anchor="t">
            <a:spAutoFit/>
          </a:bodyPr>
          <a:lstStyle/>
          <a:p>
            <a:r>
              <a:rPr lang="en-US" sz="2000" b="1" dirty="0">
                <a:latin typeface="Arial"/>
                <a:cs typeface="Arial"/>
              </a:rPr>
              <a:t>We believe:</a:t>
            </a:r>
            <a:endParaRPr lang="en-US" dirty="0">
              <a:latin typeface="Arial"/>
              <a:cs typeface="Arial"/>
            </a:endParaRPr>
          </a:p>
        </p:txBody>
      </p:sp>
    </p:spTree>
    <p:extLst>
      <p:ext uri="{BB962C8B-B14F-4D97-AF65-F5344CB8AC3E}">
        <p14:creationId xmlns:p14="http://schemas.microsoft.com/office/powerpoint/2010/main" val="1383805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E11A-DE36-3806-BF70-E1217B299189}"/>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4F9446A0-442B-4E25-1A43-54473791B02F}"/>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917F84F6-3311-E983-BAFF-AC2D0421CD16}"/>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D35F52D1-F74D-195E-DD36-1C84672B6A5E}"/>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2EB5FB-63F2-EF19-A85F-96415A277E0B}"/>
              </a:ext>
            </a:extLst>
          </p:cNvPr>
          <p:cNvSpPr txBox="1"/>
          <p:nvPr/>
        </p:nvSpPr>
        <p:spPr>
          <a:xfrm>
            <a:off x="685800" y="1579346"/>
            <a:ext cx="7772400" cy="4016484"/>
          </a:xfrm>
          <a:prstGeom prst="rect">
            <a:avLst/>
          </a:prstGeom>
          <a:noFill/>
        </p:spPr>
        <p:txBody>
          <a:bodyPr wrap="square" lIns="91440" tIns="45720" rIns="91440" bIns="45720" rtlCol="0" anchor="t">
            <a:spAutoFit/>
          </a:bodyPr>
          <a:lstStyle/>
          <a:p>
            <a:endParaRPr lang="en-US" sz="2100" dirty="0">
              <a:latin typeface="Arial Black" panose="020B0A04020102020204" pitchFamily="34" charset="0"/>
            </a:endParaRPr>
          </a:p>
          <a:p>
            <a:pPr>
              <a:spcBef>
                <a:spcPts val="600"/>
              </a:spcBef>
            </a:pPr>
            <a:r>
              <a:rPr lang="en-US" sz="2400" dirty="0">
                <a:latin typeface="Arial"/>
                <a:cs typeface="Arial"/>
              </a:rPr>
              <a:t>5. By God’s grace, through faith, man receives salvation as a free gift because of Jesus’ death and resurrection.</a:t>
            </a:r>
          </a:p>
          <a:p>
            <a:pPr marL="385445" indent="-385445">
              <a:buAutoNum type="arabicPeriod"/>
            </a:pPr>
            <a:endParaRPr lang="en-US" sz="2100" dirty="0">
              <a:latin typeface="Arial" panose="020B0604020202020204" pitchFamily="34" charset="0"/>
              <a:cs typeface="Arial" panose="020B0604020202020204" pitchFamily="34" charset="0"/>
            </a:endParaRPr>
          </a:p>
          <a:p>
            <a:r>
              <a:rPr lang="en-US" sz="2000" dirty="0">
                <a:latin typeface="Arial"/>
                <a:cs typeface="Arial"/>
              </a:rPr>
              <a:t>This means that, because of Jesus’s sacrifice, we can be forgiven and saved. We cannot earn this, but we receive it by putting our faith in Jesus. </a:t>
            </a:r>
          </a:p>
          <a:p>
            <a:endParaRPr lang="en-US" sz="2000" dirty="0">
              <a:latin typeface="Arial" panose="020B0604020202020204" pitchFamily="34" charset="0"/>
              <a:cs typeface="Arial" panose="020B0604020202020204" pitchFamily="34" charset="0"/>
            </a:endParaRPr>
          </a:p>
          <a:p>
            <a:r>
              <a:rPr lang="en-US" sz="2000" dirty="0">
                <a:latin typeface="Arial"/>
                <a:cs typeface="Arial"/>
              </a:rPr>
              <a:t>Romans 3:24-25a: </a:t>
            </a:r>
            <a:r>
              <a:rPr lang="en-US" sz="2000" dirty="0">
                <a:solidFill>
                  <a:srgbClr val="000000"/>
                </a:solidFill>
                <a:latin typeface="Noto Sans" panose="020B0502040504020204" pitchFamily="34" charset="0"/>
                <a:cs typeface="Arial"/>
              </a:rPr>
              <a:t>A</a:t>
            </a:r>
            <a:r>
              <a:rPr lang="en-US" sz="2000" b="0" i="0" dirty="0">
                <a:solidFill>
                  <a:srgbClr val="000000"/>
                </a:solidFill>
                <a:effectLst/>
                <a:latin typeface="Noto Sans" panose="020B0502040504020204" pitchFamily="34" charset="0"/>
              </a:rPr>
              <a:t>nd they are freely justified by his grace through the redemption that is in Christ Jesus. </a:t>
            </a:r>
            <a:r>
              <a:rPr lang="en-US" sz="2000" b="0" i="0" baseline="30000" dirty="0">
                <a:solidFill>
                  <a:srgbClr val="000000"/>
                </a:solidFill>
                <a:effectLst/>
                <a:latin typeface="Noto Sans" panose="020B0502040504020204" pitchFamily="34" charset="0"/>
              </a:rPr>
              <a:t>25</a:t>
            </a:r>
            <a:r>
              <a:rPr lang="en-US" sz="2000" b="0" i="0" dirty="0">
                <a:solidFill>
                  <a:srgbClr val="000000"/>
                </a:solidFill>
                <a:effectLst/>
                <a:latin typeface="Noto Sans" panose="020B0502040504020204" pitchFamily="34" charset="0"/>
              </a:rPr>
              <a:t>For God provided Christ Jesus as an atoning sacrifice through faith in his blood.</a:t>
            </a:r>
            <a:endParaRPr lang="en-US" dirty="0">
              <a:latin typeface="Arial"/>
              <a:cs typeface="Arial"/>
            </a:endParaRPr>
          </a:p>
        </p:txBody>
      </p:sp>
      <p:pic>
        <p:nvPicPr>
          <p:cNvPr id="13" name="Picture 12">
            <a:extLst>
              <a:ext uri="{FF2B5EF4-FFF2-40B4-BE49-F238E27FC236}">
                <a16:creationId xmlns:a16="http://schemas.microsoft.com/office/drawing/2014/main" id="{19C42F51-6E83-1FB1-EA68-A532FC6B2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162" y="514616"/>
            <a:ext cx="2432960" cy="734175"/>
          </a:xfrm>
          <a:prstGeom prst="rect">
            <a:avLst/>
          </a:prstGeom>
        </p:spPr>
      </p:pic>
      <p:sp>
        <p:nvSpPr>
          <p:cNvPr id="15" name="Rectangle 14">
            <a:extLst>
              <a:ext uri="{FF2B5EF4-FFF2-40B4-BE49-F238E27FC236}">
                <a16:creationId xmlns:a16="http://schemas.microsoft.com/office/drawing/2014/main" id="{D13B66F3-EB40-9F55-D58B-B6010BFC2F67}"/>
              </a:ext>
            </a:extLst>
          </p:cNvPr>
          <p:cNvSpPr/>
          <p:nvPr/>
        </p:nvSpPr>
        <p:spPr>
          <a:xfrm>
            <a:off x="855738" y="1088016"/>
            <a:ext cx="1589089" cy="400110"/>
          </a:xfrm>
          <a:prstGeom prst="rect">
            <a:avLst/>
          </a:prstGeom>
        </p:spPr>
        <p:txBody>
          <a:bodyPr wrap="none" lIns="91440" tIns="45720" rIns="91440" bIns="45720" anchor="t">
            <a:spAutoFit/>
          </a:bodyPr>
          <a:lstStyle/>
          <a:p>
            <a:r>
              <a:rPr lang="en-US" sz="2000" b="1" dirty="0">
                <a:latin typeface="Arial"/>
                <a:cs typeface="Arial"/>
              </a:rPr>
              <a:t>We believe:</a:t>
            </a:r>
            <a:endParaRPr lang="en-US" dirty="0">
              <a:latin typeface="Arial"/>
              <a:cs typeface="Arial"/>
            </a:endParaRPr>
          </a:p>
        </p:txBody>
      </p:sp>
    </p:spTree>
    <p:extLst>
      <p:ext uri="{BB962C8B-B14F-4D97-AF65-F5344CB8AC3E}">
        <p14:creationId xmlns:p14="http://schemas.microsoft.com/office/powerpoint/2010/main" val="2926521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58875-9322-B58A-EB0D-7831CD5DD274}"/>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FB42A0FF-ACFD-419F-41F8-1AF7D311FA91}"/>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8583C7B2-637D-E960-8E2B-3C83B538A1C7}"/>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F9DC9222-8B82-293A-C38C-39FC5B450664}"/>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297E78A-626E-FD2A-9A4F-A4B2202B20B6}"/>
              </a:ext>
            </a:extLst>
          </p:cNvPr>
          <p:cNvSpPr txBox="1"/>
          <p:nvPr/>
        </p:nvSpPr>
        <p:spPr>
          <a:xfrm>
            <a:off x="685800" y="1243786"/>
            <a:ext cx="7772400" cy="4355038"/>
          </a:xfrm>
          <a:prstGeom prst="rect">
            <a:avLst/>
          </a:prstGeom>
          <a:noFill/>
        </p:spPr>
        <p:txBody>
          <a:bodyPr wrap="square" lIns="91440" tIns="45720" rIns="91440" bIns="45720" rtlCol="0" anchor="t">
            <a:spAutoFit/>
          </a:bodyPr>
          <a:lstStyle/>
          <a:p>
            <a:endParaRPr lang="en-US" sz="2100" dirty="0">
              <a:latin typeface="Arial Black" panose="020B0A04020102020204" pitchFamily="34" charset="0"/>
            </a:endParaRPr>
          </a:p>
          <a:p>
            <a:pPr>
              <a:spcBef>
                <a:spcPts val="600"/>
              </a:spcBef>
            </a:pPr>
            <a:r>
              <a:rPr lang="en-US" sz="2400" dirty="0">
                <a:latin typeface="Arial"/>
                <a:cs typeface="Arial"/>
              </a:rPr>
              <a:t>6. The resurrection of all–the saved to eternal life and the lost to eternal punishment.</a:t>
            </a:r>
          </a:p>
          <a:p>
            <a:pPr>
              <a:spcBef>
                <a:spcPts val="600"/>
              </a:spcBef>
            </a:pPr>
            <a:endParaRPr lang="en-US" dirty="0">
              <a:latin typeface="Arial" panose="020B0604020202020204" pitchFamily="34" charset="0"/>
              <a:cs typeface="Arial" panose="020B0604020202020204" pitchFamily="34" charset="0"/>
            </a:endParaRPr>
          </a:p>
          <a:p>
            <a:pPr>
              <a:spcBef>
                <a:spcPts val="600"/>
              </a:spcBef>
            </a:pPr>
            <a:r>
              <a:rPr lang="en-US" sz="2000" dirty="0">
                <a:latin typeface="Arial"/>
                <a:cs typeface="Arial"/>
              </a:rPr>
              <a:t>This means that everyone will be brought back to life one day. Those who trusted Jesus for salvation will live with him forever. Those who did not trust him will be punished forever. </a:t>
            </a:r>
          </a:p>
          <a:p>
            <a:pPr>
              <a:spcBef>
                <a:spcPts val="600"/>
              </a:spcBef>
            </a:pPr>
            <a:endParaRPr lang="en-US" sz="2000" dirty="0">
              <a:latin typeface="Arial" panose="020B0604020202020204" pitchFamily="34" charset="0"/>
              <a:cs typeface="Arial" panose="020B0604020202020204" pitchFamily="34" charset="0"/>
            </a:endParaRPr>
          </a:p>
          <a:p>
            <a:pPr>
              <a:spcBef>
                <a:spcPts val="600"/>
              </a:spcBef>
            </a:pPr>
            <a:r>
              <a:rPr lang="en-US" sz="2000" dirty="0">
                <a:latin typeface="Arial"/>
                <a:cs typeface="Arial"/>
              </a:rPr>
              <a:t>Acts 24:15: I have a hope in God, which these men also have, that there will be a resurrection of both the righteous and the wicked.</a:t>
            </a:r>
          </a:p>
          <a:p>
            <a:pPr>
              <a:spcBef>
                <a:spcPts val="600"/>
              </a:spcBef>
            </a:pPr>
            <a:r>
              <a:rPr lang="en-US" sz="2000" dirty="0">
                <a:latin typeface="Arial"/>
                <a:cs typeface="Arial"/>
              </a:rPr>
              <a:t>Matthew 25:46: These will go away into eternal punishment, but the righteous into eternal </a:t>
            </a:r>
            <a:r>
              <a:rPr lang="en-US" sz="2000">
                <a:latin typeface="Arial"/>
                <a:cs typeface="Arial"/>
              </a:rPr>
              <a:t>life.</a:t>
            </a:r>
            <a:endParaRPr lang="en-US" dirty="0">
              <a:latin typeface="Arial"/>
              <a:cs typeface="Arial"/>
            </a:endParaRPr>
          </a:p>
        </p:txBody>
      </p:sp>
      <p:pic>
        <p:nvPicPr>
          <p:cNvPr id="13" name="Picture 12">
            <a:extLst>
              <a:ext uri="{FF2B5EF4-FFF2-40B4-BE49-F238E27FC236}">
                <a16:creationId xmlns:a16="http://schemas.microsoft.com/office/drawing/2014/main" id="{126567BB-4318-6DD7-D3AF-A95C65ACF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162" y="514616"/>
            <a:ext cx="2432960" cy="734175"/>
          </a:xfrm>
          <a:prstGeom prst="rect">
            <a:avLst/>
          </a:prstGeom>
        </p:spPr>
      </p:pic>
      <p:sp>
        <p:nvSpPr>
          <p:cNvPr id="15" name="Rectangle 14">
            <a:extLst>
              <a:ext uri="{FF2B5EF4-FFF2-40B4-BE49-F238E27FC236}">
                <a16:creationId xmlns:a16="http://schemas.microsoft.com/office/drawing/2014/main" id="{D56FABC4-5BC4-E4A1-218E-6923C3C06DAD}"/>
              </a:ext>
            </a:extLst>
          </p:cNvPr>
          <p:cNvSpPr/>
          <p:nvPr/>
        </p:nvSpPr>
        <p:spPr>
          <a:xfrm>
            <a:off x="855738" y="1088016"/>
            <a:ext cx="1589089" cy="400110"/>
          </a:xfrm>
          <a:prstGeom prst="rect">
            <a:avLst/>
          </a:prstGeom>
        </p:spPr>
        <p:txBody>
          <a:bodyPr wrap="none" lIns="91440" tIns="45720" rIns="91440" bIns="45720" anchor="t">
            <a:spAutoFit/>
          </a:bodyPr>
          <a:lstStyle/>
          <a:p>
            <a:r>
              <a:rPr lang="en-US" sz="2000" b="1" dirty="0">
                <a:latin typeface="Arial"/>
                <a:cs typeface="Arial"/>
              </a:rPr>
              <a:t>We believe:</a:t>
            </a:r>
            <a:endParaRPr lang="en-US" dirty="0">
              <a:latin typeface="Arial"/>
              <a:cs typeface="Arial"/>
            </a:endParaRPr>
          </a:p>
        </p:txBody>
      </p:sp>
    </p:spTree>
    <p:extLst>
      <p:ext uri="{BB962C8B-B14F-4D97-AF65-F5344CB8AC3E}">
        <p14:creationId xmlns:p14="http://schemas.microsoft.com/office/powerpoint/2010/main" val="1721112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047203" y="5828573"/>
            <a:ext cx="7049595" cy="172823"/>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047203" y="857250"/>
            <a:ext cx="7049595" cy="172823"/>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 name="TextBox 1">
            <a:extLst>
              <a:ext uri="{FF2B5EF4-FFF2-40B4-BE49-F238E27FC236}">
                <a16:creationId xmlns:a16="http://schemas.microsoft.com/office/drawing/2014/main" id="{B21D2EF1-2932-2550-BFFD-42E4D65AD770}"/>
              </a:ext>
            </a:extLst>
          </p:cNvPr>
          <p:cNvSpPr txBox="1"/>
          <p:nvPr/>
        </p:nvSpPr>
        <p:spPr>
          <a:xfrm>
            <a:off x="669470" y="2062554"/>
            <a:ext cx="7772400" cy="3847207"/>
          </a:xfrm>
          <a:prstGeom prst="rect">
            <a:avLst/>
          </a:prstGeom>
          <a:noFill/>
        </p:spPr>
        <p:txBody>
          <a:bodyPr wrap="square" rtlCol="0">
            <a:spAutoFit/>
          </a:bodyPr>
          <a:lstStyle/>
          <a:p>
            <a:pPr marL="385763" indent="-385763">
              <a:spcBef>
                <a:spcPts val="600"/>
              </a:spcBef>
              <a:buAutoNum type="arabicPeriod"/>
            </a:pPr>
            <a:r>
              <a:rPr lang="en-US" dirty="0">
                <a:latin typeface="Arial" panose="020B0604020202020204" pitchFamily="34" charset="0"/>
                <a:cs typeface="Arial" panose="020B0604020202020204" pitchFamily="34" charset="0"/>
              </a:rPr>
              <a:t>The Bible is divinely inspired by God and has final authority.</a:t>
            </a:r>
          </a:p>
          <a:p>
            <a:pPr marL="385763" indent="-385763">
              <a:spcBef>
                <a:spcPts val="600"/>
              </a:spcBef>
              <a:buAutoNum type="arabicPeriod"/>
            </a:pPr>
            <a:r>
              <a:rPr lang="en-US" dirty="0">
                <a:latin typeface="Arial" panose="020B0604020202020204" pitchFamily="34" charset="0"/>
                <a:cs typeface="Arial" panose="020B0604020202020204" pitchFamily="34" charset="0"/>
              </a:rPr>
              <a:t>God is one and exists in three persons: God the Father, God the Son, and God the Holy Spirit.</a:t>
            </a:r>
          </a:p>
          <a:p>
            <a:pPr marL="385763" indent="-385763">
              <a:spcBef>
                <a:spcPts val="600"/>
              </a:spcBef>
              <a:buFont typeface="+mj-lt"/>
              <a:buAutoNum type="arabicPeriod" startAt="3"/>
            </a:pPr>
            <a:r>
              <a:rPr lang="en-US" dirty="0">
                <a:latin typeface="Arial" panose="020B0604020202020204" pitchFamily="34" charset="0"/>
                <a:cs typeface="Arial" panose="020B0604020202020204" pitchFamily="34" charset="0"/>
              </a:rPr>
              <a:t>Because of the fall of man, all humans are sinful and in need of salvation. </a:t>
            </a:r>
          </a:p>
          <a:p>
            <a:pPr marL="385763" indent="-385763">
              <a:spcBef>
                <a:spcPts val="600"/>
              </a:spcBef>
              <a:buFont typeface="+mj-lt"/>
              <a:buAutoNum type="arabicPeriod" startAt="3"/>
            </a:pPr>
            <a:r>
              <a:rPr lang="en-US" dirty="0">
                <a:latin typeface="Arial" panose="020B0604020202020204" pitchFamily="34" charset="0"/>
                <a:cs typeface="Arial" panose="020B0604020202020204" pitchFamily="34" charset="0"/>
              </a:rPr>
              <a:t>The death of Christ is a substitute for sinners and provides for the cleansing of those who believe.</a:t>
            </a:r>
          </a:p>
          <a:p>
            <a:pPr marL="385763" indent="-385763">
              <a:spcBef>
                <a:spcPts val="600"/>
              </a:spcBef>
              <a:buFont typeface="+mj-lt"/>
              <a:buAutoNum type="arabicPeriod" startAt="5"/>
            </a:pPr>
            <a:r>
              <a:rPr lang="en-US" dirty="0">
                <a:latin typeface="Arial" panose="020B0604020202020204" pitchFamily="34" charset="0"/>
                <a:cs typeface="Arial" panose="020B0604020202020204" pitchFamily="34" charset="0"/>
              </a:rPr>
              <a:t>By God’s grace, through faith, man receives salvation as a free gift because of Jesus’ death and resurrection.</a:t>
            </a:r>
          </a:p>
          <a:p>
            <a:pPr marL="385763" indent="-385763">
              <a:spcBef>
                <a:spcPts val="600"/>
              </a:spcBef>
              <a:buFont typeface="+mj-lt"/>
              <a:buAutoNum type="arabicPeriod" startAt="5"/>
            </a:pPr>
            <a:r>
              <a:rPr lang="en-US" dirty="0">
                <a:latin typeface="Arial" panose="020B0604020202020204" pitchFamily="34" charset="0"/>
                <a:cs typeface="Arial" panose="020B0604020202020204" pitchFamily="34" charset="0"/>
              </a:rPr>
              <a:t>The resurrection of all–the saved to eternal life and the lost to eternal punishment.</a:t>
            </a:r>
          </a:p>
          <a:p>
            <a:pPr marL="385763" indent="-385763">
              <a:buFont typeface="+mj-lt"/>
              <a:buAutoNum type="arabicPeriod" startAt="3"/>
            </a:pPr>
            <a:endParaRPr lang="en-US" sz="21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B51DF5D-FE78-6295-BDA9-5F5918EAF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190" y="1080873"/>
            <a:ext cx="2432960" cy="734175"/>
          </a:xfrm>
          <a:prstGeom prst="rect">
            <a:avLst/>
          </a:prstGeom>
        </p:spPr>
      </p:pic>
      <p:sp>
        <p:nvSpPr>
          <p:cNvPr id="3" name="Rectangle 2">
            <a:extLst>
              <a:ext uri="{FF2B5EF4-FFF2-40B4-BE49-F238E27FC236}">
                <a16:creationId xmlns:a16="http://schemas.microsoft.com/office/drawing/2014/main" id="{3AC5A005-D152-46D8-2C01-189D4BC80EC5}"/>
              </a:ext>
            </a:extLst>
          </p:cNvPr>
          <p:cNvSpPr/>
          <p:nvPr/>
        </p:nvSpPr>
        <p:spPr>
          <a:xfrm>
            <a:off x="799982" y="1496126"/>
            <a:ext cx="1589089" cy="400110"/>
          </a:xfrm>
          <a:prstGeom prst="rect">
            <a:avLst/>
          </a:prstGeom>
        </p:spPr>
        <p:txBody>
          <a:bodyPr wrap="none">
            <a:spAutoFit/>
          </a:bodyPr>
          <a:lstStyle/>
          <a:p>
            <a:r>
              <a:rPr lang="en-US" sz="2000" b="1" dirty="0">
                <a:latin typeface="Arial" panose="020B0604020202020204" pitchFamily="34" charset="0"/>
                <a:cs typeface="Arial" panose="020B0604020202020204" pitchFamily="34" charset="0"/>
              </a:rPr>
              <a:t>We believe:</a:t>
            </a:r>
          </a:p>
        </p:txBody>
      </p:sp>
    </p:spTree>
    <p:extLst>
      <p:ext uri="{BB962C8B-B14F-4D97-AF65-F5344CB8AC3E}">
        <p14:creationId xmlns:p14="http://schemas.microsoft.com/office/powerpoint/2010/main" val="2884758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AD7BB7-92AE-4F16-9DC9-4A7C88F20850}"/>
              </a:ext>
            </a:extLst>
          </p:cNvPr>
          <p:cNvSpPr txBox="1"/>
          <p:nvPr/>
        </p:nvSpPr>
        <p:spPr>
          <a:xfrm>
            <a:off x="2726872" y="451796"/>
            <a:ext cx="3690257" cy="1323439"/>
          </a:xfrm>
          <a:prstGeom prst="rect">
            <a:avLst/>
          </a:prstGeom>
          <a:noFill/>
        </p:spPr>
        <p:txBody>
          <a:bodyPr wrap="square">
            <a:spAutoFit/>
          </a:bodyPr>
          <a:lstStyle/>
          <a:p>
            <a:pPr algn="ctr"/>
            <a:r>
              <a:rPr lang="en-US" sz="4000" b="1" dirty="0">
                <a:solidFill>
                  <a:schemeClr val="accent1"/>
                </a:solidFill>
                <a:latin typeface="Arial Black" panose="020B0A04020102020204" pitchFamily="34" charset="0"/>
                <a:ea typeface="MS Mincho" panose="02020609040205080304" pitchFamily="49" charset="-128"/>
                <a:cs typeface="Times New Roman" panose="02020603050405020304" pitchFamily="18" charset="0"/>
              </a:rPr>
              <a:t>S</a:t>
            </a: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tatement</a:t>
            </a:r>
            <a:b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br>
            <a:r>
              <a:rPr lang="en-US" sz="4000" b="1" dirty="0">
                <a:solidFill>
                  <a:schemeClr val="accent1"/>
                </a:solidFill>
                <a:effectLst/>
                <a:latin typeface="Arial Black" panose="020B0A04020102020204" pitchFamily="34" charset="0"/>
                <a:ea typeface="MS Mincho" panose="02020609040205080304" pitchFamily="49" charset="-128"/>
                <a:cs typeface="Times New Roman" panose="02020603050405020304" pitchFamily="18" charset="0"/>
              </a:rPr>
              <a:t>of Faith:</a:t>
            </a:r>
          </a:p>
        </p:txBody>
      </p:sp>
      <p:sp>
        <p:nvSpPr>
          <p:cNvPr id="7" name="Oval 6">
            <a:extLst>
              <a:ext uri="{FF2B5EF4-FFF2-40B4-BE49-F238E27FC236}">
                <a16:creationId xmlns:a16="http://schemas.microsoft.com/office/drawing/2014/main" id="{B33D645A-C6B0-474F-9464-3567C6966339}"/>
              </a:ext>
            </a:extLst>
          </p:cNvPr>
          <p:cNvSpPr/>
          <p:nvPr/>
        </p:nvSpPr>
        <p:spPr>
          <a:xfrm>
            <a:off x="1561521" y="2191233"/>
            <a:ext cx="2511623" cy="2475533"/>
          </a:xfrm>
          <a:prstGeom prst="ellipse">
            <a:avLst/>
          </a:prstGeom>
          <a:solidFill>
            <a:schemeClr val="accent2"/>
          </a:solidFill>
          <a:ln>
            <a:noFill/>
          </a:ln>
          <a:effectLst>
            <a:outerShdw blurRad="50800" dist="38100" dir="5400000" algn="t" rotWithShape="0">
              <a:prstClr val="black">
                <a:alpha val="40000"/>
              </a:prstClr>
            </a:outerShdw>
          </a:effectLst>
        </p:spPr>
        <p:txBody>
          <a:bodyPr wrap="none" rtlCol="0" anchor="ctr">
            <a:noAutofit/>
          </a:bodyPr>
          <a:lstStyle/>
          <a:p>
            <a:pPr algn="ctr"/>
            <a:r>
              <a:rPr lang="en-US" sz="2800" dirty="0">
                <a:solidFill>
                  <a:schemeClr val="bg1"/>
                </a:solidFill>
                <a:latin typeface="Arial" panose="020B0604020202020204" pitchFamily="34" charset="0"/>
                <a:cs typeface="Arial" panose="020B0604020202020204" pitchFamily="34" charset="0"/>
              </a:rPr>
              <a:t>Focuses </a:t>
            </a:r>
          </a:p>
          <a:p>
            <a:pPr algn="ctr"/>
            <a:r>
              <a:rPr lang="en-US" sz="2800" dirty="0">
                <a:solidFill>
                  <a:schemeClr val="bg1"/>
                </a:solidFill>
                <a:latin typeface="Arial" panose="020B0604020202020204" pitchFamily="34" charset="0"/>
                <a:cs typeface="Arial" panose="020B0604020202020204" pitchFamily="34" charset="0"/>
              </a:rPr>
              <a:t>us on what </a:t>
            </a:r>
          </a:p>
          <a:p>
            <a:pPr algn="ctr"/>
            <a:r>
              <a:rPr lang="en-US" sz="2800" dirty="0">
                <a:solidFill>
                  <a:schemeClr val="bg1"/>
                </a:solidFill>
                <a:latin typeface="Arial" panose="020B0604020202020204" pitchFamily="34" charset="0"/>
                <a:cs typeface="Arial" panose="020B0604020202020204" pitchFamily="34" charset="0"/>
              </a:rPr>
              <a:t>Is most</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important</a:t>
            </a:r>
          </a:p>
        </p:txBody>
      </p:sp>
      <p:sp>
        <p:nvSpPr>
          <p:cNvPr id="8" name="Oval 7">
            <a:extLst>
              <a:ext uri="{FF2B5EF4-FFF2-40B4-BE49-F238E27FC236}">
                <a16:creationId xmlns:a16="http://schemas.microsoft.com/office/drawing/2014/main" id="{71A5A433-661D-48B0-916B-E3E37CCF8325}"/>
              </a:ext>
            </a:extLst>
          </p:cNvPr>
          <p:cNvSpPr/>
          <p:nvPr/>
        </p:nvSpPr>
        <p:spPr>
          <a:xfrm>
            <a:off x="5457922" y="1662582"/>
            <a:ext cx="2249968" cy="2249968"/>
          </a:xfrm>
          <a:prstGeom prst="ellipse">
            <a:avLst/>
          </a:prstGeom>
          <a:solidFill>
            <a:schemeClr val="accent2"/>
          </a:solidFill>
          <a:ln>
            <a:noFill/>
          </a:ln>
          <a:effectLst>
            <a:outerShdw blurRad="50800" dist="38100" dir="5400000" algn="t" rotWithShape="0">
              <a:prstClr val="black">
                <a:alpha val="40000"/>
              </a:prstClr>
            </a:outerShdw>
          </a:effectLst>
        </p:spPr>
        <p:txBody>
          <a:bodyPr wrap="none" rtlCol="0" anchor="ctr">
            <a:noAutofit/>
          </a:bodyPr>
          <a:lstStyle/>
          <a:p>
            <a:pPr algn="ctr"/>
            <a:r>
              <a:rPr lang="en-US" sz="2800" dirty="0">
                <a:solidFill>
                  <a:schemeClr val="bg1"/>
                </a:solidFill>
                <a:latin typeface="Arial" panose="020B0604020202020204" pitchFamily="34" charset="0"/>
                <a:cs typeface="Arial" panose="020B0604020202020204" pitchFamily="34" charset="0"/>
              </a:rPr>
              <a:t>Encourages</a:t>
            </a:r>
          </a:p>
          <a:p>
            <a:pPr algn="ctr"/>
            <a:r>
              <a:rPr lang="en-US" sz="2800" dirty="0">
                <a:solidFill>
                  <a:schemeClr val="bg1"/>
                </a:solidFill>
                <a:latin typeface="Arial" panose="020B0604020202020204" pitchFamily="34" charset="0"/>
                <a:cs typeface="Arial" panose="020B0604020202020204" pitchFamily="34" charset="0"/>
              </a:rPr>
              <a:t>unity</a:t>
            </a:r>
          </a:p>
        </p:txBody>
      </p:sp>
      <p:sp>
        <p:nvSpPr>
          <p:cNvPr id="9" name="Oval 8">
            <a:extLst>
              <a:ext uri="{FF2B5EF4-FFF2-40B4-BE49-F238E27FC236}">
                <a16:creationId xmlns:a16="http://schemas.microsoft.com/office/drawing/2014/main" id="{CCFA03C3-343E-441C-BAB2-0D994F432EBE}"/>
              </a:ext>
            </a:extLst>
          </p:cNvPr>
          <p:cNvSpPr/>
          <p:nvPr/>
        </p:nvSpPr>
        <p:spPr>
          <a:xfrm>
            <a:off x="3900644" y="3912550"/>
            <a:ext cx="2340428" cy="2340428"/>
          </a:xfrm>
          <a:prstGeom prst="ellipse">
            <a:avLst/>
          </a:prstGeom>
          <a:solidFill>
            <a:schemeClr val="accent2"/>
          </a:solidFill>
          <a:ln>
            <a:noFill/>
          </a:ln>
          <a:effectLst>
            <a:outerShdw blurRad="50800" dist="38100" dir="5400000" algn="t" rotWithShape="0">
              <a:prstClr val="black">
                <a:alpha val="40000"/>
              </a:prstClr>
            </a:outerShdw>
          </a:effectLst>
        </p:spPr>
        <p:txBody>
          <a:bodyPr wrap="none" rtlCol="0" anchor="b">
            <a:noAutofit/>
          </a:bodyPr>
          <a:lstStyle/>
          <a:p>
            <a:pPr algn="ctr"/>
            <a:r>
              <a:rPr lang="en-US" sz="2800" dirty="0">
                <a:solidFill>
                  <a:schemeClr val="bg1"/>
                </a:solidFill>
                <a:latin typeface="Arial" panose="020B0604020202020204" pitchFamily="34" charset="0"/>
                <a:cs typeface="Arial" panose="020B0604020202020204" pitchFamily="34" charset="0"/>
              </a:rPr>
              <a:t>Provides</a:t>
            </a:r>
          </a:p>
          <a:p>
            <a:pPr algn="ctr"/>
            <a:r>
              <a:rPr lang="en-US" sz="2800" dirty="0">
                <a:solidFill>
                  <a:schemeClr val="bg1"/>
                </a:solidFill>
                <a:latin typeface="Arial" panose="020B0604020202020204" pitchFamily="34" charset="0"/>
                <a:cs typeface="Arial" panose="020B0604020202020204" pitchFamily="34" charset="0"/>
              </a:rPr>
              <a:t>a foundation</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for working</a:t>
            </a:r>
            <a:br>
              <a:rPr lang="en-US" sz="2800" dirty="0">
                <a:solidFill>
                  <a:schemeClr val="bg1"/>
                </a:solidFill>
                <a:latin typeface="Arial" panose="020B0604020202020204" pitchFamily="34" charset="0"/>
                <a:cs typeface="Arial" panose="020B0604020202020204" pitchFamily="34" charset="0"/>
              </a:rPr>
            </a:br>
            <a:r>
              <a:rPr lang="en-US" sz="2800" dirty="0">
                <a:solidFill>
                  <a:schemeClr val="bg1"/>
                </a:solidFill>
                <a:latin typeface="Arial" panose="020B0604020202020204" pitchFamily="34" charset="0"/>
                <a:cs typeface="Arial" panose="020B0604020202020204" pitchFamily="34" charset="0"/>
              </a:rPr>
              <a:t>together</a:t>
            </a:r>
          </a:p>
        </p:txBody>
      </p:sp>
    </p:spTree>
    <p:extLst>
      <p:ext uri="{BB962C8B-B14F-4D97-AF65-F5344CB8AC3E}">
        <p14:creationId xmlns:p14="http://schemas.microsoft.com/office/powerpoint/2010/main" val="140260678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38937e4-20c5-4a73-b245-175c4ead9603">
      <Terms xmlns="http://schemas.microsoft.com/office/infopath/2007/PartnerControls"/>
    </lcf76f155ced4ddcb4097134ff3c332f>
    <TaxCatchAll xmlns="9ede4979-7183-4f81-a394-71c40c9222c4"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0E9A9A12-16C1-4630-9AB2-FEFC7C9FBB3D}"/>
</file>

<file path=customXml/itemProps3.xml><?xml version="1.0" encoding="utf-8"?>
<ds:datastoreItem xmlns:ds="http://schemas.openxmlformats.org/officeDocument/2006/customXml" ds:itemID="{DD870300-B03F-45F7-9154-521D8C74684E}">
  <ds:schemaRefs>
    <ds:schemaRef ds:uri="9ede4979-7183-4f81-a394-71c40c9222c4"/>
    <ds:schemaRef ds:uri="http://schemas.microsoft.com/office/2006/documentManagement/types"/>
    <ds:schemaRef ds:uri="http://schemas.microsoft.com/office/infopath/2007/PartnerControls"/>
    <ds:schemaRef ds:uri="http://purl.org/dc/dcmitype/"/>
    <ds:schemaRef ds:uri="http://purl.org/dc/terms/"/>
    <ds:schemaRef ds:uri="http://schemas.openxmlformats.org/package/2006/metadata/core-properties"/>
    <ds:schemaRef ds:uri="http://purl.org/dc/elements/1.1/"/>
    <ds:schemaRef ds:uri="038937e4-20c5-4a73-b245-175c4ead9603"/>
    <ds:schemaRef ds:uri="http://schemas.microsoft.com/sharepoint/v3"/>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8281</TotalTime>
  <Words>927</Words>
  <Application>Microsoft Office PowerPoint</Application>
  <PresentationFormat>On-screen Show (4:3)</PresentationFormat>
  <Paragraphs>84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Noto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431</cp:revision>
  <dcterms:created xsi:type="dcterms:W3CDTF">2019-03-18T18:21:25Z</dcterms:created>
  <dcterms:modified xsi:type="dcterms:W3CDTF">2025-06-04T18:44:28Z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