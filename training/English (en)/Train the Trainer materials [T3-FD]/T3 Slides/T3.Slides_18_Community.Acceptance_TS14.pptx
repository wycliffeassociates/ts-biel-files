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95" r:id="rId5"/>
    <p:sldId id="312" r:id="rId6"/>
    <p:sldId id="286" r:id="rId7"/>
    <p:sldId id="313"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95659"/>
    <a:srgbClr val="83A83F"/>
    <a:srgbClr val="FBA93D"/>
    <a:srgbClr val="C3DD93"/>
    <a:srgbClr val="7165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3BCB2B-56A0-4B63-B4A7-7752D1ED3A6E}" v="1" dt="2025-09-15T11:13:56.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27" autoAdjust="0"/>
    <p:restoredTop sz="95646" autoAdjust="0"/>
  </p:normalViewPr>
  <p:slideViewPr>
    <p:cSldViewPr snapToGrid="0">
      <p:cViewPr varScale="1">
        <p:scale>
          <a:sx n="45" d="100"/>
          <a:sy n="45" d="100"/>
        </p:scale>
        <p:origin x="52" y="276"/>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custSel modSld">
      <pc:chgData name="Deborah Shaw" userId="79bf7848-a030-4096-934a-3abbfde4984a" providerId="ADAL" clId="{8DE9E9FB-001C-4B84-83DE-E1F7ABB9FAA3}" dt="2025-09-15T14:02:59.794" v="28" actId="1076"/>
      <pc:docMkLst>
        <pc:docMk/>
      </pc:docMkLst>
      <pc:sldChg chg="modSp mod">
        <pc:chgData name="Deborah Shaw" userId="79bf7848-a030-4096-934a-3abbfde4984a" providerId="ADAL" clId="{8DE9E9FB-001C-4B84-83DE-E1F7ABB9FAA3}" dt="2025-09-15T12:56:23.773" v="20" actId="20577"/>
        <pc:sldMkLst>
          <pc:docMk/>
          <pc:sldMk cId="3829610916" sldId="295"/>
        </pc:sldMkLst>
        <pc:spChg chg="mod">
          <ac:chgData name="Deborah Shaw" userId="79bf7848-a030-4096-934a-3abbfde4984a" providerId="ADAL" clId="{8DE9E9FB-001C-4B84-83DE-E1F7ABB9FAA3}" dt="2025-09-15T12:56:23.773" v="20" actId="20577"/>
          <ac:spMkLst>
            <pc:docMk/>
            <pc:sldMk cId="3829610916" sldId="295"/>
            <ac:spMk id="3" creationId="{117E80A5-0A88-072D-D373-1B79DB1B2DCA}"/>
          </ac:spMkLst>
        </pc:spChg>
      </pc:sldChg>
      <pc:sldChg chg="modSp mod">
        <pc:chgData name="Deborah Shaw" userId="79bf7848-a030-4096-934a-3abbfde4984a" providerId="ADAL" clId="{8DE9E9FB-001C-4B84-83DE-E1F7ABB9FAA3}" dt="2025-09-15T13:29:05.164" v="22" actId="122"/>
        <pc:sldMkLst>
          <pc:docMk/>
          <pc:sldMk cId="1224857041" sldId="312"/>
        </pc:sldMkLst>
        <pc:spChg chg="mod">
          <ac:chgData name="Deborah Shaw" userId="79bf7848-a030-4096-934a-3abbfde4984a" providerId="ADAL" clId="{8DE9E9FB-001C-4B84-83DE-E1F7ABB9FAA3}" dt="2025-09-15T13:29:05.164" v="22" actId="122"/>
          <ac:spMkLst>
            <pc:docMk/>
            <pc:sldMk cId="1224857041" sldId="312"/>
            <ac:spMk id="11" creationId="{94B3E877-25C0-DF45-A773-027295D42B99}"/>
          </ac:spMkLst>
        </pc:spChg>
      </pc:sldChg>
      <pc:sldChg chg="modSp mod">
        <pc:chgData name="Deborah Shaw" userId="79bf7848-a030-4096-934a-3abbfde4984a" providerId="ADAL" clId="{8DE9E9FB-001C-4B84-83DE-E1F7ABB9FAA3}" dt="2025-09-15T14:02:59.794" v="28" actId="1076"/>
        <pc:sldMkLst>
          <pc:docMk/>
          <pc:sldMk cId="4226992438" sldId="313"/>
        </pc:sldMkLst>
        <pc:spChg chg="mod">
          <ac:chgData name="Deborah Shaw" userId="79bf7848-a030-4096-934a-3abbfde4984a" providerId="ADAL" clId="{8DE9E9FB-001C-4B84-83DE-E1F7ABB9FAA3}" dt="2025-09-15T13:30:03.781" v="27" actId="122"/>
          <ac:spMkLst>
            <pc:docMk/>
            <pc:sldMk cId="4226992438" sldId="313"/>
            <ac:spMk id="11" creationId="{FA4B8D73-022C-892D-1558-9E24DC10E481}"/>
          </ac:spMkLst>
        </pc:spChg>
        <pc:spChg chg="mod">
          <ac:chgData name="Deborah Shaw" userId="79bf7848-a030-4096-934a-3abbfde4984a" providerId="ADAL" clId="{8DE9E9FB-001C-4B84-83DE-E1F7ABB9FAA3}" dt="2025-09-15T14:02:59.794" v="28" actId="1076"/>
          <ac:spMkLst>
            <pc:docMk/>
            <pc:sldMk cId="4226992438" sldId="313"/>
            <ac:spMk id="15" creationId="{D07BBB06-8C4F-7662-B10F-F425BD00D41C}"/>
          </ac:spMkLst>
        </pc:spChg>
      </pc:sldChg>
    </pc:docChg>
  </pc:docChgLst>
  <pc:docChgLst>
    <pc:chgData name="Deborah Shaw" userId="79bf7848-a030-4096-934a-3abbfde4984a" providerId="ADAL" clId="{F2DB1B11-D629-418F-8C5B-C49703689359}"/>
    <pc:docChg chg="undo custSel addSld delSld modSld sldOrd">
      <pc:chgData name="Deborah Shaw" userId="79bf7848-a030-4096-934a-3abbfde4984a" providerId="ADAL" clId="{F2DB1B11-D629-418F-8C5B-C49703689359}" dt="2024-02-15T04:31:44.350" v="118" actId="1076"/>
      <pc:docMkLst>
        <pc:docMk/>
      </pc:docMkLst>
      <pc:sldChg chg="delSp mod">
        <pc:chgData name="Deborah Shaw" userId="79bf7848-a030-4096-934a-3abbfde4984a" providerId="ADAL" clId="{F2DB1B11-D629-418F-8C5B-C49703689359}" dt="2024-02-15T04:18:38.525" v="97" actId="21"/>
        <pc:sldMkLst>
          <pc:docMk/>
          <pc:sldMk cId="834478945" sldId="286"/>
        </pc:sldMkLst>
      </pc:sldChg>
      <pc:sldChg chg="del">
        <pc:chgData name="Deborah Shaw" userId="79bf7848-a030-4096-934a-3abbfde4984a" providerId="ADAL" clId="{F2DB1B11-D629-418F-8C5B-C49703689359}" dt="2024-02-15T04:18:44.874" v="98" actId="2696"/>
        <pc:sldMkLst>
          <pc:docMk/>
          <pc:sldMk cId="4285908524" sldId="290"/>
        </pc:sldMkLst>
      </pc:sldChg>
      <pc:sldChg chg="addSp delSp modSp del mod">
        <pc:chgData name="Deborah Shaw" userId="79bf7848-a030-4096-934a-3abbfde4984a" providerId="ADAL" clId="{F2DB1B11-D629-418F-8C5B-C49703689359}" dt="2024-02-15T04:18:49.882" v="99" actId="2696"/>
        <pc:sldMkLst>
          <pc:docMk/>
          <pc:sldMk cId="2378721880" sldId="291"/>
        </pc:sldMkLst>
      </pc:sldChg>
      <pc:sldChg chg="modSp mod">
        <pc:chgData name="Deborah Shaw" userId="79bf7848-a030-4096-934a-3abbfde4984a" providerId="ADAL" clId="{F2DB1B11-D629-418F-8C5B-C49703689359}" dt="2024-02-15T04:13:58.362" v="60" actId="18131"/>
        <pc:sldMkLst>
          <pc:docMk/>
          <pc:sldMk cId="3829610916" sldId="295"/>
        </pc:sldMkLst>
      </pc:sldChg>
      <pc:sldChg chg="del">
        <pc:chgData name="Deborah Shaw" userId="79bf7848-a030-4096-934a-3abbfde4984a" providerId="ADAL" clId="{F2DB1B11-D629-418F-8C5B-C49703689359}" dt="2024-02-15T04:18:53.907" v="100" actId="2696"/>
        <pc:sldMkLst>
          <pc:docMk/>
          <pc:sldMk cId="2279164728" sldId="311"/>
        </pc:sldMkLst>
      </pc:sldChg>
      <pc:sldChg chg="delSp modSp add mod ord">
        <pc:chgData name="Deborah Shaw" userId="79bf7848-a030-4096-934a-3abbfde4984a" providerId="ADAL" clId="{F2DB1B11-D629-418F-8C5B-C49703689359}" dt="2024-02-15T04:18:04.359" v="96" actId="1076"/>
        <pc:sldMkLst>
          <pc:docMk/>
          <pc:sldMk cId="1224857041" sldId="312"/>
        </pc:sldMkLst>
      </pc:sldChg>
      <pc:sldChg chg="modSp add mod ord">
        <pc:chgData name="Deborah Shaw" userId="79bf7848-a030-4096-934a-3abbfde4984a" providerId="ADAL" clId="{F2DB1B11-D629-418F-8C5B-C49703689359}" dt="2024-02-15T04:31:44.350" v="118" actId="1076"/>
        <pc:sldMkLst>
          <pc:docMk/>
          <pc:sldMk cId="4226992438" sldId="31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9/15/2025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9/15/2025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10750" b="40000"/>
          <a:stretch/>
        </p:blipFill>
        <p:spPr>
          <a:xfrm>
            <a:off x="20" y="146817"/>
            <a:ext cx="9143980" cy="328218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160455" y="3282185"/>
            <a:ext cx="5855713" cy="3428998"/>
          </a:xfrm>
        </p:spPr>
        <p:txBody>
          <a:bodyPr anchor="ctr">
            <a:normAutofit fontScale="77500" lnSpcReduction="20000"/>
          </a:bodyPr>
          <a:lstStyle/>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Times New Roman" panose="02020603050405020304" pitchFamily="18" charset="0"/>
              </a:rPr>
              <a:t>On the first day of the seventh month, Ezra the priest brought the law before the assembly, both men and women, and all who could hear and understand…Ezra opened the book in the sight of all the people, for he was standing above the people, and when he opened it all the people stood up. Ezra blessed Yahweh, the great God, and all the people lifted up their hands and answered, "Amen! Amen!" Then they bowed down and worshiped Yahweh with their faces to the ground (Neh. 8:2, 5-6). </a:t>
            </a:r>
            <a:endParaRPr lang="en-US" sz="26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600" dirty="0">
              <a:effectLst/>
              <a:latin typeface="Calibri"/>
              <a:ea typeface="Times New Roman" panose="02020603050405020304" pitchFamily="18" charset="0"/>
            </a:endParaRPr>
          </a:p>
          <a:p>
            <a:pPr marL="0" lvl="0" indent="0" fontAlgn="base">
              <a:spcBef>
                <a:spcPts val="0"/>
              </a:spcBef>
              <a:buNone/>
              <a:defRPr/>
            </a:pPr>
            <a:r>
              <a:rPr lang="en-US" sz="16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600" dirty="0" err="1">
                <a:latin typeface="Calibri"/>
                <a:ea typeface="Times New Roman" panose="02020603050405020304" pitchFamily="18" charset="0"/>
                <a:cs typeface="Arial"/>
              </a:rPr>
              <a:t>ShareAlike</a:t>
            </a:r>
            <a:r>
              <a:rPr lang="en-US" sz="1600" dirty="0">
                <a:latin typeface="Calibri"/>
                <a:ea typeface="Times New Roman" panose="02020603050405020304" pitchFamily="18" charset="0"/>
                <a:cs typeface="Arial"/>
              </a:rPr>
              <a:t> 4.0 International License. </a:t>
            </a:r>
          </a:p>
          <a:p>
            <a:pPr marL="0" lvl="0" indent="0" fontAlgn="base">
              <a:spcBef>
                <a:spcPts val="0"/>
              </a:spcBef>
              <a:buNone/>
              <a:defRPr/>
            </a:pPr>
            <a:r>
              <a:rPr lang="en-US" sz="1600" dirty="0">
                <a:latin typeface="Calibri"/>
                <a:ea typeface="Times New Roman" panose="02020603050405020304" pitchFamily="18" charset="0"/>
                <a:cs typeface="Arial"/>
              </a:rPr>
              <a:t>The English ULB is based on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CC BY-SA 4.0. The original work of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118533" y="4360782"/>
            <a:ext cx="2830642" cy="1200329"/>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Community Acceptance</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048141" y="4020422"/>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61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B0D2E-CBC3-EC12-E4BC-FFBA03F8AB61}"/>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0C080271-F4EE-565A-213C-3891D1530708}"/>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411AAD2B-D5AF-ECB5-2BFE-4843FC470C80}"/>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5794DE11-F4CB-D626-93A5-88277E886D72}"/>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4B3E877-25C0-DF45-A773-027295D42B99}"/>
              </a:ext>
            </a:extLst>
          </p:cNvPr>
          <p:cNvSpPr txBox="1"/>
          <p:nvPr/>
        </p:nvSpPr>
        <p:spPr>
          <a:xfrm>
            <a:off x="685799" y="2736502"/>
            <a:ext cx="7772400" cy="1384995"/>
          </a:xfrm>
          <a:prstGeom prst="rect">
            <a:avLst/>
          </a:prstGeom>
          <a:noFill/>
        </p:spPr>
        <p:txBody>
          <a:bodyPr wrap="square" lIns="91440" tIns="45720" rIns="91440" bIns="45720" rtlCol="0" anchor="t">
            <a:spAutoFit/>
          </a:bodyPr>
          <a:lstStyle/>
          <a:p>
            <a:pPr algn="ctr"/>
            <a:r>
              <a:rPr lang="en-US" sz="2800" b="0" i="0" dirty="0">
                <a:solidFill>
                  <a:srgbClr val="000000"/>
                </a:solidFill>
                <a:effectLst/>
                <a:latin typeface="system-ui"/>
              </a:rPr>
              <a:t>To the weak I became weak, so that I may win the weak. I have become all things to all people, so that I may by all means save some.</a:t>
            </a:r>
            <a:endParaRPr lang="en-US" sz="2800" dirty="0">
              <a:latin typeface="Arial Black" panose="020B0A04020102020204" pitchFamily="34" charset="0"/>
            </a:endParaRPr>
          </a:p>
        </p:txBody>
      </p:sp>
      <p:sp>
        <p:nvSpPr>
          <p:cNvPr id="15" name="Rectangle 14">
            <a:extLst>
              <a:ext uri="{FF2B5EF4-FFF2-40B4-BE49-F238E27FC236}">
                <a16:creationId xmlns:a16="http://schemas.microsoft.com/office/drawing/2014/main" id="{2E78B26E-78AC-DBF9-3C3D-5DDE5E8ACF86}"/>
              </a:ext>
            </a:extLst>
          </p:cNvPr>
          <p:cNvSpPr/>
          <p:nvPr/>
        </p:nvSpPr>
        <p:spPr>
          <a:xfrm>
            <a:off x="2920745" y="1221425"/>
            <a:ext cx="3302507"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1 Corinthians 9:22</a:t>
            </a:r>
            <a:endParaRPr lang="en-US" sz="2800" dirty="0">
              <a:solidFill>
                <a:srgbClr val="B95659"/>
              </a:solidFill>
              <a:latin typeface="Arial"/>
              <a:cs typeface="Arial"/>
            </a:endParaRPr>
          </a:p>
        </p:txBody>
      </p:sp>
    </p:spTree>
    <p:extLst>
      <p:ext uri="{BB962C8B-B14F-4D97-AF65-F5344CB8AC3E}">
        <p14:creationId xmlns:p14="http://schemas.microsoft.com/office/powerpoint/2010/main" val="1224857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521599" y="-464375"/>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Tree>
    <p:extLst>
      <p:ext uri="{BB962C8B-B14F-4D97-AF65-F5344CB8AC3E}">
        <p14:creationId xmlns:p14="http://schemas.microsoft.com/office/powerpoint/2010/main" val="834478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7560-DD0D-7607-AE9C-F51F32DB20F2}"/>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307FA178-39FB-9D7C-EA15-8185A4A80641}"/>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946A1155-03A6-1E70-21AF-847B4FC455A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C504EE8D-5058-A211-1C90-E68F694111A2}"/>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A4B8D73-022C-892D-1558-9E24DC10E481}"/>
              </a:ext>
            </a:extLst>
          </p:cNvPr>
          <p:cNvSpPr txBox="1"/>
          <p:nvPr/>
        </p:nvSpPr>
        <p:spPr>
          <a:xfrm>
            <a:off x="685800" y="2305615"/>
            <a:ext cx="7772400" cy="2246769"/>
          </a:xfrm>
          <a:prstGeom prst="rect">
            <a:avLst/>
          </a:prstGeom>
          <a:noFill/>
        </p:spPr>
        <p:txBody>
          <a:bodyPr wrap="square" lIns="91440" tIns="45720" rIns="91440" bIns="45720" rtlCol="0" anchor="t">
            <a:spAutoFit/>
          </a:bodyPr>
          <a:lstStyle/>
          <a:p>
            <a:pPr algn="ctr"/>
            <a:r>
              <a:rPr lang="en-US" sz="2800" b="0" i="0" dirty="0">
                <a:solidFill>
                  <a:srgbClr val="000000"/>
                </a:solidFill>
                <a:effectLst/>
                <a:latin typeface="system-ui"/>
              </a:rPr>
              <a:t>For which of you who desires to build a tower does not first sit down and count the cost to calculate if he has what he needs to complete it? Otherwise, when he has laid a foundation and is not able to finish, all who see it will begin to mock him,</a:t>
            </a:r>
            <a:endParaRPr lang="en-US" sz="2800" dirty="0">
              <a:latin typeface="Arial Black" panose="020B0A04020102020204" pitchFamily="34" charset="0"/>
            </a:endParaRPr>
          </a:p>
        </p:txBody>
      </p:sp>
      <p:sp>
        <p:nvSpPr>
          <p:cNvPr id="15" name="Rectangle 14">
            <a:extLst>
              <a:ext uri="{FF2B5EF4-FFF2-40B4-BE49-F238E27FC236}">
                <a16:creationId xmlns:a16="http://schemas.microsoft.com/office/drawing/2014/main" id="{D07BBB06-8C4F-7662-B10F-F425BD00D41C}"/>
              </a:ext>
            </a:extLst>
          </p:cNvPr>
          <p:cNvSpPr/>
          <p:nvPr/>
        </p:nvSpPr>
        <p:spPr>
          <a:xfrm>
            <a:off x="3288636" y="1192850"/>
            <a:ext cx="2566728"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Luke 14:28-29</a:t>
            </a:r>
            <a:endParaRPr lang="en-US" sz="2800" dirty="0">
              <a:solidFill>
                <a:srgbClr val="B95659"/>
              </a:solidFill>
              <a:latin typeface="Arial"/>
              <a:cs typeface="Arial"/>
            </a:endParaRPr>
          </a:p>
        </p:txBody>
      </p:sp>
    </p:spTree>
    <p:extLst>
      <p:ext uri="{BB962C8B-B14F-4D97-AF65-F5344CB8AC3E}">
        <p14:creationId xmlns:p14="http://schemas.microsoft.com/office/powerpoint/2010/main" val="4226992438"/>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3F2D0A-4EE5-4843-8695-EB7A616CB52E}"/>
</file>

<file path=customXml/itemProps2.xml><?xml version="1.0" encoding="utf-8"?>
<ds:datastoreItem xmlns:ds="http://schemas.openxmlformats.org/officeDocument/2006/customXml" ds:itemID="{DD870300-B03F-45F7-9154-521D8C74684E}">
  <ds:schemaRefs>
    <ds:schemaRef ds:uri="9ede4979-7183-4f81-a394-71c40c9222c4"/>
    <ds:schemaRef ds:uri="http://schemas.microsoft.com/office/2006/documentManagement/types"/>
    <ds:schemaRef ds:uri="http://schemas.microsoft.com/office/infopath/2007/PartnerControls"/>
    <ds:schemaRef ds:uri="http://purl.org/dc/dcmitype/"/>
    <ds:schemaRef ds:uri="http://purl.org/dc/terms/"/>
    <ds:schemaRef ds:uri="http://schemas.openxmlformats.org/package/2006/metadata/core-properties"/>
    <ds:schemaRef ds:uri="http://purl.org/dc/elements/1.1/"/>
    <ds:schemaRef ds:uri="038937e4-20c5-4a73-b245-175c4ead9603"/>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178770A-F6AC-406B-AF0D-88CBCF36B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7223</TotalTime>
  <Words>280</Words>
  <Application>Microsoft Office PowerPoint</Application>
  <PresentationFormat>On-screen Show (4:3)</PresentationFormat>
  <Paragraphs>10</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Arial Black</vt:lpstr>
      <vt:lpstr>Calibri</vt:lpstr>
      <vt:lpstr>system-ui</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433</cp:revision>
  <dcterms:created xsi:type="dcterms:W3CDTF">2019-03-18T18:21:25Z</dcterms:created>
  <dcterms:modified xsi:type="dcterms:W3CDTF">2025-09-15T14:03:10Z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