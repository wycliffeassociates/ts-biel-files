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315" r:id="rId5"/>
    <p:sldId id="282" r:id="rId6"/>
    <p:sldId id="305" r:id="rId7"/>
    <p:sldId id="306" r:id="rId8"/>
    <p:sldId id="307" r:id="rId9"/>
    <p:sldId id="312" r:id="rId10"/>
    <p:sldId id="309" r:id="rId11"/>
    <p:sldId id="31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716557"/>
    <a:srgbClr val="B95659"/>
    <a:srgbClr val="C3DD93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19" autoAdjust="0"/>
    <p:restoredTop sz="95994" autoAdjust="0"/>
  </p:normalViewPr>
  <p:slideViewPr>
    <p:cSldViewPr snapToGrid="0">
      <p:cViewPr varScale="1">
        <p:scale>
          <a:sx n="43" d="100"/>
          <a:sy n="43" d="100"/>
        </p:scale>
        <p:origin x="56" y="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Shaw" userId="79bf7848-a030-4096-934a-3abbfde4984a" providerId="ADAL" clId="{8DE9E9FB-001C-4B84-83DE-E1F7ABB9FAA3}"/>
    <pc:docChg chg="custSel modSld">
      <pc:chgData name="Deborah Shaw" userId="79bf7848-a030-4096-934a-3abbfde4984a" providerId="ADAL" clId="{8DE9E9FB-001C-4B84-83DE-E1F7ABB9FAA3}" dt="2025-10-01T15:58:36.949" v="27" actId="1076"/>
      <pc:docMkLst>
        <pc:docMk/>
      </pc:docMkLst>
      <pc:sldChg chg="modSp mod">
        <pc:chgData name="Deborah Shaw" userId="79bf7848-a030-4096-934a-3abbfde4984a" providerId="ADAL" clId="{8DE9E9FB-001C-4B84-83DE-E1F7ABB9FAA3}" dt="2025-10-01T15:58:36.949" v="27" actId="1076"/>
        <pc:sldMkLst>
          <pc:docMk/>
          <pc:sldMk cId="904332746" sldId="282"/>
        </pc:sldMkLst>
        <pc:spChg chg="mod">
          <ac:chgData name="Deborah Shaw" userId="79bf7848-a030-4096-934a-3abbfde4984a" providerId="ADAL" clId="{8DE9E9FB-001C-4B84-83DE-E1F7ABB9FAA3}" dt="2025-10-01T15:58:36.949" v="27" actId="1076"/>
          <ac:spMkLst>
            <pc:docMk/>
            <pc:sldMk cId="904332746" sldId="282"/>
            <ac:spMk id="2" creationId="{7B8B0134-0BA8-F0A4-E013-C88DC5AA114A}"/>
          </ac:spMkLst>
        </pc:spChg>
      </pc:sldChg>
      <pc:sldChg chg="modSp mod">
        <pc:chgData name="Deborah Shaw" userId="79bf7848-a030-4096-934a-3abbfde4984a" providerId="ADAL" clId="{8DE9E9FB-001C-4B84-83DE-E1F7ABB9FAA3}" dt="2025-10-01T12:16:56.279" v="24" actId="20577"/>
        <pc:sldMkLst>
          <pc:docMk/>
          <pc:sldMk cId="3629754069" sldId="315"/>
        </pc:sldMkLst>
        <pc:spChg chg="mod">
          <ac:chgData name="Deborah Shaw" userId="79bf7848-a030-4096-934a-3abbfde4984a" providerId="ADAL" clId="{8DE9E9FB-001C-4B84-83DE-E1F7ABB9FAA3}" dt="2025-10-01T12:15:30.862" v="9"/>
          <ac:spMkLst>
            <pc:docMk/>
            <pc:sldMk cId="3629754069" sldId="315"/>
            <ac:spMk id="3" creationId="{117E80A5-0A88-072D-D373-1B79DB1B2DCA}"/>
          </ac:spMkLst>
        </pc:spChg>
        <pc:spChg chg="mod">
          <ac:chgData name="Deborah Shaw" userId="79bf7848-a030-4096-934a-3abbfde4984a" providerId="ADAL" clId="{8DE9E9FB-001C-4B84-83DE-E1F7ABB9FAA3}" dt="2025-10-01T12:16:56.279" v="24" actId="20577"/>
          <ac:spMkLst>
            <pc:docMk/>
            <pc:sldMk cId="3629754069" sldId="315"/>
            <ac:spMk id="7" creationId="{6D1C5468-2E27-9AF9-E8A7-9D00C2F6695F}"/>
          </ac:spMkLst>
        </pc:spChg>
      </pc:sldChg>
    </pc:docChg>
  </pc:docChgLst>
  <pc:docChgLst>
    <pc:chgData name="Deborah Shaw" userId="79bf7848-a030-4096-934a-3abbfde4984a" providerId="ADAL" clId="{445C9D01-06CD-4EEF-AA62-E064848ED0BD}"/>
    <pc:docChg chg="custSel delSld modSld sldOrd">
      <pc:chgData name="Deborah Shaw" userId="79bf7848-a030-4096-934a-3abbfde4984a" providerId="ADAL" clId="{445C9D01-06CD-4EEF-AA62-E064848ED0BD}" dt="2024-09-23T22:29:45.756" v="58"/>
      <pc:docMkLst>
        <pc:docMk/>
      </pc:docMkLst>
      <pc:sldChg chg="delSp modSp mod modAnim">
        <pc:chgData name="Deborah Shaw" userId="79bf7848-a030-4096-934a-3abbfde4984a" providerId="ADAL" clId="{445C9D01-06CD-4EEF-AA62-E064848ED0BD}" dt="2024-09-23T22:28:46.388" v="46"/>
        <pc:sldMkLst>
          <pc:docMk/>
          <pc:sldMk cId="904332746" sldId="282"/>
        </pc:sldMkLst>
      </pc:sldChg>
      <pc:sldChg chg="modAnim">
        <pc:chgData name="Deborah Shaw" userId="79bf7848-a030-4096-934a-3abbfde4984a" providerId="ADAL" clId="{445C9D01-06CD-4EEF-AA62-E064848ED0BD}" dt="2024-09-23T22:29:12.208" v="51"/>
        <pc:sldMkLst>
          <pc:docMk/>
          <pc:sldMk cId="238872858" sldId="305"/>
        </pc:sldMkLst>
      </pc:sldChg>
      <pc:sldChg chg="modAnim">
        <pc:chgData name="Deborah Shaw" userId="79bf7848-a030-4096-934a-3abbfde4984a" providerId="ADAL" clId="{445C9D01-06CD-4EEF-AA62-E064848ED0BD}" dt="2024-09-23T22:29:20.390" v="53"/>
        <pc:sldMkLst>
          <pc:docMk/>
          <pc:sldMk cId="772726874" sldId="306"/>
        </pc:sldMkLst>
      </pc:sldChg>
      <pc:sldChg chg="modAnim">
        <pc:chgData name="Deborah Shaw" userId="79bf7848-a030-4096-934a-3abbfde4984a" providerId="ADAL" clId="{445C9D01-06CD-4EEF-AA62-E064848ED0BD}" dt="2024-09-23T22:29:33.068" v="55"/>
        <pc:sldMkLst>
          <pc:docMk/>
          <pc:sldMk cId="123846664" sldId="309"/>
        </pc:sldMkLst>
      </pc:sldChg>
      <pc:sldChg chg="modAnim">
        <pc:chgData name="Deborah Shaw" userId="79bf7848-a030-4096-934a-3abbfde4984a" providerId="ADAL" clId="{445C9D01-06CD-4EEF-AA62-E064848ED0BD}" dt="2024-09-23T22:29:45.756" v="58"/>
        <pc:sldMkLst>
          <pc:docMk/>
          <pc:sldMk cId="3800077041" sldId="310"/>
        </pc:sldMkLst>
      </pc:sldChg>
      <pc:sldChg chg="del">
        <pc:chgData name="Deborah Shaw" userId="79bf7848-a030-4096-934a-3abbfde4984a" providerId="ADAL" clId="{445C9D01-06CD-4EEF-AA62-E064848ED0BD}" dt="2024-09-23T16:51:11.680" v="9" actId="2696"/>
        <pc:sldMkLst>
          <pc:docMk/>
          <pc:sldMk cId="2229477912" sldId="311"/>
        </pc:sldMkLst>
      </pc:sldChg>
      <pc:sldChg chg="modSp mod ord">
        <pc:chgData name="Deborah Shaw" userId="79bf7848-a030-4096-934a-3abbfde4984a" providerId="ADAL" clId="{445C9D01-06CD-4EEF-AA62-E064848ED0BD}" dt="2024-09-23T17:04:34.890" v="35" actId="13926"/>
        <pc:sldMkLst>
          <pc:docMk/>
          <pc:sldMk cId="3629754069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342BB-B465-1A3D-28BC-F5045ABD0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59" b="14109"/>
          <a:stretch/>
        </p:blipFill>
        <p:spPr>
          <a:xfrm>
            <a:off x="0" y="146817"/>
            <a:ext cx="9144000" cy="35113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80A5-0A88-072D-D373-1B79DB1B2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212" y="3658183"/>
            <a:ext cx="5394834" cy="2851456"/>
          </a:xfrm>
        </p:spPr>
        <p:txBody>
          <a:bodyPr anchor="ctr">
            <a:normAutofit/>
          </a:bodyPr>
          <a:lstStyle/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 speak about these things in words not taught by human wisdom but by the Spirit, interpreting spiritual things to spiritual people (1 Cor. 2:13)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en-US" sz="20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C5468-2E27-9AF9-E8A7-9D00C2F6695F}"/>
              </a:ext>
            </a:extLst>
          </p:cNvPr>
          <p:cNvSpPr/>
          <p:nvPr/>
        </p:nvSpPr>
        <p:spPr>
          <a:xfrm>
            <a:off x="173598" y="4483746"/>
            <a:ext cx="3040036" cy="120032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Spiritual Terms Check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25E1EC-2B3D-B92F-74BA-AE9AEC3DD826}"/>
              </a:ext>
            </a:extLst>
          </p:cNvPr>
          <p:cNvCxnSpPr/>
          <p:nvPr/>
        </p:nvCxnSpPr>
        <p:spPr>
          <a:xfrm flipH="1">
            <a:off x="3224956" y="4020230"/>
            <a:ext cx="7549" cy="2246153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935C890-2269-E49E-86DF-C211A0DE5924}"/>
              </a:ext>
            </a:extLst>
          </p:cNvPr>
          <p:cNvSpPr/>
          <p:nvPr/>
        </p:nvSpPr>
        <p:spPr>
          <a:xfrm flipH="1">
            <a:off x="-1277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B95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DF8B0AC-4967-3644-B916-F6C2ECC53264}"/>
              </a:ext>
            </a:extLst>
          </p:cNvPr>
          <p:cNvSpPr/>
          <p:nvPr/>
        </p:nvSpPr>
        <p:spPr>
          <a:xfrm flipH="1">
            <a:off x="297180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83A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AE8FE71-03A0-CB9B-C12A-D84F3A382A80}"/>
              </a:ext>
            </a:extLst>
          </p:cNvPr>
          <p:cNvSpPr/>
          <p:nvPr/>
        </p:nvSpPr>
        <p:spPr>
          <a:xfrm flipH="1">
            <a:off x="60713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FBA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75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8B0134-0BA8-F0A4-E013-C88DC5AA114A}"/>
              </a:ext>
            </a:extLst>
          </p:cNvPr>
          <p:cNvSpPr txBox="1"/>
          <p:nvPr/>
        </p:nvSpPr>
        <p:spPr>
          <a:xfrm>
            <a:off x="3559698" y="1543732"/>
            <a:ext cx="5023263" cy="412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Step 7, key words were chosen for each chapter.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</a:pPr>
            <a:endParaRPr lang="en-US" sz="4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an assigned list of terms will be evaluated across the whole New Testament.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56E48-91C8-D9F8-3E4A-7DFB18AF59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661815" y="875672"/>
            <a:ext cx="2193919" cy="2194560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89E039-92A1-398A-9C2E-FEE189367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8" t="14051" r="31217" b="1787"/>
          <a:stretch/>
        </p:blipFill>
        <p:spPr>
          <a:xfrm>
            <a:off x="661815" y="3787769"/>
            <a:ext cx="2194092" cy="2194560"/>
          </a:xfrm>
          <a:prstGeom prst="ellipse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CF36004-402F-430D-4E26-A025CE980CD6}"/>
              </a:ext>
            </a:extLst>
          </p:cNvPr>
          <p:cNvSpPr/>
          <p:nvPr/>
        </p:nvSpPr>
        <p:spPr>
          <a:xfrm>
            <a:off x="1341912" y="2588821"/>
            <a:ext cx="1947553" cy="2125683"/>
          </a:xfrm>
          <a:prstGeom prst="ellipse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393BBD-0193-6250-467C-709FE8414DE0}"/>
              </a:ext>
            </a:extLst>
          </p:cNvPr>
          <p:cNvSpPr/>
          <p:nvPr/>
        </p:nvSpPr>
        <p:spPr>
          <a:xfrm>
            <a:off x="1008809" y="2351314"/>
            <a:ext cx="2560320" cy="256032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meaning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C18D6E-9928-01EB-41B2-E27ED73909FB}"/>
              </a:ext>
            </a:extLst>
          </p:cNvPr>
          <p:cNvSpPr/>
          <p:nvPr/>
        </p:nvSpPr>
        <p:spPr>
          <a:xfrm>
            <a:off x="5387835" y="2351314"/>
            <a:ext cx="2560320" cy="2560320"/>
          </a:xfrm>
          <a:prstGeom prst="ellipse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Spiritual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D7B2C-2DA6-7D49-6200-8F1BA673F987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What kinds of terms?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B47D21-FD8C-D9DB-F103-0DD345C5546D}"/>
              </a:ext>
            </a:extLst>
          </p:cNvPr>
          <p:cNvSpPr/>
          <p:nvPr/>
        </p:nvSpPr>
        <p:spPr>
          <a:xfrm>
            <a:off x="695459" y="5087155"/>
            <a:ext cx="2377211" cy="695459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785175-A124-F0AA-79C2-2F327196BC4D}"/>
              </a:ext>
            </a:extLst>
          </p:cNvPr>
          <p:cNvSpPr/>
          <p:nvPr/>
        </p:nvSpPr>
        <p:spPr>
          <a:xfrm>
            <a:off x="445254" y="5579530"/>
            <a:ext cx="2054431" cy="442674"/>
          </a:xfrm>
          <a:prstGeom prst="roundRect">
            <a:avLst/>
          </a:prstGeom>
          <a:solidFill>
            <a:schemeClr val="accent1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03D09B-60A3-DF59-33A4-76A0D33FF6EE}"/>
              </a:ext>
            </a:extLst>
          </p:cNvPr>
          <p:cNvSpPr/>
          <p:nvPr/>
        </p:nvSpPr>
        <p:spPr>
          <a:xfrm>
            <a:off x="3544784" y="5577790"/>
            <a:ext cx="2054431" cy="442674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71B36D-15BA-D4B4-DD96-D4CA16E4E21D}"/>
              </a:ext>
            </a:extLst>
          </p:cNvPr>
          <p:cNvSpPr/>
          <p:nvPr/>
        </p:nvSpPr>
        <p:spPr>
          <a:xfrm>
            <a:off x="6667995" y="5577790"/>
            <a:ext cx="2054431" cy="442674"/>
          </a:xfrm>
          <a:prstGeom prst="roundRect">
            <a:avLst/>
          </a:prstGeom>
          <a:solidFill>
            <a:srgbClr val="83A83F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flesh</a:t>
            </a:r>
          </a:p>
        </p:txBody>
      </p:sp>
    </p:spTree>
    <p:extLst>
      <p:ext uri="{BB962C8B-B14F-4D97-AF65-F5344CB8AC3E}">
        <p14:creationId xmlns:p14="http://schemas.microsoft.com/office/powerpoint/2010/main" val="23887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D01E1C-1F6E-CBE1-A370-60A5B395D5B0}"/>
              </a:ext>
            </a:extLst>
          </p:cNvPr>
          <p:cNvSpPr txBox="1"/>
          <p:nvPr/>
        </p:nvSpPr>
        <p:spPr>
          <a:xfrm>
            <a:off x="2971800" y="-142504"/>
            <a:ext cx="3146961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620B-F786-03F1-6286-21F76DE5C7AA}"/>
              </a:ext>
            </a:extLst>
          </p:cNvPr>
          <p:cNvSpPr txBox="1"/>
          <p:nvPr/>
        </p:nvSpPr>
        <p:spPr>
          <a:xfrm>
            <a:off x="1943099" y="3429000"/>
            <a:ext cx="525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Why check words across the whole New Testament?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35CBF6-0C15-1805-A9BB-F2A847970DB4}"/>
              </a:ext>
            </a:extLst>
          </p:cNvPr>
          <p:cNvSpPr/>
          <p:nvPr/>
        </p:nvSpPr>
        <p:spPr>
          <a:xfrm>
            <a:off x="2971800" y="5771408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B4EAEC-EF14-BDB6-607C-BE820AB705BA}"/>
              </a:ext>
            </a:extLst>
          </p:cNvPr>
          <p:cNvSpPr/>
          <p:nvPr/>
        </p:nvSpPr>
        <p:spPr>
          <a:xfrm>
            <a:off x="445254" y="5451452"/>
            <a:ext cx="2054431" cy="783193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translators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9D0BF7-7797-4390-1BAC-7E488FE090FB}"/>
              </a:ext>
            </a:extLst>
          </p:cNvPr>
          <p:cNvSpPr/>
          <p:nvPr/>
        </p:nvSpPr>
        <p:spPr>
          <a:xfrm>
            <a:off x="6668030" y="5379812"/>
            <a:ext cx="2054431" cy="783193"/>
          </a:xfrm>
          <a:prstGeom prst="roundRect">
            <a:avLst/>
          </a:prstGeom>
          <a:solidFill>
            <a:srgbClr val="B95659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words?</a:t>
            </a:r>
          </a:p>
        </p:txBody>
      </p:sp>
    </p:spTree>
    <p:extLst>
      <p:ext uri="{BB962C8B-B14F-4D97-AF65-F5344CB8AC3E}">
        <p14:creationId xmlns:p14="http://schemas.microsoft.com/office/powerpoint/2010/main" val="77272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ABFBE9-3E15-9A87-94CA-113E1B523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0" b="6842"/>
          <a:stretch/>
        </p:blipFill>
        <p:spPr>
          <a:xfrm>
            <a:off x="1209296" y="275472"/>
            <a:ext cx="6838488" cy="6434424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E3F6DE-9FAF-2743-8890-EE2725B8D7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107" y="516478"/>
            <a:ext cx="7570466" cy="54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0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151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2" y="176749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2664469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12384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442F2E-C1A2-6A1D-8BD2-9E787F6407E4}"/>
              </a:ext>
            </a:extLst>
          </p:cNvPr>
          <p:cNvSpPr txBox="1"/>
          <p:nvPr/>
        </p:nvSpPr>
        <p:spPr>
          <a:xfrm>
            <a:off x="2220685" y="151341"/>
            <a:ext cx="470262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BB72D-0B73-B8F7-58A9-312B67645B69}"/>
              </a:ext>
            </a:extLst>
          </p:cNvPr>
          <p:cNvSpPr txBox="1"/>
          <p:nvPr/>
        </p:nvSpPr>
        <p:spPr>
          <a:xfrm>
            <a:off x="1045028" y="2921331"/>
            <a:ext cx="7053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Consistency?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Correct meanings?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Changes?</a:t>
            </a:r>
          </a:p>
        </p:txBody>
      </p:sp>
    </p:spTree>
    <p:extLst>
      <p:ext uri="{BB962C8B-B14F-4D97-AF65-F5344CB8AC3E}">
        <p14:creationId xmlns:p14="http://schemas.microsoft.com/office/powerpoint/2010/main" val="380007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1F634926FA043ACFB26755753006F" ma:contentTypeVersion="20" ma:contentTypeDescription="Create a new document." ma:contentTypeScope="" ma:versionID="01147358cd12b12371d0fec9faf98450">
  <xsd:schema xmlns:xsd="http://www.w3.org/2001/XMLSchema" xmlns:xs="http://www.w3.org/2001/XMLSchema" xmlns:p="http://schemas.microsoft.com/office/2006/metadata/properties" xmlns:ns1="http://schemas.microsoft.com/sharepoint/v3" xmlns:ns2="038937e4-20c5-4a73-b245-175c4ead9603" xmlns:ns3="9ede4979-7183-4f81-a394-71c40c9222c4" targetNamespace="http://schemas.microsoft.com/office/2006/metadata/properties" ma:root="true" ma:fieldsID="f71df03f361f918f6e506a987229d969" ns1:_="" ns2:_="" ns3:_="">
    <xsd:import namespace="http://schemas.microsoft.com/sharepoint/v3"/>
    <xsd:import namespace="038937e4-20c5-4a73-b245-175c4ead9603"/>
    <xsd:import namespace="9ede4979-7183-4f81-a394-71c40c922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937e4-20c5-4a73-b245-175c4ead9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ea59994-8317-4aa6-899c-04dff1959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e4979-7183-4f81-a394-71c40c9222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3a93ad-9e1c-4ee1-bbf7-4ca5dc6051e9}" ma:internalName="TaxCatchAll" ma:showField="CatchAllData" ma:web="9ede4979-7183-4f81-a394-71c40c922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38937e4-20c5-4a73-b245-175c4ead9603">
      <Terms xmlns="http://schemas.microsoft.com/office/infopath/2007/PartnerControls"/>
    </lcf76f155ced4ddcb4097134ff3c332f>
    <TaxCatchAll xmlns="9ede4979-7183-4f81-a394-71c40c9222c4" xsi:nil="true"/>
  </documentManagement>
</p:properties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55E040-3826-4F4B-8ACA-15FAB1EB6699}"/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2309</TotalTime>
  <Words>171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175</cp:revision>
  <dcterms:created xsi:type="dcterms:W3CDTF">2019-03-18T18:21:25Z</dcterms:created>
  <dcterms:modified xsi:type="dcterms:W3CDTF">2025-10-01T15:58:45Z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0x0101003391F634926FA043ACFB26755753006F</vt:lpwstr>
  </property>
</Properties>
</file>