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1"/>
  </p:notesMasterIdLst>
  <p:sldIdLst>
    <p:sldId id="260" r:id="rId5"/>
    <p:sldId id="264" r:id="rId6"/>
    <p:sldId id="313" r:id="rId7"/>
    <p:sldId id="312" r:id="rId8"/>
    <p:sldId id="314" r:id="rId9"/>
    <p:sldId id="280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san Quigley" initials="SQ" lastIdx="11" clrIdx="0">
    <p:extLst>
      <p:ext uri="{19B8F6BF-5375-455C-9EA6-DF929625EA0E}">
        <p15:presenceInfo xmlns:p15="http://schemas.microsoft.com/office/powerpoint/2012/main" userId="S::susan_quigley@wycliffeassociates.org::b85b18d0-1c40-45ee-96a2-2a728d87251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A93D"/>
    <a:srgbClr val="83A83F"/>
    <a:srgbClr val="C3DD93"/>
    <a:srgbClr val="716557"/>
    <a:srgbClr val="B956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77" autoAdjust="0"/>
    <p:restoredTop sz="95721" autoAdjust="0"/>
  </p:normalViewPr>
  <p:slideViewPr>
    <p:cSldViewPr snapToGrid="0">
      <p:cViewPr varScale="1">
        <p:scale>
          <a:sx n="110" d="100"/>
          <a:sy n="110" d="100"/>
        </p:scale>
        <p:origin x="1768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6AA070-92F4-A447-BB88-F5E94FF9CF8B}" type="datetimeFigureOut">
              <a:rPr lang="en-US" smtClean="0"/>
              <a:t>2/5/26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39B3C9-13A9-6540-8F68-9A544DD081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1344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D7C9E-35D9-4D05-A3C8-EB7FE07A4C81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95437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D8391-522D-43A3-0C58-C6B0A87D5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7C6ABC-3560-5D2F-D399-6D0740494A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E743DE-1F0B-8E4C-9820-E1B0C5D306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DD5D72-574C-20D4-4326-C46A1F551E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D7C9E-35D9-4D05-A3C8-EB7FE07A4C81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5017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96F61-82C2-FEDD-0276-22F2E7FBE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A401BC-8D86-F377-5AB7-D3A5B3B719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738895-4BBB-536B-2EFE-6435D09E97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4D76E1-C45A-378A-6495-2CD46F4195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39B3C9-13A9-6540-8F68-9A544DD081B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87679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9F27D-FD4B-5A72-0214-E85E0E45F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A7DC4A-6547-ABF1-A0C7-A9DFB738AA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2027FF-42C6-D101-406C-376F7C18AD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D51FA8-9A2F-A28E-2230-AB7D40480F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D7C9E-35D9-4D05-A3C8-EB7FE07A4C81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54802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D176C0A-5C67-429D-B78E-C0F7FE360763}" type="datetimeFigureOut">
              <a:rPr lang="en-US" smtClean="0"/>
              <a:t>2/5/26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A86A303C-F57A-46A0-A01E-607FF4D926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1927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486219-3A02-4B8F-9654-356937189673}"/>
              </a:ext>
            </a:extLst>
          </p:cNvPr>
          <p:cNvSpPr/>
          <p:nvPr userDrawn="1"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FBA93D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86512"/>
            <a:ext cx="7886700" cy="1325563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>
                <a:solidFill>
                  <a:srgbClr val="B95659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054180"/>
          </a:xfrm>
        </p:spPr>
        <p:txBody>
          <a:bodyPr>
            <a:noAutofit/>
          </a:bodyPr>
          <a:lstStyle>
            <a:lvl1pPr>
              <a:defRPr>
                <a:solidFill>
                  <a:srgbClr val="716557"/>
                </a:solidFill>
              </a:defRPr>
            </a:lvl1pPr>
            <a:lvl2pPr>
              <a:defRPr>
                <a:solidFill>
                  <a:srgbClr val="716557"/>
                </a:solidFill>
              </a:defRPr>
            </a:lvl2pPr>
            <a:lvl3pPr>
              <a:defRPr>
                <a:solidFill>
                  <a:srgbClr val="716557"/>
                </a:solidFill>
              </a:defRPr>
            </a:lvl3pPr>
            <a:lvl4pPr>
              <a:defRPr>
                <a:solidFill>
                  <a:srgbClr val="716557"/>
                </a:solidFill>
              </a:defRPr>
            </a:lvl4pPr>
            <a:lvl5pPr>
              <a:defRPr>
                <a:solidFill>
                  <a:srgbClr val="716557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08E7A1A-3604-42E2-8C74-07F6E6ED92C9}"/>
              </a:ext>
            </a:extLst>
          </p:cNvPr>
          <p:cNvGrpSpPr/>
          <p:nvPr userDrawn="1"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1EEF9ED7-F707-4018-A8AA-C67B37D48B2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8C15F56A-78F2-4317-88D7-9D0AE4D8AAFD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2D5D1606-C850-4DDE-B719-2E8DC0D7B928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982179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86512"/>
            <a:ext cx="7886700" cy="1325563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>
                <a:solidFill>
                  <a:srgbClr val="B95659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08E7A1A-3604-42E2-8C74-07F6E6ED92C9}"/>
              </a:ext>
            </a:extLst>
          </p:cNvPr>
          <p:cNvGrpSpPr/>
          <p:nvPr userDrawn="1"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1EEF9ED7-F707-4018-A8AA-C67B37D48B2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8C15F56A-78F2-4317-88D7-9D0AE4D8AAFD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2D5D1606-C850-4DDE-B719-2E8DC0D7B928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BAAEAE7B-3B5A-4C25-AC11-01A159AD8EE2}"/>
              </a:ext>
            </a:extLst>
          </p:cNvPr>
          <p:cNvSpPr/>
          <p:nvPr userDrawn="1"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FBA93D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5199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08E7A1A-3604-42E2-8C74-07F6E6ED92C9}"/>
              </a:ext>
            </a:extLst>
          </p:cNvPr>
          <p:cNvGrpSpPr/>
          <p:nvPr userDrawn="1"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1EEF9ED7-F707-4018-A8AA-C67B37D48B2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8C15F56A-78F2-4317-88D7-9D0AE4D8AAFD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2D5D1606-C850-4DDE-B719-2E8DC0D7B928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B3E46E85-8EF7-4D4E-A5B5-D327F4516A82}"/>
              </a:ext>
            </a:extLst>
          </p:cNvPr>
          <p:cNvSpPr/>
          <p:nvPr userDrawn="1"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FBA93D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3111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10331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 anchor="t" anchorCtr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5449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57297A-2BB3-4D70-847D-2BA2EC9EB6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0" r="340"/>
          <a:stretch/>
        </p:blipFill>
        <p:spPr>
          <a:xfrm>
            <a:off x="0" y="1909751"/>
            <a:ext cx="9144000" cy="4718372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8FE68E50-9407-4D78-B696-D40BB471D9FA}"/>
              </a:ext>
            </a:extLst>
          </p:cNvPr>
          <p:cNvGrpSpPr/>
          <p:nvPr/>
        </p:nvGrpSpPr>
        <p:grpSpPr>
          <a:xfrm>
            <a:off x="-127730" y="6628431"/>
            <a:ext cx="9399460" cy="230430"/>
            <a:chOff x="-172745" y="0"/>
            <a:chExt cx="9399460" cy="230430"/>
          </a:xfrm>
        </p:grpSpPr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BF35DD5C-CF01-41EA-924C-F50A9350F825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Parallelogram 31">
              <a:extLst>
                <a:ext uri="{FF2B5EF4-FFF2-40B4-BE49-F238E27FC236}">
                  <a16:creationId xmlns:a16="http://schemas.microsoft.com/office/drawing/2014/main" id="{83361FD6-8CC7-4CDE-B5BF-1119A2E14202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63387F6C-7469-4A1C-9CE1-A0B478616759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7C3BB06-DC96-4810-9052-78C360033DE2}"/>
              </a:ext>
            </a:extLst>
          </p:cNvPr>
          <p:cNvGrpSpPr/>
          <p:nvPr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BDDEFAAC-BD0D-4CE4-A84C-E2C0D572185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E718F57D-568A-4411-872B-CCC9EC910064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A5CE28D8-9450-411C-889B-C94762FAB4BD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4694CCB8-A161-4308-BC33-DD746CEBFA8D}"/>
              </a:ext>
            </a:extLst>
          </p:cNvPr>
          <p:cNvSpPr/>
          <p:nvPr/>
        </p:nvSpPr>
        <p:spPr>
          <a:xfrm>
            <a:off x="165253" y="763115"/>
            <a:ext cx="8813508" cy="64633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sz="3600" b="1" dirty="0">
                <a:solidFill>
                  <a:srgbClr val="B95659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Intro to Scripture Engagement</a:t>
            </a:r>
          </a:p>
        </p:txBody>
      </p:sp>
    </p:spTree>
    <p:extLst>
      <p:ext uri="{BB962C8B-B14F-4D97-AF65-F5344CB8AC3E}">
        <p14:creationId xmlns:p14="http://schemas.microsoft.com/office/powerpoint/2010/main" val="2126766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82C8456-986D-429C-AA7D-CD45E05376CC}"/>
              </a:ext>
            </a:extLst>
          </p:cNvPr>
          <p:cNvSpPr txBox="1"/>
          <p:nvPr/>
        </p:nvSpPr>
        <p:spPr>
          <a:xfrm>
            <a:off x="115385" y="236504"/>
            <a:ext cx="3318537" cy="624786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40000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 Black" panose="020B0A04020102020204" pitchFamily="34" charset="0"/>
              </a:rPr>
              <a:t>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B7ECD2-A674-4AF1-8743-9A18725E2329}"/>
              </a:ext>
            </a:extLst>
          </p:cNvPr>
          <p:cNvSpPr txBox="1"/>
          <p:nvPr/>
        </p:nvSpPr>
        <p:spPr>
          <a:xfrm>
            <a:off x="297319" y="3107837"/>
            <a:ext cx="2954668" cy="138499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2800" b="1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</a:rPr>
              <a:t>How is scripture used in your community?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AD6BFB1-7500-42F1-8580-638CBC4E37D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44" t="337" r="23212" b="6682"/>
          <a:stretch/>
        </p:blipFill>
        <p:spPr>
          <a:xfrm>
            <a:off x="6866459" y="2571043"/>
            <a:ext cx="1715914" cy="1715914"/>
          </a:xfrm>
          <a:prstGeom prst="ellipse">
            <a:avLst/>
          </a:prstGeom>
          <a:ln w="38100">
            <a:solidFill>
              <a:schemeClr val="accent3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47E36B0-D9D9-4FC8-83F9-B3B215052A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91578" y="996549"/>
            <a:ext cx="1715914" cy="1715914"/>
          </a:xfrm>
          <a:prstGeom prst="ellipse">
            <a:avLst/>
          </a:prstGeom>
          <a:ln w="38100">
            <a:solidFill>
              <a:schemeClr val="accent3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6977DBA-9322-4E0F-9F3F-73E2182C15D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28" r="27848"/>
          <a:stretch/>
        </p:blipFill>
        <p:spPr>
          <a:xfrm>
            <a:off x="3821884" y="4145538"/>
            <a:ext cx="1715914" cy="1715914"/>
          </a:xfrm>
          <a:prstGeom prst="ellipse">
            <a:avLst/>
          </a:prstGeom>
          <a:ln w="38100">
            <a:solidFill>
              <a:schemeClr val="accent3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D230753-A28C-45B4-87E0-872804A715F6}"/>
              </a:ext>
            </a:extLst>
          </p:cNvPr>
          <p:cNvSpPr txBox="1"/>
          <p:nvPr/>
        </p:nvSpPr>
        <p:spPr>
          <a:xfrm>
            <a:off x="4261692" y="3061816"/>
            <a:ext cx="2542975" cy="734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7000"/>
              </a:lnSpc>
            </a:pPr>
            <a:r>
              <a:rPr lang="en-US" sz="2000" b="1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Sunday school</a:t>
            </a:r>
            <a:br>
              <a:rPr lang="en-US" sz="2000" b="1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000" b="1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 small groups</a:t>
            </a:r>
            <a:endParaRPr lang="en-US" b="1" dirty="0">
              <a:solidFill>
                <a:schemeClr val="tx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25CD6E2-38DE-4F80-AFB6-BFC147B5F6B7}"/>
              </a:ext>
            </a:extLst>
          </p:cNvPr>
          <p:cNvSpPr txBox="1"/>
          <p:nvPr/>
        </p:nvSpPr>
        <p:spPr>
          <a:xfrm>
            <a:off x="5663466" y="1651982"/>
            <a:ext cx="2542975" cy="40504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7000"/>
              </a:lnSpc>
            </a:pPr>
            <a:r>
              <a:rPr lang="en-US" sz="2000" b="1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At church</a:t>
            </a:r>
            <a:endParaRPr lang="en-US" b="1" dirty="0">
              <a:solidFill>
                <a:schemeClr val="tx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4102C25-5BC3-4381-BF15-3969350302E2}"/>
              </a:ext>
            </a:extLst>
          </p:cNvPr>
          <p:cNvSpPr txBox="1"/>
          <p:nvPr/>
        </p:nvSpPr>
        <p:spPr>
          <a:xfrm>
            <a:off x="5624680" y="4636311"/>
            <a:ext cx="2542975" cy="734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7000"/>
              </a:lnSpc>
            </a:pPr>
            <a:r>
              <a:rPr lang="en-US" sz="2000" b="1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homes /</a:t>
            </a:r>
            <a:br>
              <a:rPr lang="en-US" sz="2000" b="1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000" b="1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with children</a:t>
            </a:r>
            <a:endParaRPr lang="en-US" b="1" dirty="0">
              <a:solidFill>
                <a:schemeClr val="tx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9445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8D681-6BF8-5367-5F00-0AB3B14E9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82E485D-9A47-9488-AE65-5BA298334410}"/>
              </a:ext>
            </a:extLst>
          </p:cNvPr>
          <p:cNvSpPr txBox="1"/>
          <p:nvPr/>
        </p:nvSpPr>
        <p:spPr>
          <a:xfrm>
            <a:off x="2963097" y="236504"/>
            <a:ext cx="3318537" cy="624786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40000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 Black" panose="020B0A04020102020204" pitchFamily="34" charset="0"/>
              </a:rPr>
              <a:t>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E31673-17AB-B1DB-8B3A-DB4AA38E2C27}"/>
              </a:ext>
            </a:extLst>
          </p:cNvPr>
          <p:cNvSpPr txBox="1"/>
          <p:nvPr/>
        </p:nvSpPr>
        <p:spPr>
          <a:xfrm>
            <a:off x="3145031" y="2676951"/>
            <a:ext cx="2954668" cy="224676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2800" b="1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</a:rPr>
              <a:t>What are some ways that scripture was used in the Bible?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19A9ED9-3F14-58B5-07C5-7DFFB3CD48B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44" t="337" r="23212" b="6682"/>
          <a:stretch/>
        </p:blipFill>
        <p:spPr>
          <a:xfrm>
            <a:off x="6936130" y="602902"/>
            <a:ext cx="1715914" cy="1715914"/>
          </a:xfrm>
          <a:prstGeom prst="ellipse">
            <a:avLst/>
          </a:prstGeom>
          <a:ln w="38100">
            <a:solidFill>
              <a:schemeClr val="accent3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DBDBF6E-F27A-DB44-9066-25ADE74A4A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5890" y="578533"/>
            <a:ext cx="1715914" cy="1715914"/>
          </a:xfrm>
          <a:prstGeom prst="ellipse">
            <a:avLst/>
          </a:prstGeom>
          <a:ln w="38100">
            <a:solidFill>
              <a:schemeClr val="accent3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AB366EA-FBEE-9EC9-1356-CCB379E99F1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28" r="27848"/>
          <a:stretch/>
        </p:blipFill>
        <p:spPr>
          <a:xfrm>
            <a:off x="6927785" y="4181550"/>
            <a:ext cx="1741279" cy="1741279"/>
          </a:xfrm>
          <a:prstGeom prst="ellipse">
            <a:avLst/>
          </a:prstGeom>
          <a:ln w="38100">
            <a:solidFill>
              <a:schemeClr val="accent3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FA2EA52-759B-AD66-FE79-DC7689F3EFC0}"/>
              </a:ext>
            </a:extLst>
          </p:cNvPr>
          <p:cNvSpPr txBox="1"/>
          <p:nvPr/>
        </p:nvSpPr>
        <p:spPr>
          <a:xfrm>
            <a:off x="6927785" y="2515815"/>
            <a:ext cx="1715914" cy="734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7000"/>
              </a:lnSpc>
            </a:pPr>
            <a:r>
              <a:rPr lang="en-US" sz="2000" b="1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Individual teaching </a:t>
            </a:r>
            <a:endParaRPr lang="en-US" b="1" dirty="0">
              <a:solidFill>
                <a:schemeClr val="tx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520136A-7647-6FAE-AF77-BF0CA2F21BE5}"/>
              </a:ext>
            </a:extLst>
          </p:cNvPr>
          <p:cNvSpPr txBox="1"/>
          <p:nvPr/>
        </p:nvSpPr>
        <p:spPr>
          <a:xfrm>
            <a:off x="355891" y="2367471"/>
            <a:ext cx="1715914" cy="734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7000"/>
              </a:lnSpc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Group teaching</a:t>
            </a:r>
            <a:endParaRPr lang="en-US" b="1" dirty="0">
              <a:solidFill>
                <a:schemeClr val="tx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6923F4B-8B2B-76E4-EE52-B11A07888DFA}"/>
              </a:ext>
            </a:extLst>
          </p:cNvPr>
          <p:cNvSpPr txBox="1"/>
          <p:nvPr/>
        </p:nvSpPr>
        <p:spPr>
          <a:xfrm>
            <a:off x="6936130" y="5949719"/>
            <a:ext cx="2007573" cy="734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7000"/>
              </a:lnSpc>
            </a:pPr>
            <a:r>
              <a:rPr lang="en-US" sz="2000" b="1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Training and correction</a:t>
            </a:r>
            <a:endParaRPr lang="en-US" b="1" dirty="0">
              <a:solidFill>
                <a:schemeClr val="tx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3DBD37-91DE-34A7-5075-BCDCE3DF0636}"/>
              </a:ext>
            </a:extLst>
          </p:cNvPr>
          <p:cNvSpPr txBox="1"/>
          <p:nvPr/>
        </p:nvSpPr>
        <p:spPr>
          <a:xfrm>
            <a:off x="724396" y="6114379"/>
            <a:ext cx="1197596" cy="40504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7000"/>
              </a:lnSpc>
            </a:pPr>
            <a:r>
              <a:rPr lang="en-US" sz="2000" b="1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Singing</a:t>
            </a:r>
            <a:endParaRPr lang="en-US" b="1" dirty="0">
              <a:solidFill>
                <a:schemeClr val="tx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E47A50-4F2D-7815-EB39-A2D7FD6F8CBC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82" t="772" r="12767" b="10524"/>
          <a:stretch/>
        </p:blipFill>
        <p:spPr>
          <a:xfrm>
            <a:off x="465237" y="4181550"/>
            <a:ext cx="1715915" cy="1715915"/>
          </a:xfrm>
          <a:prstGeom prst="ellipse">
            <a:avLst/>
          </a:prstGeom>
          <a:ln w="57150">
            <a:solidFill>
              <a:schemeClr val="accent3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68057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6901C-8B48-B3EE-AAB9-FD2D460CF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94042CD-518F-E866-5927-341177F0C2A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893" t="17712" r="21964"/>
          <a:stretch/>
        </p:blipFill>
        <p:spPr>
          <a:xfrm>
            <a:off x="181017" y="472871"/>
            <a:ext cx="6719938" cy="51913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86788AF-483F-272D-AD29-6531310FC632}"/>
              </a:ext>
            </a:extLst>
          </p:cNvPr>
          <p:cNvSpPr txBox="1"/>
          <p:nvPr/>
        </p:nvSpPr>
        <p:spPr>
          <a:xfrm>
            <a:off x="2368973" y="321433"/>
            <a:ext cx="5486400" cy="6268288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13F954-855B-B55D-5F55-C5F0FDDD7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8973" y="386513"/>
            <a:ext cx="4094310" cy="807288"/>
          </a:xfrm>
        </p:spPr>
        <p:txBody>
          <a:bodyPr/>
          <a:lstStyle/>
          <a:p>
            <a:r>
              <a:rPr lang="en-US" dirty="0"/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21E631-B5F8-8491-1B63-3648B868EA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6928" y="1119956"/>
            <a:ext cx="5286626" cy="467124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600"/>
              </a:spcBef>
            </a:pPr>
            <a:r>
              <a:rPr lang="en-US" b="1" dirty="0">
                <a:solidFill>
                  <a:schemeClr val="tx1"/>
                </a:solidFill>
              </a:rPr>
              <a:t>Devotionals </a:t>
            </a:r>
          </a:p>
          <a:p>
            <a:pPr>
              <a:lnSpc>
                <a:spcPct val="100000"/>
              </a:lnSpc>
              <a:spcBef>
                <a:spcPts val="1600"/>
              </a:spcBef>
            </a:pPr>
            <a:r>
              <a:rPr lang="en-US" b="1" dirty="0">
                <a:solidFill>
                  <a:schemeClr val="tx1"/>
                </a:solidFill>
              </a:rPr>
              <a:t>Bible Studies</a:t>
            </a:r>
          </a:p>
          <a:p>
            <a:pPr>
              <a:lnSpc>
                <a:spcPct val="100000"/>
              </a:lnSpc>
              <a:spcBef>
                <a:spcPts val="1600"/>
              </a:spcBef>
            </a:pPr>
            <a:r>
              <a:rPr lang="en-US" b="1" dirty="0">
                <a:solidFill>
                  <a:schemeClr val="tx1"/>
                </a:solidFill>
              </a:rPr>
              <a:t>Reading plans</a:t>
            </a:r>
          </a:p>
          <a:p>
            <a:pPr>
              <a:lnSpc>
                <a:spcPct val="100000"/>
              </a:lnSpc>
              <a:spcBef>
                <a:spcPts val="1600"/>
              </a:spcBef>
            </a:pPr>
            <a:r>
              <a:rPr lang="en-US" b="1" dirty="0">
                <a:solidFill>
                  <a:schemeClr val="tx1"/>
                </a:solidFill>
              </a:rPr>
              <a:t>Study question</a:t>
            </a:r>
          </a:p>
          <a:p>
            <a:pPr>
              <a:lnSpc>
                <a:spcPct val="100000"/>
              </a:lnSpc>
              <a:spcBef>
                <a:spcPts val="1600"/>
              </a:spcBef>
            </a:pPr>
            <a:r>
              <a:rPr lang="en-US" b="1" dirty="0">
                <a:solidFill>
                  <a:schemeClr val="tx1"/>
                </a:solidFill>
              </a:rPr>
              <a:t>Leader guides </a:t>
            </a:r>
          </a:p>
          <a:p>
            <a:pPr>
              <a:lnSpc>
                <a:spcPct val="100000"/>
              </a:lnSpc>
              <a:spcBef>
                <a:spcPts val="1600"/>
              </a:spcBef>
            </a:pPr>
            <a:r>
              <a:rPr lang="en-US" b="1" dirty="0">
                <a:solidFill>
                  <a:schemeClr val="tx1"/>
                </a:solidFill>
              </a:rPr>
              <a:t>Prayer cards</a:t>
            </a:r>
            <a:br>
              <a:rPr lang="en-US" b="1" dirty="0">
                <a:solidFill>
                  <a:schemeClr val="tx1"/>
                </a:solidFill>
              </a:rPr>
            </a:br>
            <a:br>
              <a:rPr lang="en-US" b="1" dirty="0">
                <a:solidFill>
                  <a:schemeClr val="tx1"/>
                </a:solidFill>
              </a:rPr>
            </a:br>
            <a:endParaRPr lang="en-US" b="1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DA0C73-12CB-4AE0-83D8-69C0AA133F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3998" y="4692038"/>
            <a:ext cx="1816003" cy="658593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FC7A654B-C8A0-3D4F-7A87-B5EF5B649B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113" y="1192298"/>
            <a:ext cx="5605596" cy="4183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9653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05186-DDBB-E623-DC66-C6CC0E279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9C5454DA-5CE8-319D-710B-312B300E3912}"/>
              </a:ext>
            </a:extLst>
          </p:cNvPr>
          <p:cNvSpPr txBox="1"/>
          <p:nvPr/>
        </p:nvSpPr>
        <p:spPr>
          <a:xfrm>
            <a:off x="2954383" y="236504"/>
            <a:ext cx="3318537" cy="624786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40000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 Black" panose="020B0A04020102020204" pitchFamily="34" charset="0"/>
              </a:rPr>
              <a:t>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C60826-7A5B-3932-1560-7B6988A55CF2}"/>
              </a:ext>
            </a:extLst>
          </p:cNvPr>
          <p:cNvSpPr txBox="1"/>
          <p:nvPr/>
        </p:nvSpPr>
        <p:spPr>
          <a:xfrm>
            <a:off x="3136317" y="2892394"/>
            <a:ext cx="2954668" cy="181588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2800" b="1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</a:rPr>
              <a:t>How might your community use the new translation?</a:t>
            </a:r>
          </a:p>
        </p:txBody>
      </p:sp>
    </p:spTree>
    <p:extLst>
      <p:ext uri="{BB962C8B-B14F-4D97-AF65-F5344CB8AC3E}">
        <p14:creationId xmlns:p14="http://schemas.microsoft.com/office/powerpoint/2010/main" val="2070071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62505D1F-3A67-4829-9B5F-B0E46A8B0F83}"/>
              </a:ext>
            </a:extLst>
          </p:cNvPr>
          <p:cNvGrpSpPr/>
          <p:nvPr/>
        </p:nvGrpSpPr>
        <p:grpSpPr>
          <a:xfrm>
            <a:off x="3168868" y="1282383"/>
            <a:ext cx="4658565" cy="4293235"/>
            <a:chOff x="3295841" y="1476633"/>
            <a:chExt cx="4237002" cy="3904732"/>
          </a:xfrm>
        </p:grpSpPr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08D91778-2757-49F2-AB09-6D33F8844D1F}"/>
                </a:ext>
              </a:extLst>
            </p:cNvPr>
            <p:cNvSpPr/>
            <p:nvPr/>
          </p:nvSpPr>
          <p:spPr>
            <a:xfrm>
              <a:off x="5009589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7165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4B6A9ACA-1A35-4D56-B557-3E39AD46DB07}"/>
                </a:ext>
              </a:extLst>
            </p:cNvPr>
            <p:cNvSpPr/>
            <p:nvPr/>
          </p:nvSpPr>
          <p:spPr>
            <a:xfrm>
              <a:off x="3295841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7165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08733BA-FB7E-4EFA-9273-D97BE08650A6}"/>
              </a:ext>
            </a:extLst>
          </p:cNvPr>
          <p:cNvGrpSpPr/>
          <p:nvPr/>
        </p:nvGrpSpPr>
        <p:grpSpPr>
          <a:xfrm>
            <a:off x="1316567" y="1282383"/>
            <a:ext cx="6480241" cy="4293235"/>
            <a:chOff x="1611158" y="1476633"/>
            <a:chExt cx="5893831" cy="3904732"/>
          </a:xfrm>
        </p:grpSpPr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2EA235FE-2138-4C48-8303-9EBAE28CFED5}"/>
                </a:ext>
              </a:extLst>
            </p:cNvPr>
            <p:cNvSpPr/>
            <p:nvPr/>
          </p:nvSpPr>
          <p:spPr>
            <a:xfrm flipH="1">
              <a:off x="1611158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A229B89D-5031-4F4F-AEEF-E8A1CDAD73B1}"/>
                </a:ext>
              </a:extLst>
            </p:cNvPr>
            <p:cNvSpPr/>
            <p:nvPr/>
          </p:nvSpPr>
          <p:spPr>
            <a:xfrm flipH="1">
              <a:off x="3323695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AC879204-E238-4190-946B-412A71DC4296}"/>
                </a:ext>
              </a:extLst>
            </p:cNvPr>
            <p:cNvSpPr/>
            <p:nvPr/>
          </p:nvSpPr>
          <p:spPr>
            <a:xfrm flipH="1">
              <a:off x="4981735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00D8846-597B-4195-9B2F-1C48DB7B74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31" y="2269865"/>
            <a:ext cx="7116980" cy="2147636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F406A7A-4372-4E9E-89C1-D5203C798C8D}"/>
              </a:ext>
            </a:extLst>
          </p:cNvPr>
          <p:cNvGrpSpPr/>
          <p:nvPr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ED1D0F24-F56E-4F72-861D-C7F91EB5ABFD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6243CFFB-28EB-42A0-AF4F-2F6045FA5F1F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206BA820-028D-4AFE-A8C1-DAD65677009D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FE68E50-9407-4D78-B696-D40BB471D9FA}"/>
              </a:ext>
            </a:extLst>
          </p:cNvPr>
          <p:cNvGrpSpPr/>
          <p:nvPr/>
        </p:nvGrpSpPr>
        <p:grpSpPr>
          <a:xfrm>
            <a:off x="-127730" y="6628431"/>
            <a:ext cx="9399460" cy="230430"/>
            <a:chOff x="-172745" y="0"/>
            <a:chExt cx="9399460" cy="230430"/>
          </a:xfrm>
        </p:grpSpPr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BF35DD5C-CF01-41EA-924C-F50A9350F825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Parallelogram 31">
              <a:extLst>
                <a:ext uri="{FF2B5EF4-FFF2-40B4-BE49-F238E27FC236}">
                  <a16:creationId xmlns:a16="http://schemas.microsoft.com/office/drawing/2014/main" id="{83361FD6-8CC7-4CDE-B5BF-1119A2E14202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63387F6C-7469-4A1C-9CE1-A0B478616759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72800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000"/>
                            </p:stCondLst>
                            <p:childTnLst>
                              <p:par>
                                <p:cTn id="14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5B4A42"/>
      </a:dk2>
      <a:lt2>
        <a:srgbClr val="FFFFFF"/>
      </a:lt2>
      <a:accent1>
        <a:srgbClr val="B95659"/>
      </a:accent1>
      <a:accent2>
        <a:srgbClr val="83A83F"/>
      </a:accent2>
      <a:accent3>
        <a:srgbClr val="FBA93D"/>
      </a:accent3>
      <a:accent4>
        <a:srgbClr val="00B0F0"/>
      </a:accent4>
      <a:accent5>
        <a:srgbClr val="6ABF4B"/>
      </a:accent5>
      <a:accent6>
        <a:srgbClr val="FFB71B"/>
      </a:accent6>
      <a:hlink>
        <a:srgbClr val="83A83F"/>
      </a:hlink>
      <a:folHlink>
        <a:srgbClr val="FBA93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>
        <a:spAutoFit/>
      </a:bodyPr>
      <a:lstStyle>
        <a:defPPr algn="ctr">
          <a:defRPr sz="2000" dirty="0">
            <a:solidFill>
              <a:srgbClr val="716557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F017C5ECD5AE84588140775F5D9B6FC" ma:contentTypeVersion="10" ma:contentTypeDescription="Create a new document." ma:contentTypeScope="" ma:versionID="1a5380cb2be4a51461126b02f947e923">
  <xsd:schema xmlns:xsd="http://www.w3.org/2001/XMLSchema" xmlns:xs="http://www.w3.org/2001/XMLSchema" xmlns:p="http://schemas.microsoft.com/office/2006/metadata/properties" xmlns:ns2="fee82e44-1fa4-4144-8309-00fed2bf4198" xmlns:ns3="1a61c928-f5f6-4989-bd5d-cb8872a1b06d" targetNamespace="http://schemas.microsoft.com/office/2006/metadata/properties" ma:root="true" ma:fieldsID="9bf58d68fa2085cb5739c341b0c4cacb" ns2:_="" ns3:_="">
    <xsd:import namespace="fee82e44-1fa4-4144-8309-00fed2bf4198"/>
    <xsd:import namespace="1a61c928-f5f6-4989-bd5d-cb8872a1b0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e82e44-1fa4-4144-8309-00fed2bf41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61c928-f5f6-4989-bd5d-cb8872a1b06d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178770A-F6AC-406B-AF0D-88CBCF36B70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D870300-B03F-45F7-9154-521D8C74684E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BB2C7D13-03AB-4601-97E8-93CC19DA5F97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1660</TotalTime>
  <Words>77</Words>
  <Application>Microsoft Macintosh PowerPoint</Application>
  <PresentationFormat>On-screen Show (4:3)</PresentationFormat>
  <Paragraphs>25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Resources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Owner</dc:creator>
  <cp:lastModifiedBy>Tammy Enns</cp:lastModifiedBy>
  <cp:revision>217</cp:revision>
  <dcterms:created xsi:type="dcterms:W3CDTF">2019-03-18T18:21:25Z</dcterms:created>
  <dcterms:modified xsi:type="dcterms:W3CDTF">2026-02-05T20:17:36Z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0x0101002F017C5ECD5AE84588140775F5D9B6FC</vt:lpwstr>
  </property>
</Properties>
</file>