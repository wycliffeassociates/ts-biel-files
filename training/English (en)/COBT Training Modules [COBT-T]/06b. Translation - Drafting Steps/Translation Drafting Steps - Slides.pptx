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60" r:id="rId5"/>
    <p:sldId id="264" r:id="rId6"/>
    <p:sldId id="296" r:id="rId7"/>
    <p:sldId id="315" r:id="rId8"/>
    <p:sldId id="318" r:id="rId9"/>
    <p:sldId id="319" r:id="rId10"/>
    <p:sldId id="295" r:id="rId11"/>
    <p:sldId id="294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6557"/>
    <a:srgbClr val="B95659"/>
    <a:srgbClr val="FBA93D"/>
    <a:srgbClr val="83A83F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8" autoAdjust="0"/>
    <p:restoredTop sz="95721" autoAdjust="0"/>
  </p:normalViewPr>
  <p:slideViewPr>
    <p:cSldViewPr snapToGrid="0">
      <p:cViewPr varScale="1">
        <p:scale>
          <a:sx n="75" d="100"/>
          <a:sy n="75" d="100"/>
        </p:scale>
        <p:origin x="1387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bie Shaw" userId="79bf7848-a030-4096-934a-3abbfde4984a" providerId="ADAL" clId="{8DE9E9FB-001C-4B84-83DE-E1F7ABB9FAA3}"/>
    <pc:docChg chg="undo redo custSel addSld delSld modSld sldOrd">
      <pc:chgData name="Debbie Shaw" userId="79bf7848-a030-4096-934a-3abbfde4984a" providerId="ADAL" clId="{8DE9E9FB-001C-4B84-83DE-E1F7ABB9FAA3}" dt="2026-09-15T15:30:39.845" v="4001" actId="122"/>
      <pc:docMkLst>
        <pc:docMk/>
      </pc:docMkLst>
      <pc:sldChg chg="addSp modSp mod">
        <pc:chgData name="Debbie Shaw" userId="79bf7848-a030-4096-934a-3abbfde4984a" providerId="ADAL" clId="{8DE9E9FB-001C-4B84-83DE-E1F7ABB9FAA3}" dt="2026-09-15T15:30:39.845" v="4001" actId="122"/>
        <pc:sldMkLst>
          <pc:docMk/>
          <pc:sldMk cId="3072800876" sldId="280"/>
        </pc:sldMkLst>
        <pc:spChg chg="add mod">
          <ac:chgData name="Debbie Shaw" userId="79bf7848-a030-4096-934a-3abbfde4984a" providerId="ADAL" clId="{8DE9E9FB-001C-4B84-83DE-E1F7ABB9FAA3}" dt="2026-09-15T15:30:39.845" v="4001" actId="122"/>
          <ac:spMkLst>
            <pc:docMk/>
            <pc:sldMk cId="3072800876" sldId="280"/>
            <ac:spMk id="4" creationId="{22FB6CD3-E80F-8BD1-AEBE-51A78D15D7E0}"/>
          </ac:spMkLst>
        </pc:spChg>
      </pc:sldChg>
      <pc:sldChg chg="modSp mod">
        <pc:chgData name="Debbie Shaw" userId="79bf7848-a030-4096-934a-3abbfde4984a" providerId="ADAL" clId="{8DE9E9FB-001C-4B84-83DE-E1F7ABB9FAA3}" dt="2026-09-09T14:38:16.091" v="3995" actId="20577"/>
        <pc:sldMkLst>
          <pc:docMk/>
          <pc:sldMk cId="2643344825" sldId="295"/>
        </pc:sldMkLst>
        <pc:spChg chg="mod">
          <ac:chgData name="Debbie Shaw" userId="79bf7848-a030-4096-934a-3abbfde4984a" providerId="ADAL" clId="{8DE9E9FB-001C-4B84-83DE-E1F7ABB9FAA3}" dt="2026-09-09T14:38:16.091" v="3995" actId="20577"/>
          <ac:spMkLst>
            <pc:docMk/>
            <pc:sldMk cId="2643344825" sldId="295"/>
            <ac:spMk id="2" creationId="{80DCAEE3-B199-4BB7-839B-708EAD1F92A8}"/>
          </ac:spMkLst>
        </pc:spChg>
        <pc:spChg chg="mod">
          <ac:chgData name="Debbie Shaw" userId="79bf7848-a030-4096-934a-3abbfde4984a" providerId="ADAL" clId="{8DE9E9FB-001C-4B84-83DE-E1F7ABB9FAA3}" dt="2026-08-24T15:51:45.882" v="3985" actId="20577"/>
          <ac:spMkLst>
            <pc:docMk/>
            <pc:sldMk cId="2643344825" sldId="295"/>
            <ac:spMk id="25" creationId="{D0EA8526-AA23-4FEA-857C-75D64CB006F7}"/>
          </ac:spMkLst>
        </pc:spChg>
        <pc:spChg chg="mod">
          <ac:chgData name="Debbie Shaw" userId="79bf7848-a030-4096-934a-3abbfde4984a" providerId="ADAL" clId="{8DE9E9FB-001C-4B84-83DE-E1F7ABB9FAA3}" dt="2026-08-24T15:51:26.508" v="3965" actId="20577"/>
          <ac:spMkLst>
            <pc:docMk/>
            <pc:sldMk cId="2643344825" sldId="295"/>
            <ac:spMk id="27" creationId="{DDCFD631-E4B7-45D7-AC4A-1DF100D16A8D}"/>
          </ac:spMkLst>
        </pc:spChg>
      </pc:sldChg>
      <pc:sldChg chg="addSp delSp modSp add mod delAnim modAnim">
        <pc:chgData name="Debbie Shaw" userId="79bf7848-a030-4096-934a-3abbfde4984a" providerId="ADAL" clId="{8DE9E9FB-001C-4B84-83DE-E1F7ABB9FAA3}" dt="2026-08-24T15:38:58.376" v="3634" actId="20577"/>
        <pc:sldMkLst>
          <pc:docMk/>
          <pc:sldMk cId="3793272712" sldId="296"/>
        </pc:sldMkLst>
        <pc:spChg chg="add mod">
          <ac:chgData name="Debbie Shaw" userId="79bf7848-a030-4096-934a-3abbfde4984a" providerId="ADAL" clId="{8DE9E9FB-001C-4B84-83DE-E1F7ABB9FAA3}" dt="2026-08-24T15:38:58.376" v="3634" actId="20577"/>
          <ac:spMkLst>
            <pc:docMk/>
            <pc:sldMk cId="3793272712" sldId="296"/>
            <ac:spMk id="3" creationId="{82C0F3C2-13CB-EDB3-F1A6-1FCB000C9C83}"/>
          </ac:spMkLst>
        </pc:spChg>
      </pc:sldChg>
      <pc:sldChg chg="addSp modSp add mod modAnim">
        <pc:chgData name="Debbie Shaw" userId="79bf7848-a030-4096-934a-3abbfde4984a" providerId="ADAL" clId="{8DE9E9FB-001C-4B84-83DE-E1F7ABB9FAA3}" dt="2026-08-24T15:39:51.855" v="3653" actId="20577"/>
        <pc:sldMkLst>
          <pc:docMk/>
          <pc:sldMk cId="25046544" sldId="315"/>
        </pc:sldMkLst>
        <pc:spChg chg="mod">
          <ac:chgData name="Debbie Shaw" userId="79bf7848-a030-4096-934a-3abbfde4984a" providerId="ADAL" clId="{8DE9E9FB-001C-4B84-83DE-E1F7ABB9FAA3}" dt="2026-08-24T15:39:51.855" v="3653" actId="20577"/>
          <ac:spMkLst>
            <pc:docMk/>
            <pc:sldMk cId="25046544" sldId="315"/>
            <ac:spMk id="7" creationId="{FA11D1BC-5F9B-8CFE-B3F7-A01980E4A6D9}"/>
          </ac:spMkLst>
        </pc:spChg>
        <pc:spChg chg="mod">
          <ac:chgData name="Debbie Shaw" userId="79bf7848-a030-4096-934a-3abbfde4984a" providerId="ADAL" clId="{8DE9E9FB-001C-4B84-83DE-E1F7ABB9FAA3}" dt="2026-08-24T15:36:55.853" v="3627" actId="1076"/>
          <ac:spMkLst>
            <pc:docMk/>
            <pc:sldMk cId="25046544" sldId="315"/>
            <ac:spMk id="8" creationId="{0F61B36C-0E97-C14A-C40C-AB451BC88AE7}"/>
          </ac:spMkLst>
        </pc:spChg>
      </pc:sldChg>
      <pc:sldChg chg="addSp delSp modSp add mod ord delAnim modAnim">
        <pc:chgData name="Debbie Shaw" userId="79bf7848-a030-4096-934a-3abbfde4984a" providerId="ADAL" clId="{8DE9E9FB-001C-4B84-83DE-E1F7ABB9FAA3}" dt="2026-08-24T15:41:22.781" v="3716" actId="20577"/>
        <pc:sldMkLst>
          <pc:docMk/>
          <pc:sldMk cId="3456559487" sldId="318"/>
        </pc:sldMkLst>
        <pc:spChg chg="add mod">
          <ac:chgData name="Debbie Shaw" userId="79bf7848-a030-4096-934a-3abbfde4984a" providerId="ADAL" clId="{8DE9E9FB-001C-4B84-83DE-E1F7ABB9FAA3}" dt="2026-08-24T15:36:44.232" v="3623" actId="20577"/>
          <ac:spMkLst>
            <pc:docMk/>
            <pc:sldMk cId="3456559487" sldId="318"/>
            <ac:spMk id="4" creationId="{7BCA2A33-8FD7-88AC-ECF0-1C9AF3D1EFC5}"/>
          </ac:spMkLst>
        </pc:spChg>
        <pc:spChg chg="add mod">
          <ac:chgData name="Debbie Shaw" userId="79bf7848-a030-4096-934a-3abbfde4984a" providerId="ADAL" clId="{8DE9E9FB-001C-4B84-83DE-E1F7ABB9FAA3}" dt="2026-08-24T15:41:22.781" v="3716" actId="20577"/>
          <ac:spMkLst>
            <pc:docMk/>
            <pc:sldMk cId="3456559487" sldId="318"/>
            <ac:spMk id="10" creationId="{DD7BADE8-45B5-D02C-046B-8DBB4300679E}"/>
          </ac:spMkLst>
        </pc:spChg>
      </pc:sldChg>
      <pc:sldChg chg="addSp delSp modSp add mod modAnim">
        <pc:chgData name="Debbie Shaw" userId="79bf7848-a030-4096-934a-3abbfde4984a" providerId="ADAL" clId="{8DE9E9FB-001C-4B84-83DE-E1F7ABB9FAA3}" dt="2026-08-24T15:47:52.658" v="3928" actId="20577"/>
        <pc:sldMkLst>
          <pc:docMk/>
          <pc:sldMk cId="2589918418" sldId="319"/>
        </pc:sldMkLst>
        <pc:spChg chg="mod">
          <ac:chgData name="Debbie Shaw" userId="79bf7848-a030-4096-934a-3abbfde4984a" providerId="ADAL" clId="{8DE9E9FB-001C-4B84-83DE-E1F7ABB9FAA3}" dt="2026-08-24T15:45:28.206" v="3790" actId="404"/>
          <ac:spMkLst>
            <pc:docMk/>
            <pc:sldMk cId="2589918418" sldId="319"/>
            <ac:spMk id="4" creationId="{A5C32404-52F5-8897-6313-4D202E36B6D7}"/>
          </ac:spMkLst>
        </pc:spChg>
        <pc:spChg chg="mod">
          <ac:chgData name="Debbie Shaw" userId="79bf7848-a030-4096-934a-3abbfde4984a" providerId="ADAL" clId="{8DE9E9FB-001C-4B84-83DE-E1F7ABB9FAA3}" dt="2026-08-24T15:46:36.433" v="3816" actId="1076"/>
          <ac:spMkLst>
            <pc:docMk/>
            <pc:sldMk cId="2589918418" sldId="319"/>
            <ac:spMk id="7" creationId="{4274BCB1-85AB-F5DA-A95E-E0791E2B1BEE}"/>
          </ac:spMkLst>
        </pc:spChg>
        <pc:spChg chg="mod">
          <ac:chgData name="Debbie Shaw" userId="79bf7848-a030-4096-934a-3abbfde4984a" providerId="ADAL" clId="{8DE9E9FB-001C-4B84-83DE-E1F7ABB9FAA3}" dt="2026-08-24T15:47:52.658" v="3928" actId="20577"/>
          <ac:spMkLst>
            <pc:docMk/>
            <pc:sldMk cId="2589918418" sldId="319"/>
            <ac:spMk id="10" creationId="{A8AC7062-76F7-AA3E-E3EA-EFB94CB3F157}"/>
          </ac:spMkLst>
        </pc:spChg>
        <pc:spChg chg="mod">
          <ac:chgData name="Debbie Shaw" userId="79bf7848-a030-4096-934a-3abbfde4984a" providerId="ADAL" clId="{8DE9E9FB-001C-4B84-83DE-E1F7ABB9FAA3}" dt="2026-08-24T15:46:14.291" v="3798" actId="1076"/>
          <ac:spMkLst>
            <pc:docMk/>
            <pc:sldMk cId="2589918418" sldId="319"/>
            <ac:spMk id="17" creationId="{E0028267-2AA8-1B27-7737-B3362915EB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16344-CFA4-BD5A-316D-237D1CA9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49391-CC90-2EAD-2B60-53C1C981D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C1705-D24F-0AA1-D74A-EDB0B3559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55D1-A306-86D8-8A38-D0B3E2B80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8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C363-C098-D980-043C-62DE2189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B0205-C264-C36E-9798-042BB5F8A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2DA6E-DBC3-FED8-9610-F0C1C32F1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5399-9E5D-9FB3-2143-EE0584BDC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0B2E-A3B6-ECAA-F2A9-073CC099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0EF3C-BC81-292E-8AB1-EB64564FE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AC1A8-7BC3-5ABC-9567-4521F35A3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D6BE7-7C86-1A8F-F8BD-97A3D1ACD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83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8C7AFD-8577-4907-B9DA-F4B6F3D5F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242"/>
            <a:ext cx="9144000" cy="47339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Four Drafting Steps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253136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Eight-Step </a:t>
            </a:r>
            <a:r>
              <a:rPr lang="en-US" dirty="0"/>
              <a:t>Translation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D3DDF-024B-408D-B16F-2F02241E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E5928-572B-4880-A6BF-E5F72A8F1D3C}"/>
              </a:ext>
            </a:extLst>
          </p:cNvPr>
          <p:cNvSpPr txBox="1"/>
          <p:nvPr/>
        </p:nvSpPr>
        <p:spPr>
          <a:xfrm>
            <a:off x="527653" y="2567008"/>
            <a:ext cx="2509565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Drafting Steps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0CBE0-7A09-4871-B7C3-99687A33D0D1}"/>
              </a:ext>
            </a:extLst>
          </p:cNvPr>
          <p:cNvSpPr txBox="1"/>
          <p:nvPr/>
        </p:nvSpPr>
        <p:spPr>
          <a:xfrm>
            <a:off x="6027963" y="2567008"/>
            <a:ext cx="28359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Checking Steps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2A223-F66F-4B13-8B58-2FF096AC2185}"/>
              </a:ext>
            </a:extLst>
          </p:cNvPr>
          <p:cNvSpPr txBox="1"/>
          <p:nvPr/>
        </p:nvSpPr>
        <p:spPr>
          <a:xfrm>
            <a:off x="355096" y="3305466"/>
            <a:ext cx="2843894" cy="211481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Consume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Verbalize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Chunk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Blind Draft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61102-9561-4346-927F-38B586F30AA6}"/>
              </a:ext>
            </a:extLst>
          </p:cNvPr>
          <p:cNvSpPr txBox="1"/>
          <p:nvPr/>
        </p:nvSpPr>
        <p:spPr>
          <a:xfrm>
            <a:off x="6023982" y="3305466"/>
            <a:ext cx="2843894" cy="2509982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Self-edit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Peer-edit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Key Word Check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Verse-by-Verse Check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99431-31B0-E4E1-958B-DE1EA92CB7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3563" y="5544529"/>
            <a:ext cx="926959" cy="92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C04763-F15B-4C30-AFF6-BB13942032EA}"/>
              </a:ext>
            </a:extLst>
          </p:cNvPr>
          <p:cNvSpPr/>
          <p:nvPr/>
        </p:nvSpPr>
        <p:spPr>
          <a:xfrm>
            <a:off x="0" y="1640831"/>
            <a:ext cx="9144000" cy="82338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733509"/>
          </a:xfrm>
        </p:spPr>
        <p:txBody>
          <a:bodyPr/>
          <a:lstStyle/>
          <a:p>
            <a:r>
              <a:rPr lang="en-US" dirty="0"/>
              <a:t>Step 1: Consume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3E2786-3987-D6A6-74DA-F4CD4822C9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5797" y="379663"/>
            <a:ext cx="926959" cy="9269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EB6D3D-E1F9-07F6-1F10-2008FCA5CED2}"/>
              </a:ext>
            </a:extLst>
          </p:cNvPr>
          <p:cNvSpPr txBox="1"/>
          <p:nvPr/>
        </p:nvSpPr>
        <p:spPr>
          <a:xfrm>
            <a:off x="7260873" y="820482"/>
            <a:ext cx="1074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5–7 minutes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350E3-2FD4-D906-ACB1-3BAA94D7D5EC}"/>
              </a:ext>
            </a:extLst>
          </p:cNvPr>
          <p:cNvSpPr txBox="1"/>
          <p:nvPr/>
        </p:nvSpPr>
        <p:spPr>
          <a:xfrm>
            <a:off x="169991" y="1732023"/>
            <a:ext cx="8804018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How sweet are your words to my taste, yes, sweeter than honey to my mouth!</a:t>
            </a:r>
            <a:r>
              <a:rPr lang="en-US" sz="2000" dirty="0">
                <a:solidFill>
                  <a:schemeClr val="bg1"/>
                </a:solidFill>
                <a:latin typeface="system-ui"/>
              </a:rPr>
              <a:t>					   											 Psalm 119:103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0F3C2-13CB-EDB3-F1A6-1FCB000C9C83}"/>
              </a:ext>
            </a:extLst>
          </p:cNvPr>
          <p:cNvSpPr txBox="1"/>
          <p:nvPr/>
        </p:nvSpPr>
        <p:spPr>
          <a:xfrm>
            <a:off x="415824" y="5739486"/>
            <a:ext cx="8312353" cy="734368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519113" lvl="1" indent="-51117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Tip: Highlighting or underlining in this step is good, but any deeper note-taking interrupts your thought flow and short-term memory.</a:t>
            </a:r>
            <a:endParaRPr lang="en-US" sz="20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9581D-06D6-4C21-188F-1688F3EF4F08}"/>
              </a:ext>
            </a:extLst>
          </p:cNvPr>
          <p:cNvSpPr txBox="1"/>
          <p:nvPr/>
        </p:nvSpPr>
        <p:spPr>
          <a:xfrm>
            <a:off x="1529752" y="4205223"/>
            <a:ext cx="7001285" cy="1411861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6858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Understand the overview and main points</a:t>
            </a:r>
          </a:p>
          <a:p>
            <a:pPr marL="6858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Get the passage into your short-term memory</a:t>
            </a:r>
            <a:endParaRPr lang="en-US" sz="24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0491B-D452-76AE-86D3-0F33C57CAAD9}"/>
              </a:ext>
            </a:extLst>
          </p:cNvPr>
          <p:cNvSpPr txBox="1"/>
          <p:nvPr/>
        </p:nvSpPr>
        <p:spPr>
          <a:xfrm>
            <a:off x="628650" y="2861032"/>
            <a:ext cx="7902387" cy="1016689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53975"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Process:   1. Read the passage in the source text</a:t>
            </a:r>
          </a:p>
          <a:p>
            <a:pPr marL="53975"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		  2. Think about the meaning of the passage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5A6111-7754-C8F5-F433-94A746C3F64F}"/>
              </a:ext>
            </a:extLst>
          </p:cNvPr>
          <p:cNvSpPr txBox="1"/>
          <p:nvPr/>
        </p:nvSpPr>
        <p:spPr>
          <a:xfrm>
            <a:off x="900710" y="4189230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0D78DDC7-5B5A-9782-2B76-E36A9B7338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903" y="4612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ECEDD8-38CC-0447-013E-0377E41DA4FA}"/>
              </a:ext>
            </a:extLst>
          </p:cNvPr>
          <p:cNvSpPr txBox="1"/>
          <p:nvPr/>
        </p:nvSpPr>
        <p:spPr>
          <a:xfrm>
            <a:off x="1204479" y="119095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Alone</a:t>
            </a:r>
          </a:p>
        </p:txBody>
      </p:sp>
    </p:spTree>
    <p:extLst>
      <p:ext uri="{BB962C8B-B14F-4D97-AF65-F5344CB8AC3E}">
        <p14:creationId xmlns:p14="http://schemas.microsoft.com/office/powerpoint/2010/main" val="379327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B3F97-B5B6-28CE-E53F-95E70957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5511A0-212E-0FDC-5667-0B2B5B6F3F79}"/>
              </a:ext>
            </a:extLst>
          </p:cNvPr>
          <p:cNvSpPr/>
          <p:nvPr/>
        </p:nvSpPr>
        <p:spPr>
          <a:xfrm>
            <a:off x="0" y="1786775"/>
            <a:ext cx="9144000" cy="81611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D9819-A4EC-4E54-23A3-324B8F6B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733509"/>
          </a:xfrm>
        </p:spPr>
        <p:txBody>
          <a:bodyPr/>
          <a:lstStyle/>
          <a:p>
            <a:r>
              <a:rPr lang="en-US" dirty="0"/>
              <a:t>Step 2: Verbalize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972C74-0D56-C469-3492-36E3D695368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5797" y="379663"/>
            <a:ext cx="926959" cy="9269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61900F6-11E1-DD17-077B-68ADF18B96E9}"/>
              </a:ext>
            </a:extLst>
          </p:cNvPr>
          <p:cNvSpPr txBox="1"/>
          <p:nvPr/>
        </p:nvSpPr>
        <p:spPr>
          <a:xfrm>
            <a:off x="7438270" y="922442"/>
            <a:ext cx="1074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2-3 minutes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50095-1564-04FA-E998-1C66C987829E}"/>
              </a:ext>
            </a:extLst>
          </p:cNvPr>
          <p:cNvSpPr txBox="1"/>
          <p:nvPr/>
        </p:nvSpPr>
        <p:spPr>
          <a:xfrm>
            <a:off x="169991" y="1895001"/>
            <a:ext cx="8804018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With my mouth I have declared all the righteous decrees that you have revealed.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															Psalm 119:13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F31985-B197-F658-C294-3599429269E3}"/>
              </a:ext>
            </a:extLst>
          </p:cNvPr>
          <p:cNvSpPr txBox="1"/>
          <p:nvPr/>
        </p:nvSpPr>
        <p:spPr>
          <a:xfrm>
            <a:off x="292907" y="5819929"/>
            <a:ext cx="8558186" cy="734368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511175" lvl="1" indent="-51117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Tips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Always speak the passage out loud, even if you have no partner to listen. Try to remember the main points and summarize the passage.</a:t>
            </a:r>
            <a:endParaRPr lang="en-US" sz="20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1D1BC-5F9B-8CFE-B3F7-A01980E4A6D9}"/>
              </a:ext>
            </a:extLst>
          </p:cNvPr>
          <p:cNvSpPr txBox="1"/>
          <p:nvPr/>
        </p:nvSpPr>
        <p:spPr>
          <a:xfrm>
            <a:off x="1964420" y="3958986"/>
            <a:ext cx="6373905" cy="1807033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Your mind begins to process and sort the information</a:t>
            </a:r>
          </a:p>
          <a:p>
            <a:pPr marL="2286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he passage moves into your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working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memory; you remember more</a:t>
            </a:r>
            <a:endParaRPr lang="en-US" sz="24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1B36C-0E97-C14A-C40C-AB451BC88AE7}"/>
              </a:ext>
            </a:extLst>
          </p:cNvPr>
          <p:cNvSpPr txBox="1"/>
          <p:nvPr/>
        </p:nvSpPr>
        <p:spPr>
          <a:xfrm>
            <a:off x="435938" y="2924872"/>
            <a:ext cx="7902387" cy="913905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0" lvl="1"/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Process:   Speak out loud in your own language what </a:t>
            </a:r>
          </a:p>
          <a:p>
            <a:pPr marL="53975" lvl="1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    you just read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C3E912-9799-31FE-4C32-DE16F5B78700}"/>
              </a:ext>
            </a:extLst>
          </p:cNvPr>
          <p:cNvSpPr txBox="1"/>
          <p:nvPr/>
        </p:nvSpPr>
        <p:spPr>
          <a:xfrm>
            <a:off x="703333" y="3958986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59D1EF57-10D1-B0EE-1549-E9263AAE0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903" y="461221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9EDAB1-FE08-5E35-F255-BDDED04B323A}"/>
              </a:ext>
            </a:extLst>
          </p:cNvPr>
          <p:cNvSpPr txBox="1"/>
          <p:nvPr/>
        </p:nvSpPr>
        <p:spPr>
          <a:xfrm>
            <a:off x="292907" y="1293739"/>
            <a:ext cx="2582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a partner, or alone</a:t>
            </a:r>
          </a:p>
        </p:txBody>
      </p:sp>
      <p:pic>
        <p:nvPicPr>
          <p:cNvPr id="12" name="Graphic 11" descr="User with solid fill">
            <a:extLst>
              <a:ext uri="{FF2B5EF4-FFF2-40B4-BE49-F238E27FC236}">
                <a16:creationId xmlns:a16="http://schemas.microsoft.com/office/drawing/2014/main" id="{5149575E-6D3D-8699-D230-E0CFF1B63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188" y="4948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D8AF-3B65-20F6-0C13-27557037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527A14D-BDDF-B0F9-5FD5-5DCFEC4D5B05}"/>
              </a:ext>
            </a:extLst>
          </p:cNvPr>
          <p:cNvSpPr/>
          <p:nvPr/>
        </p:nvSpPr>
        <p:spPr>
          <a:xfrm>
            <a:off x="0" y="1640831"/>
            <a:ext cx="9144000" cy="73350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B8448-CC6E-1CEF-F867-56855730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733509"/>
          </a:xfrm>
        </p:spPr>
        <p:txBody>
          <a:bodyPr/>
          <a:lstStyle/>
          <a:p>
            <a:r>
              <a:rPr lang="en-US" dirty="0"/>
              <a:t>Step 3: Chunk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D4832F-DC95-6328-D366-80911ADEB2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5797" y="379663"/>
            <a:ext cx="926959" cy="9269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8768020-7527-F371-88D0-AE602F1CF624}"/>
              </a:ext>
            </a:extLst>
          </p:cNvPr>
          <p:cNvSpPr txBox="1"/>
          <p:nvPr/>
        </p:nvSpPr>
        <p:spPr>
          <a:xfrm>
            <a:off x="7260873" y="820482"/>
            <a:ext cx="1074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5–7 minutes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27E36-1AE9-586C-43C7-2F454C3F6FA9}"/>
              </a:ext>
            </a:extLst>
          </p:cNvPr>
          <p:cNvSpPr txBox="1"/>
          <p:nvPr/>
        </p:nvSpPr>
        <p:spPr>
          <a:xfrm>
            <a:off x="700602" y="1709790"/>
            <a:ext cx="7742793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Open my eyes so that I may see marvelous things in your law.</a:t>
            </a:r>
            <a:r>
              <a:rPr lang="en-US" sz="2000" dirty="0">
                <a:solidFill>
                  <a:schemeClr val="bg1"/>
                </a:solidFill>
                <a:latin typeface="system-ui"/>
              </a:rPr>
              <a:t>	</a:t>
            </a:r>
          </a:p>
          <a:p>
            <a:r>
              <a:rPr lang="en-US" sz="2000" dirty="0">
                <a:solidFill>
                  <a:schemeClr val="bg1"/>
                </a:solidFill>
                <a:latin typeface="system-ui"/>
              </a:rPr>
              <a:t>		   											 Psalm 119:18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A3698-3B42-AD51-AB36-7FEBFA82D512}"/>
              </a:ext>
            </a:extLst>
          </p:cNvPr>
          <p:cNvSpPr txBox="1"/>
          <p:nvPr/>
        </p:nvSpPr>
        <p:spPr>
          <a:xfrm>
            <a:off x="1979050" y="3226051"/>
            <a:ext cx="6755453" cy="2356094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Your mind has to categorize and analyze the information</a:t>
            </a:r>
          </a:p>
          <a:p>
            <a:pPr marL="2286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You recognize the flow of the passage</a:t>
            </a:r>
          </a:p>
          <a:p>
            <a:pPr marL="228600" lvl="1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passage is now moving into your long-term memory</a:t>
            </a:r>
            <a:endParaRPr lang="en-US" sz="24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E07D74-6AAD-8927-6942-004C47669310}"/>
              </a:ext>
            </a:extLst>
          </p:cNvPr>
          <p:cNvSpPr txBox="1"/>
          <p:nvPr/>
        </p:nvSpPr>
        <p:spPr>
          <a:xfrm>
            <a:off x="731010" y="3219849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FA55B1B6-1630-1DAC-DCE4-80D91B48B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903" y="4612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0AB3E7-658C-E6BA-CA10-78EC9ED14797}"/>
              </a:ext>
            </a:extLst>
          </p:cNvPr>
          <p:cNvSpPr txBox="1"/>
          <p:nvPr/>
        </p:nvSpPr>
        <p:spPr>
          <a:xfrm>
            <a:off x="1204479" y="119095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A2A33-8FD7-88AC-ECF0-1C9AF3D1EFC5}"/>
              </a:ext>
            </a:extLst>
          </p:cNvPr>
          <p:cNvSpPr txBox="1"/>
          <p:nvPr/>
        </p:nvSpPr>
        <p:spPr>
          <a:xfrm>
            <a:off x="731010" y="2591031"/>
            <a:ext cx="6688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Process:   Divide the passage into smaller parts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BADE8-45B5-D02C-046B-8DBB4300679E}"/>
              </a:ext>
            </a:extLst>
          </p:cNvPr>
          <p:cNvSpPr txBox="1"/>
          <p:nvPr/>
        </p:nvSpPr>
        <p:spPr>
          <a:xfrm>
            <a:off x="248476" y="5667045"/>
            <a:ext cx="86470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2613" indent="-582613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Tips: Divide the passage at natural transitions or topic breaks. </a:t>
            </a:r>
          </a:p>
          <a:p>
            <a:pPr marL="630238" indent="-630238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       Make your chunks small enough to easily remember the main points,  but long enough that you cannot memorize the text.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5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7E032-8651-D7CE-4673-F1F0F4D9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D6CE29-8265-22C5-C1F0-ACCE6452396D}"/>
              </a:ext>
            </a:extLst>
          </p:cNvPr>
          <p:cNvSpPr/>
          <p:nvPr/>
        </p:nvSpPr>
        <p:spPr>
          <a:xfrm>
            <a:off x="0" y="1439859"/>
            <a:ext cx="9144000" cy="82734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17E6D-ADF2-4DC0-D453-7D781445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733509"/>
          </a:xfrm>
        </p:spPr>
        <p:txBody>
          <a:bodyPr/>
          <a:lstStyle/>
          <a:p>
            <a:r>
              <a:rPr lang="en-US" dirty="0"/>
              <a:t>Step 4: Blind Draft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83A0D-85BC-8C30-A7BE-AEB80CC7D472}"/>
              </a:ext>
            </a:extLst>
          </p:cNvPr>
          <p:cNvSpPr txBox="1"/>
          <p:nvPr/>
        </p:nvSpPr>
        <p:spPr>
          <a:xfrm>
            <a:off x="6666823" y="796855"/>
            <a:ext cx="1612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</a:t>
            </a:r>
          </a:p>
          <a:p>
            <a:pPr algn="ctr"/>
            <a:r>
              <a:rPr lang="en-US" dirty="0"/>
              <a:t>time limit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87486-E3AF-B955-EE51-100B44F84839}"/>
              </a:ext>
            </a:extLst>
          </p:cNvPr>
          <p:cNvSpPr txBox="1"/>
          <p:nvPr/>
        </p:nvSpPr>
        <p:spPr>
          <a:xfrm>
            <a:off x="169990" y="1508273"/>
            <a:ext cx="8804018" cy="70788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system-ui"/>
              </a:rPr>
              <a:t>I have stored up your word in my heart so that I might not sin against you. Blessed you are, Yahweh; teach me your statutes. </a:t>
            </a:r>
            <a:r>
              <a:rPr lang="en-US" sz="2000" dirty="0">
                <a:solidFill>
                  <a:schemeClr val="bg1"/>
                </a:solidFill>
                <a:latin typeface="system-ui"/>
              </a:rPr>
              <a:t>						Psalm 119:11-12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4BCB1-85AB-F5DA-A95E-E0791E2B1BEE}"/>
              </a:ext>
            </a:extLst>
          </p:cNvPr>
          <p:cNvSpPr txBox="1"/>
          <p:nvPr/>
        </p:nvSpPr>
        <p:spPr>
          <a:xfrm>
            <a:off x="1185927" y="3989825"/>
            <a:ext cx="7508247" cy="1323439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Free your mind from the words and structure of the source language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Draft a natural sounding translation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Focus on re-stating the meaning (not the wording)</a:t>
            </a:r>
            <a:endParaRPr lang="en-US" sz="20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28267-2AA8-1B27-7737-B3362915EB95}"/>
              </a:ext>
            </a:extLst>
          </p:cNvPr>
          <p:cNvSpPr txBox="1"/>
          <p:nvPr/>
        </p:nvSpPr>
        <p:spPr>
          <a:xfrm>
            <a:off x="169990" y="3989825"/>
            <a:ext cx="1181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Benefits: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CA313DC1-525F-8BE9-69FB-E888A66ED9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903" y="34302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693654-3B76-A629-1FCF-EC5EE6B15358}"/>
              </a:ext>
            </a:extLst>
          </p:cNvPr>
          <p:cNvSpPr txBox="1"/>
          <p:nvPr/>
        </p:nvSpPr>
        <p:spPr>
          <a:xfrm>
            <a:off x="1185927" y="108167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32404-52F5-8897-6313-4D202E36B6D7}"/>
              </a:ext>
            </a:extLst>
          </p:cNvPr>
          <p:cNvSpPr txBox="1"/>
          <p:nvPr/>
        </p:nvSpPr>
        <p:spPr>
          <a:xfrm>
            <a:off x="193604" y="2366686"/>
            <a:ext cx="87592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Process:   1. Re-read the first chunk in your source text</a:t>
            </a:r>
          </a:p>
          <a:p>
            <a:pPr marL="1768475" indent="-1768475"/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2. Close the source text and draft the first chunk in your heart language </a:t>
            </a:r>
            <a:r>
              <a:rPr lang="en-US" sz="2000" u="sng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without looking back</a:t>
            </a:r>
          </a:p>
          <a:p>
            <a:r>
              <a:rPr lang="en-US" sz="2000" dirty="0">
                <a:latin typeface="+mj-lt"/>
                <a:ea typeface="MS Mincho" panose="02020609040205080304" pitchFamily="49" charset="-128"/>
                <a:cs typeface="Times New Roman" panose="02020603050405020304" pitchFamily="18" charset="0"/>
              </a:rPr>
              <a:t>                 3. Repeat for each chunk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C7062-76F7-AA3E-E3EA-EFB94CB3F157}"/>
              </a:ext>
            </a:extLst>
          </p:cNvPr>
          <p:cNvSpPr txBox="1"/>
          <p:nvPr/>
        </p:nvSpPr>
        <p:spPr>
          <a:xfrm>
            <a:off x="124237" y="5612964"/>
            <a:ext cx="88955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indent="-630238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Tips: Skip a line between each line of your draft to leave room for corrections. Don’t worry about marking verse numbers for now. </a:t>
            </a:r>
          </a:p>
          <a:p>
            <a:pPr marL="582613" indent="-582613"/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         Don’t worry if you </a:t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forget something.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This is only your first draft!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13C4E5A-D5B4-411D-AD2D-FCEADDB9B112}"/>
              </a:ext>
            </a:extLst>
          </p:cNvPr>
          <p:cNvGrpSpPr/>
          <p:nvPr/>
        </p:nvGrpSpPr>
        <p:grpSpPr>
          <a:xfrm>
            <a:off x="7782784" y="381576"/>
            <a:ext cx="732566" cy="743379"/>
            <a:chOff x="2917371" y="2275114"/>
            <a:chExt cx="2939144" cy="29391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12A459-1D8A-FC5C-0692-F1EFA783C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117101" y="2453072"/>
              <a:ext cx="2539682" cy="2539682"/>
            </a:xfrm>
            <a:prstGeom prst="rect">
              <a:avLst/>
            </a:prstGeom>
          </p:spPr>
        </p:pic>
        <p:sp>
          <p:nvSpPr>
            <p:cNvPr id="11" name="&quot;Not Allowed&quot; Symbol 6">
              <a:extLst>
                <a:ext uri="{FF2B5EF4-FFF2-40B4-BE49-F238E27FC236}">
                  <a16:creationId xmlns:a16="http://schemas.microsoft.com/office/drawing/2014/main" id="{65AFCBDC-09F6-39F0-A2AD-4F17BFAF5A14}"/>
                </a:ext>
              </a:extLst>
            </p:cNvPr>
            <p:cNvSpPr/>
            <p:nvPr/>
          </p:nvSpPr>
          <p:spPr>
            <a:xfrm>
              <a:off x="2917371" y="2275114"/>
              <a:ext cx="2939144" cy="2939144"/>
            </a:xfrm>
            <a:prstGeom prst="noSmoking">
              <a:avLst>
                <a:gd name="adj" fmla="val 362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000" dirty="0">
                <a:solidFill>
                  <a:srgbClr val="71655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991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1C04763-F15B-4C30-AFF6-BB13942032EA}"/>
              </a:ext>
            </a:extLst>
          </p:cNvPr>
          <p:cNvSpPr/>
          <p:nvPr/>
        </p:nvSpPr>
        <p:spPr>
          <a:xfrm>
            <a:off x="0" y="1858022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CAEE3-B199-4BB7-839B-708EAD1F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Drafting </a:t>
            </a:r>
            <a:r>
              <a:rPr lang="en-US"/>
              <a:t>Steps Summarized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6F8DF6-DC2C-4B50-8440-914720AAB98B}"/>
              </a:ext>
            </a:extLst>
          </p:cNvPr>
          <p:cNvSpPr/>
          <p:nvPr/>
        </p:nvSpPr>
        <p:spPr>
          <a:xfrm>
            <a:off x="1037767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90808-3869-4B49-912A-40B164B405F3}"/>
              </a:ext>
            </a:extLst>
          </p:cNvPr>
          <p:cNvSpPr txBox="1"/>
          <p:nvPr/>
        </p:nvSpPr>
        <p:spPr>
          <a:xfrm>
            <a:off x="156932" y="2554995"/>
            <a:ext cx="2205265" cy="1063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Think abou</a:t>
            </a:r>
            <a: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</a:t>
            </a:r>
            <a:br>
              <a:rPr lang="en-US" sz="20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what the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passage means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A3FF4-442C-40D3-BCF9-CABEA8C0AB3E}"/>
              </a:ext>
            </a:extLst>
          </p:cNvPr>
          <p:cNvSpPr txBox="1"/>
          <p:nvPr/>
        </p:nvSpPr>
        <p:spPr>
          <a:xfrm>
            <a:off x="440414" y="1924448"/>
            <a:ext cx="16383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11B60E-C6EC-48DA-B54A-D979E549268C}"/>
              </a:ext>
            </a:extLst>
          </p:cNvPr>
          <p:cNvSpPr txBox="1"/>
          <p:nvPr/>
        </p:nvSpPr>
        <p:spPr>
          <a:xfrm>
            <a:off x="2716435" y="1924448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C1FFB7-EC76-4A1A-A7F7-4E96655B41B8}"/>
              </a:ext>
            </a:extLst>
          </p:cNvPr>
          <p:cNvSpPr txBox="1"/>
          <p:nvPr/>
        </p:nvSpPr>
        <p:spPr>
          <a:xfrm>
            <a:off x="4921706" y="1924448"/>
            <a:ext cx="1409701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Chunk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260C4-F7A9-4D49-84FE-083736E9FC23}"/>
              </a:ext>
            </a:extLst>
          </p:cNvPr>
          <p:cNvSpPr txBox="1"/>
          <p:nvPr/>
        </p:nvSpPr>
        <p:spPr>
          <a:xfrm>
            <a:off x="6833508" y="1924448"/>
            <a:ext cx="210638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Blind Draft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C6EDCE2-6D09-457C-8366-FE8763D36D78}"/>
              </a:ext>
            </a:extLst>
          </p:cNvPr>
          <p:cNvSpPr/>
          <p:nvPr/>
        </p:nvSpPr>
        <p:spPr>
          <a:xfrm>
            <a:off x="3199488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1033EA-6D7B-4E5A-B82C-F77FDC2388B6}"/>
              </a:ext>
            </a:extLst>
          </p:cNvPr>
          <p:cNvSpPr/>
          <p:nvPr/>
        </p:nvSpPr>
        <p:spPr>
          <a:xfrm>
            <a:off x="5404759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593841-0176-4AC1-BB8D-16FA7539F351}"/>
              </a:ext>
            </a:extLst>
          </p:cNvPr>
          <p:cNvSpPr/>
          <p:nvPr/>
        </p:nvSpPr>
        <p:spPr>
          <a:xfrm>
            <a:off x="7664902" y="1253255"/>
            <a:ext cx="443595" cy="443595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A8526-AA23-4FEA-857C-75D64CB006F7}"/>
              </a:ext>
            </a:extLst>
          </p:cNvPr>
          <p:cNvSpPr txBox="1"/>
          <p:nvPr/>
        </p:nvSpPr>
        <p:spPr>
          <a:xfrm>
            <a:off x="2318653" y="2554995"/>
            <a:ext cx="2205265" cy="13930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Summarize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passage out loud in your language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8B502C-7EE9-4CBC-BD9F-597978B6E3EC}"/>
              </a:ext>
            </a:extLst>
          </p:cNvPr>
          <p:cNvSpPr txBox="1"/>
          <p:nvPr/>
        </p:nvSpPr>
        <p:spPr>
          <a:xfrm>
            <a:off x="4438654" y="2554995"/>
            <a:ext cx="2375806" cy="13930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Break the passage down into smaller pieces based on meaning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CFD631-E4B7-45D7-AC4A-1DF100D16A8D}"/>
              </a:ext>
            </a:extLst>
          </p:cNvPr>
          <p:cNvSpPr txBox="1"/>
          <p:nvPr/>
        </p:nvSpPr>
        <p:spPr>
          <a:xfrm>
            <a:off x="6784067" y="2554995"/>
            <a:ext cx="2205265" cy="1063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Draft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each chunk</a:t>
            </a:r>
            <a:b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from memory</a:t>
            </a:r>
            <a:endParaRPr lang="en-US" sz="20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3E2786-3987-D6A6-74DA-F4CD4822C9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6636" y="4545140"/>
            <a:ext cx="926959" cy="926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D09AB2-CDE2-EB81-D8D9-81F824B41A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7805" y="4545139"/>
            <a:ext cx="926959" cy="9269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EB6D3D-E1F9-07F6-1F10-2008FCA5CED2}"/>
              </a:ext>
            </a:extLst>
          </p:cNvPr>
          <p:cNvSpPr txBox="1"/>
          <p:nvPr/>
        </p:nvSpPr>
        <p:spPr>
          <a:xfrm>
            <a:off x="782709" y="5649582"/>
            <a:ext cx="107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5–7 min.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1C428-2530-9CA8-994E-5F77C7B5F373}"/>
              </a:ext>
            </a:extLst>
          </p:cNvPr>
          <p:cNvSpPr txBox="1"/>
          <p:nvPr/>
        </p:nvSpPr>
        <p:spPr>
          <a:xfrm>
            <a:off x="2937941" y="5649582"/>
            <a:ext cx="116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2–3 min.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BB76C8-D649-9AD4-9DE2-8C78ECEE286E}"/>
              </a:ext>
            </a:extLst>
          </p:cNvPr>
          <p:cNvSpPr txBox="1"/>
          <p:nvPr/>
        </p:nvSpPr>
        <p:spPr>
          <a:xfrm>
            <a:off x="5043341" y="5659780"/>
            <a:ext cx="135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1–4 verses</a:t>
            </a:r>
          </a:p>
        </p:txBody>
      </p:sp>
      <p:pic>
        <p:nvPicPr>
          <p:cNvPr id="39" name="Picture 38" descr="Closeup of hand pointing to line in book">
            <a:extLst>
              <a:ext uri="{FF2B5EF4-FFF2-40B4-BE49-F238E27FC236}">
                <a16:creationId xmlns:a16="http://schemas.microsoft.com/office/drawing/2014/main" id="{B7443BE6-1AB1-8924-74EB-0EA7E5DDFD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8" t="15195" r="7032"/>
          <a:stretch/>
        </p:blipFill>
        <p:spPr>
          <a:xfrm>
            <a:off x="4965932" y="4472280"/>
            <a:ext cx="1446881" cy="1097280"/>
          </a:xfrm>
          <a:prstGeom prst="rect">
            <a:avLst/>
          </a:prstGeom>
        </p:spPr>
      </p:pic>
      <p:pic>
        <p:nvPicPr>
          <p:cNvPr id="7" name="Picture 6" descr="A close up of hands holding a pen&#10;&#10;Description automatically generated">
            <a:extLst>
              <a:ext uri="{FF2B5EF4-FFF2-40B4-BE49-F238E27FC236}">
                <a16:creationId xmlns:a16="http://schemas.microsoft.com/office/drawing/2014/main" id="{02E195DD-9303-FF8F-E8B2-01A437C737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0" t="17023" r="2648" b="-1"/>
          <a:stretch/>
        </p:blipFill>
        <p:spPr>
          <a:xfrm>
            <a:off x="6968364" y="4464897"/>
            <a:ext cx="1971525" cy="1087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588CAA-716C-8356-FBB1-AFFCE206A9AB}"/>
              </a:ext>
            </a:extLst>
          </p:cNvPr>
          <p:cNvSpPr txBox="1"/>
          <p:nvPr/>
        </p:nvSpPr>
        <p:spPr>
          <a:xfrm>
            <a:off x="6900936" y="5667746"/>
            <a:ext cx="1971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source text</a:t>
            </a:r>
          </a:p>
        </p:txBody>
      </p:sp>
    </p:spTree>
    <p:extLst>
      <p:ext uri="{BB962C8B-B14F-4D97-AF65-F5344CB8AC3E}">
        <p14:creationId xmlns:p14="http://schemas.microsoft.com/office/powerpoint/2010/main" val="264334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26" grpId="0"/>
      <p:bldP spid="27" grpId="0"/>
      <p:bldP spid="16" grpId="0"/>
      <p:bldP spid="17" grpId="0"/>
      <p:bldP spid="29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3"/>
            <a:ext cx="9144000" cy="22342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434470" y="560677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1416437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C96EE73-B932-4E37-B42E-19FF7E0CB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943441"/>
              </p:ext>
            </p:extLst>
          </p:nvPr>
        </p:nvGraphicFramePr>
        <p:xfrm>
          <a:off x="1521940" y="3582506"/>
          <a:ext cx="6100120" cy="190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0120">
                  <a:extLst>
                    <a:ext uri="{9D8B030D-6E8A-4147-A177-3AD203B41FA5}">
                      <a16:colId xmlns:a16="http://schemas.microsoft.com/office/drawing/2014/main" val="1226750967"/>
                    </a:ext>
                  </a:extLst>
                </a:gridCol>
              </a:tblGrid>
              <a:tr h="634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25742"/>
                  </a:ext>
                </a:extLst>
              </a:tr>
              <a:tr h="631255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021588"/>
                  </a:ext>
                </a:extLst>
              </a:tr>
              <a:tr h="6344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chemeClr val="tx2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3862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219C8C-AF4F-975C-6AAC-8D9039246FB8}"/>
              </a:ext>
            </a:extLst>
          </p:cNvPr>
          <p:cNvSpPr txBox="1"/>
          <p:nvPr/>
        </p:nvSpPr>
        <p:spPr>
          <a:xfrm>
            <a:off x="1569307" y="3594652"/>
            <a:ext cx="6100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Are you surprised by what you can do?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21CB6A-D121-0DB6-D628-EC65A978603F}"/>
              </a:ext>
            </a:extLst>
          </p:cNvPr>
          <p:cNvSpPr txBox="1"/>
          <p:nvPr/>
        </p:nvSpPr>
        <p:spPr>
          <a:xfrm>
            <a:off x="2790568" y="4301737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What is difficult?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36A46-5A90-7FE8-485F-F069E5DD730C}"/>
              </a:ext>
            </a:extLst>
          </p:cNvPr>
          <p:cNvSpPr txBox="1"/>
          <p:nvPr/>
        </p:nvSpPr>
        <p:spPr>
          <a:xfrm>
            <a:off x="448963" y="4957189"/>
            <a:ext cx="834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Are you ready for the next steps?</a:t>
            </a:r>
          </a:p>
        </p:txBody>
      </p:sp>
    </p:spTree>
    <p:extLst>
      <p:ext uri="{BB962C8B-B14F-4D97-AF65-F5344CB8AC3E}">
        <p14:creationId xmlns:p14="http://schemas.microsoft.com/office/powerpoint/2010/main" val="223062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734F107-D0E5-4CAD-07F5-B761F1CCD782}"/>
              </a:ext>
            </a:extLst>
          </p:cNvPr>
          <p:cNvSpPr txBox="1"/>
          <p:nvPr/>
        </p:nvSpPr>
        <p:spPr>
          <a:xfrm>
            <a:off x="-370390" y="18519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B6CD3-E80F-8BD1-AEBE-51A78D15D7E0}"/>
              </a:ext>
            </a:extLst>
          </p:cNvPr>
          <p:cNvSpPr txBox="1"/>
          <p:nvPr/>
        </p:nvSpPr>
        <p:spPr>
          <a:xfrm>
            <a:off x="190411" y="5732103"/>
            <a:ext cx="8953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All Scripture taken from the English Unlocked Literal Bible (ULB), ©2017, 2022 Wycliffe Associates, Available at https://bibleineverylanguage.org/translations, licensed under the Creative Commons Attribution-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ShareAlike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 4.0 International License. </a:t>
            </a:r>
          </a:p>
          <a:p>
            <a:pPr marL="0" marR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The English ULB is based on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Text, CC BY-SA 4.0. The original work of the </a:t>
            </a:r>
            <a:r>
              <a:rPr lang="en-US" sz="12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200" dirty="0">
                <a:latin typeface="Calibri"/>
                <a:ea typeface="Times New Roman" panose="02020603050405020304" pitchFamily="18" charset="0"/>
                <a:cs typeface="Arial"/>
              </a:rPr>
              <a:t>® Literal Text is available at https://unfoldingword.bible/ult/.</a:t>
            </a:r>
          </a:p>
        </p:txBody>
      </p: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D61B65BC2620489977AC19E3D0F0D7" ma:contentTypeVersion="13" ma:contentTypeDescription="Create a new document." ma:contentTypeScope="" ma:versionID="8a831be9947c06829626ef4c3ae04f7e">
  <xsd:schema xmlns:xsd="http://www.w3.org/2001/XMLSchema" xmlns:xs="http://www.w3.org/2001/XMLSchema" xmlns:p="http://schemas.microsoft.com/office/2006/metadata/properties" xmlns:ns2="dd208db9-1446-42c5-a2ba-6edb048d778c" xmlns:ns3="df9e8f7b-edc3-48d8-b0f6-325d38f0409f" targetNamespace="http://schemas.microsoft.com/office/2006/metadata/properties" ma:root="true" ma:fieldsID="78c4f0b40700243a6cd3bae50c44ab61" ns2:_="" ns3:_="">
    <xsd:import namespace="dd208db9-1446-42c5-a2ba-6edb048d778c"/>
    <xsd:import namespace="df9e8f7b-edc3-48d8-b0f6-325d38f040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208db9-1446-42c5-a2ba-6edb048d77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e8f7b-edc3-48d8-b0f6-325d38f040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27C75D-0B13-466C-8652-2F3D4B3796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208db9-1446-42c5-a2ba-6edb048d778c"/>
    <ds:schemaRef ds:uri="df9e8f7b-edc3-48d8-b0f6-325d38f040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5501</TotalTime>
  <Words>662</Words>
  <Application>Microsoft Office PowerPoint</Application>
  <PresentationFormat>On-screen Show (4:3)</PresentationFormat>
  <Paragraphs>88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system-ui</vt:lpstr>
      <vt:lpstr>Office Theme</vt:lpstr>
      <vt:lpstr>PowerPoint Presentation</vt:lpstr>
      <vt:lpstr>Eight-Step Translation Method</vt:lpstr>
      <vt:lpstr>Step 1: Consume</vt:lpstr>
      <vt:lpstr>Step 2: Verbalize</vt:lpstr>
      <vt:lpstr>Step 3: Chunk</vt:lpstr>
      <vt:lpstr>Step 4: Blind Draft</vt:lpstr>
      <vt:lpstr>Drafting Steps Summarized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Debbie Shaw</cp:lastModifiedBy>
  <cp:revision>206</cp:revision>
  <dcterms:created xsi:type="dcterms:W3CDTF">2019-03-18T18:21:25Z</dcterms:created>
  <dcterms:modified xsi:type="dcterms:W3CDTF">2026-09-15T15:30:46Z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0x01010071D61B65BC2620489977AC19E3D0F0D7</vt:lpwstr>
  </property>
</Properties>
</file>