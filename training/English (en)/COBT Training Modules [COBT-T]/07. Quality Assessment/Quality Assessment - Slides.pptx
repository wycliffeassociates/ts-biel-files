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60" r:id="rId5"/>
    <p:sldId id="296" r:id="rId6"/>
    <p:sldId id="292" r:id="rId7"/>
    <p:sldId id="300" r:id="rId8"/>
    <p:sldId id="264" r:id="rId9"/>
    <p:sldId id="294" r:id="rId10"/>
    <p:sldId id="297" r:id="rId11"/>
    <p:sldId id="302" r:id="rId12"/>
    <p:sldId id="321" r:id="rId13"/>
    <p:sldId id="322" r:id="rId14"/>
    <p:sldId id="327" r:id="rId15"/>
    <p:sldId id="323" r:id="rId16"/>
    <p:sldId id="324" r:id="rId17"/>
    <p:sldId id="325" r:id="rId18"/>
    <p:sldId id="319" r:id="rId19"/>
    <p:sldId id="301" r:id="rId20"/>
    <p:sldId id="28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716557"/>
    <a:srgbClr val="FBA93D"/>
    <a:srgbClr val="83A83F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90" autoAdjust="0"/>
    <p:restoredTop sz="95646" autoAdjust="0"/>
  </p:normalViewPr>
  <p:slideViewPr>
    <p:cSldViewPr snapToGrid="0">
      <p:cViewPr varScale="1">
        <p:scale>
          <a:sx n="75" d="100"/>
          <a:sy n="75" d="100"/>
        </p:scale>
        <p:origin x="66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bie Shaw" userId="79bf7848-a030-4096-934a-3abbfde4984a" providerId="ADAL" clId="{8DE9E9FB-001C-4B84-83DE-E1F7ABB9FAA3}"/>
    <pc:docChg chg="undo redo custSel addSld delSld modSld sldOrd">
      <pc:chgData name="Debbie Shaw" userId="79bf7848-a030-4096-934a-3abbfde4984a" providerId="ADAL" clId="{8DE9E9FB-001C-4B84-83DE-E1F7ABB9FAA3}" dt="2026-07-30T21:17:26.921" v="2282" actId="20577"/>
      <pc:docMkLst>
        <pc:docMk/>
      </pc:docMkLst>
      <pc:sldChg chg="addSp modSp mod">
        <pc:chgData name="Debbie Shaw" userId="79bf7848-a030-4096-934a-3abbfde4984a" providerId="ADAL" clId="{8DE9E9FB-001C-4B84-83DE-E1F7ABB9FAA3}" dt="2026-07-18T03:52:48.071" v="2100" actId="1076"/>
        <pc:sldMkLst>
          <pc:docMk/>
          <pc:sldMk cId="3072800876" sldId="280"/>
        </pc:sldMkLst>
        <pc:spChg chg="add mod">
          <ac:chgData name="Debbie Shaw" userId="79bf7848-a030-4096-934a-3abbfde4984a" providerId="ADAL" clId="{8DE9E9FB-001C-4B84-83DE-E1F7ABB9FAA3}" dt="2026-07-18T03:52:48.071" v="2100" actId="1076"/>
          <ac:spMkLst>
            <pc:docMk/>
            <pc:sldMk cId="3072800876" sldId="280"/>
            <ac:spMk id="2" creationId="{07692E44-D996-CD0E-335B-0981E6785805}"/>
          </ac:spMkLst>
        </pc:spChg>
      </pc:sldChg>
      <pc:sldChg chg="ord">
        <pc:chgData name="Debbie Shaw" userId="79bf7848-a030-4096-934a-3abbfde4984a" providerId="ADAL" clId="{8DE9E9FB-001C-4B84-83DE-E1F7ABB9FAA3}" dt="2026-07-28T20:36:07.301" v="2102"/>
        <pc:sldMkLst>
          <pc:docMk/>
          <pc:sldMk cId="3951749472" sldId="301"/>
        </pc:sldMkLst>
      </pc:sldChg>
      <pc:sldChg chg="addSp delSp modSp add mod addAnim delAnim modAnim">
        <pc:chgData name="Debbie Shaw" userId="79bf7848-a030-4096-934a-3abbfde4984a" providerId="ADAL" clId="{8DE9E9FB-001C-4B84-83DE-E1F7ABB9FAA3}" dt="2026-07-18T02:47:45.704" v="2053" actId="20577"/>
        <pc:sldMkLst>
          <pc:docMk/>
          <pc:sldMk cId="1376003336" sldId="302"/>
        </pc:sldMkLst>
        <pc:spChg chg="mod">
          <ac:chgData name="Debbie Shaw" userId="79bf7848-a030-4096-934a-3abbfde4984a" providerId="ADAL" clId="{8DE9E9FB-001C-4B84-83DE-E1F7ABB9FAA3}" dt="2026-07-18T02:47:15.676" v="2032" actId="1076"/>
          <ac:spMkLst>
            <pc:docMk/>
            <pc:sldMk cId="1376003336" sldId="302"/>
            <ac:spMk id="2" creationId="{D3FED2A8-3965-7E9C-E281-84EEDC4D7DD7}"/>
          </ac:spMkLst>
        </pc:spChg>
        <pc:spChg chg="add mod">
          <ac:chgData name="Debbie Shaw" userId="79bf7848-a030-4096-934a-3abbfde4984a" providerId="ADAL" clId="{8DE9E9FB-001C-4B84-83DE-E1F7ABB9FAA3}" dt="2026-07-18T02:47:45.704" v="2053" actId="20577"/>
          <ac:spMkLst>
            <pc:docMk/>
            <pc:sldMk cId="1376003336" sldId="302"/>
            <ac:spMk id="6" creationId="{F3079F7C-AEF4-9FE4-B24E-FD3FE4946883}"/>
          </ac:spMkLst>
        </pc:spChg>
        <pc:spChg chg="add mod">
          <ac:chgData name="Debbie Shaw" userId="79bf7848-a030-4096-934a-3abbfde4984a" providerId="ADAL" clId="{8DE9E9FB-001C-4B84-83DE-E1F7ABB9FAA3}" dt="2026-07-17T20:12:36.013" v="396" actId="1076"/>
          <ac:spMkLst>
            <pc:docMk/>
            <pc:sldMk cId="1376003336" sldId="302"/>
            <ac:spMk id="8" creationId="{FC7EFC31-A8A9-F108-4EBB-31AB16FFF443}"/>
          </ac:spMkLst>
        </pc:spChg>
        <pc:spChg chg="add mod ord">
          <ac:chgData name="Debbie Shaw" userId="79bf7848-a030-4096-934a-3abbfde4984a" providerId="ADAL" clId="{8DE9E9FB-001C-4B84-83DE-E1F7ABB9FAA3}" dt="2026-07-18T02:47:15.676" v="2032" actId="1076"/>
          <ac:spMkLst>
            <pc:docMk/>
            <pc:sldMk cId="1376003336" sldId="302"/>
            <ac:spMk id="9" creationId="{BCF241F4-33C6-8191-C439-121BF43FD237}"/>
          </ac:spMkLst>
        </pc:spChg>
        <pc:spChg chg="add mod ord">
          <ac:chgData name="Debbie Shaw" userId="79bf7848-a030-4096-934a-3abbfde4984a" providerId="ADAL" clId="{8DE9E9FB-001C-4B84-83DE-E1F7ABB9FAA3}" dt="2026-07-18T02:47:15.676" v="2032" actId="1076"/>
          <ac:spMkLst>
            <pc:docMk/>
            <pc:sldMk cId="1376003336" sldId="302"/>
            <ac:spMk id="11" creationId="{0DD6709C-BB3F-01F6-E590-617E9C6B6FF9}"/>
          </ac:spMkLst>
        </pc:spChg>
        <pc:spChg chg="add mod ord">
          <ac:chgData name="Debbie Shaw" userId="79bf7848-a030-4096-934a-3abbfde4984a" providerId="ADAL" clId="{8DE9E9FB-001C-4B84-83DE-E1F7ABB9FAA3}" dt="2026-07-18T02:47:15.676" v="2032" actId="1076"/>
          <ac:spMkLst>
            <pc:docMk/>
            <pc:sldMk cId="1376003336" sldId="302"/>
            <ac:spMk id="13" creationId="{512AB3CF-051B-0128-8F66-03A53724B873}"/>
          </ac:spMkLst>
        </pc:spChg>
        <pc:spChg chg="mod">
          <ac:chgData name="Debbie Shaw" userId="79bf7848-a030-4096-934a-3abbfde4984a" providerId="ADAL" clId="{8DE9E9FB-001C-4B84-83DE-E1F7ABB9FAA3}" dt="2026-07-18T02:47:15.676" v="2032" actId="1076"/>
          <ac:spMkLst>
            <pc:docMk/>
            <pc:sldMk cId="1376003336" sldId="302"/>
            <ac:spMk id="16" creationId="{2A1BB2AC-C77A-4F9B-329A-23697FA660D8}"/>
          </ac:spMkLst>
        </pc:spChg>
        <pc:spChg chg="mod">
          <ac:chgData name="Debbie Shaw" userId="79bf7848-a030-4096-934a-3abbfde4984a" providerId="ADAL" clId="{8DE9E9FB-001C-4B84-83DE-E1F7ABB9FAA3}" dt="2026-07-18T02:47:16.309" v="2033" actId="1076"/>
          <ac:spMkLst>
            <pc:docMk/>
            <pc:sldMk cId="1376003336" sldId="302"/>
            <ac:spMk id="21" creationId="{6C3469F9-F8B9-7E13-606F-D72B14C513EA}"/>
          </ac:spMkLst>
        </pc:spChg>
        <pc:spChg chg="mod">
          <ac:chgData name="Debbie Shaw" userId="79bf7848-a030-4096-934a-3abbfde4984a" providerId="ADAL" clId="{8DE9E9FB-001C-4B84-83DE-E1F7ABB9FAA3}" dt="2026-07-18T02:47:15.676" v="2032" actId="1076"/>
          <ac:spMkLst>
            <pc:docMk/>
            <pc:sldMk cId="1376003336" sldId="302"/>
            <ac:spMk id="24" creationId="{965FB21C-5664-0FD5-5771-B0E61F0AA495}"/>
          </ac:spMkLst>
        </pc:spChg>
        <pc:spChg chg="mod">
          <ac:chgData name="Debbie Shaw" userId="79bf7848-a030-4096-934a-3abbfde4984a" providerId="ADAL" clId="{8DE9E9FB-001C-4B84-83DE-E1F7ABB9FAA3}" dt="2026-07-18T02:47:17.141" v="2035" actId="1076"/>
          <ac:spMkLst>
            <pc:docMk/>
            <pc:sldMk cId="1376003336" sldId="302"/>
            <ac:spMk id="38" creationId="{8633EAFE-DD14-05C7-CAE2-FE5C1B4282FE}"/>
          </ac:spMkLst>
        </pc:spChg>
        <pc:graphicFrameChg chg="add del mod modGraphic">
          <ac:chgData name="Debbie Shaw" userId="79bf7848-a030-4096-934a-3abbfde4984a" providerId="ADAL" clId="{8DE9E9FB-001C-4B84-83DE-E1F7ABB9FAA3}" dt="2026-07-17T20:11:23.466" v="384" actId="1076"/>
          <ac:graphicFrameMkLst>
            <pc:docMk/>
            <pc:sldMk cId="1376003336" sldId="302"/>
            <ac:graphicFrameMk id="5" creationId="{D84FE28C-43C2-D8B6-933F-3D62F23F9294}"/>
          </ac:graphicFrameMkLst>
        </pc:graphicFrameChg>
      </pc:sldChg>
      <pc:sldChg chg="addSp delSp modSp new mod ord modAnim">
        <pc:chgData name="Debbie Shaw" userId="79bf7848-a030-4096-934a-3abbfde4984a" providerId="ADAL" clId="{8DE9E9FB-001C-4B84-83DE-E1F7ABB9FAA3}" dt="2026-07-18T03:25:31.341" v="2089"/>
        <pc:sldMkLst>
          <pc:docMk/>
          <pc:sldMk cId="3145551223" sldId="319"/>
        </pc:sldMkLst>
        <pc:spChg chg="add mod">
          <ac:chgData name="Debbie Shaw" userId="79bf7848-a030-4096-934a-3abbfde4984a" providerId="ADAL" clId="{8DE9E9FB-001C-4B84-83DE-E1F7ABB9FAA3}" dt="2026-07-18T02:54:44.915" v="2086" actId="1076"/>
          <ac:spMkLst>
            <pc:docMk/>
            <pc:sldMk cId="3145551223" sldId="319"/>
            <ac:spMk id="3" creationId="{10A1E692-20C9-E393-66BF-1E5D866EB885}"/>
          </ac:spMkLst>
        </pc:spChg>
        <pc:spChg chg="add mod">
          <ac:chgData name="Debbie Shaw" userId="79bf7848-a030-4096-934a-3abbfde4984a" providerId="ADAL" clId="{8DE9E9FB-001C-4B84-83DE-E1F7ABB9FAA3}" dt="2026-07-18T02:54:50.776" v="2087" actId="1076"/>
          <ac:spMkLst>
            <pc:docMk/>
            <pc:sldMk cId="3145551223" sldId="319"/>
            <ac:spMk id="4" creationId="{D145D762-4469-1EEB-F796-FE19F102E2B9}"/>
          </ac:spMkLst>
        </pc:spChg>
        <pc:picChg chg="add mod ord modCrop">
          <ac:chgData name="Debbie Shaw" userId="79bf7848-a030-4096-934a-3abbfde4984a" providerId="ADAL" clId="{8DE9E9FB-001C-4B84-83DE-E1F7ABB9FAA3}" dt="2026-07-17T19:31:27.119" v="114" actId="14861"/>
          <ac:picMkLst>
            <pc:docMk/>
            <pc:sldMk cId="3145551223" sldId="319"/>
            <ac:picMk id="6" creationId="{88DA9005-4C6E-58C4-B50D-33E9950F7E26}"/>
          </ac:picMkLst>
        </pc:picChg>
        <pc:picChg chg="add mod ord modCrop">
          <ac:chgData name="Debbie Shaw" userId="79bf7848-a030-4096-934a-3abbfde4984a" providerId="ADAL" clId="{8DE9E9FB-001C-4B84-83DE-E1F7ABB9FAA3}" dt="2026-07-17T19:31:00.474" v="110" actId="14861"/>
          <ac:picMkLst>
            <pc:docMk/>
            <pc:sldMk cId="3145551223" sldId="319"/>
            <ac:picMk id="8" creationId="{3BBA4DF2-32B2-3D15-3982-FF8FE7DEEA44}"/>
          </ac:picMkLst>
        </pc:picChg>
      </pc:sldChg>
      <pc:sldChg chg="addSp delSp modSp add mod addAnim delAnim modAnim">
        <pc:chgData name="Debbie Shaw" userId="79bf7848-a030-4096-934a-3abbfde4984a" providerId="ADAL" clId="{8DE9E9FB-001C-4B84-83DE-E1F7ABB9FAA3}" dt="2026-07-18T02:47:52.213" v="2054" actId="20577"/>
        <pc:sldMkLst>
          <pc:docMk/>
          <pc:sldMk cId="1015818492" sldId="321"/>
        </pc:sldMkLst>
        <pc:spChg chg="mo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2" creationId="{22786685-2A56-D2F9-B248-99973E86B6E6}"/>
          </ac:spMkLst>
        </pc:spChg>
        <pc:spChg chg="add mo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4" creationId="{797D18A2-CB38-51B2-C17A-0B69D2CADF5E}"/>
          </ac:spMkLst>
        </pc:spChg>
        <pc:spChg chg="mod">
          <ac:chgData name="Debbie Shaw" userId="79bf7848-a030-4096-934a-3abbfde4984a" providerId="ADAL" clId="{8DE9E9FB-001C-4B84-83DE-E1F7ABB9FAA3}" dt="2026-07-18T02:47:52.213" v="2054" actId="20577"/>
          <ac:spMkLst>
            <pc:docMk/>
            <pc:sldMk cId="1015818492" sldId="321"/>
            <ac:spMk id="6" creationId="{514FF610-4540-8775-63F5-E5437035CBC8}"/>
          </ac:spMkLst>
        </pc:spChg>
        <pc:spChg chg="mod">
          <ac:chgData name="Debbie Shaw" userId="79bf7848-a030-4096-934a-3abbfde4984a" providerId="ADAL" clId="{8DE9E9FB-001C-4B84-83DE-E1F7ABB9FAA3}" dt="2026-07-17T20:51:26.949" v="608" actId="1076"/>
          <ac:spMkLst>
            <pc:docMk/>
            <pc:sldMk cId="1015818492" sldId="321"/>
            <ac:spMk id="8" creationId="{DCFBED73-F87B-7D0A-81B2-AB603F2CA2A9}"/>
          </ac:spMkLst>
        </pc:spChg>
        <pc:spChg chg="mo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9" creationId="{C13857F5-00B1-CAE3-FAE3-BD4F56EEAE04}"/>
          </ac:spMkLst>
        </pc:spChg>
        <pc:spChg chg="add mod or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10" creationId="{8D067F54-EC13-1AA7-4C78-8F7B278B75D1}"/>
          </ac:spMkLst>
        </pc:spChg>
        <pc:spChg chg="add mod ord">
          <ac:chgData name="Debbie Shaw" userId="79bf7848-a030-4096-934a-3abbfde4984a" providerId="ADAL" clId="{8DE9E9FB-001C-4B84-83DE-E1F7ABB9FAA3}" dt="2026-07-18T02:47:13.598" v="2029" actId="1076"/>
          <ac:spMkLst>
            <pc:docMk/>
            <pc:sldMk cId="1015818492" sldId="321"/>
            <ac:spMk id="14" creationId="{4014F252-A91A-A9C1-0CFB-77922D60D423}"/>
          </ac:spMkLst>
        </pc:spChg>
        <pc:spChg chg="add mod or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17" creationId="{684E5BB0-5EAA-48EC-18F7-76EDC3496A7B}"/>
          </ac:spMkLst>
        </pc:spChg>
        <pc:spChg chg="add mod ord">
          <ac:chgData name="Debbie Shaw" userId="79bf7848-a030-4096-934a-3abbfde4984a" providerId="ADAL" clId="{8DE9E9FB-001C-4B84-83DE-E1F7ABB9FAA3}" dt="2026-07-18T02:47:13.598" v="2029" actId="1076"/>
          <ac:spMkLst>
            <pc:docMk/>
            <pc:sldMk cId="1015818492" sldId="321"/>
            <ac:spMk id="19" creationId="{609C548F-A36D-B3E7-FDEC-974AF26FB211}"/>
          </ac:spMkLst>
        </pc:spChg>
        <pc:spChg chg="mo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21" creationId="{54C0211E-A1F2-A9C9-B038-C9C153767999}"/>
          </ac:spMkLst>
        </pc:spChg>
        <pc:spChg chg="add mod or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22" creationId="{794F63D8-F2AD-B991-DBC5-1AC8E677594B}"/>
          </ac:spMkLst>
        </pc:spChg>
        <pc:spChg chg="mo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24" creationId="{BE1B6666-4967-8023-2CAC-A36E5018E351}"/>
          </ac:spMkLst>
        </pc:spChg>
        <pc:spChg chg="add mod ord">
          <ac:chgData name="Debbie Shaw" userId="79bf7848-a030-4096-934a-3abbfde4984a" providerId="ADAL" clId="{8DE9E9FB-001C-4B84-83DE-E1F7ABB9FAA3}" dt="2026-07-18T02:47:13.598" v="2029" actId="1076"/>
          <ac:spMkLst>
            <pc:docMk/>
            <pc:sldMk cId="1015818492" sldId="321"/>
            <ac:spMk id="25" creationId="{D7513AB6-4980-9CCC-6AE1-7E4F8FFF9333}"/>
          </ac:spMkLst>
        </pc:spChg>
        <pc:spChg chg="add mod or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27" creationId="{E27BD9F8-9DD1-6C2A-84D9-C0B34ADD2F19}"/>
          </ac:spMkLst>
        </pc:spChg>
        <pc:spChg chg="add mod ord">
          <ac:chgData name="Debbie Shaw" userId="79bf7848-a030-4096-934a-3abbfde4984a" providerId="ADAL" clId="{8DE9E9FB-001C-4B84-83DE-E1F7ABB9FAA3}" dt="2026-07-18T02:47:15.028" v="2031" actId="1076"/>
          <ac:spMkLst>
            <pc:docMk/>
            <pc:sldMk cId="1015818492" sldId="321"/>
            <ac:spMk id="29" creationId="{29F985C2-B4FA-5995-7165-F1A6AFB096D7}"/>
          </ac:spMkLst>
        </pc:spChg>
        <pc:spChg chg="add mod">
          <ac:chgData name="Debbie Shaw" userId="79bf7848-a030-4096-934a-3abbfde4984a" providerId="ADAL" clId="{8DE9E9FB-001C-4B84-83DE-E1F7ABB9FAA3}" dt="2026-07-18T02:46:20.541" v="2021" actId="1076"/>
          <ac:spMkLst>
            <pc:docMk/>
            <pc:sldMk cId="1015818492" sldId="321"/>
            <ac:spMk id="31" creationId="{C8587B1C-83EC-A84D-2A42-1EDE9DE80662}"/>
          </ac:spMkLst>
        </pc:spChg>
      </pc:sldChg>
      <pc:sldChg chg="addSp delSp modSp add mod ord addAnim delAnim modAnim">
        <pc:chgData name="Debbie Shaw" userId="79bf7848-a030-4096-934a-3abbfde4984a" providerId="ADAL" clId="{8DE9E9FB-001C-4B84-83DE-E1F7ABB9FAA3}" dt="2026-07-18T02:47:59.370" v="2055" actId="20577"/>
        <pc:sldMkLst>
          <pc:docMk/>
          <pc:sldMk cId="2608954378" sldId="322"/>
        </pc:sldMkLst>
        <pc:spChg chg="mo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2" creationId="{A480E72C-CAEB-F381-DD63-13234A872435}"/>
          </ac:spMkLst>
        </pc:spChg>
        <pc:spChg chg="add mod or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4" creationId="{DE6FE0A9-D47F-74A6-1A0B-844D694D3BE4}"/>
          </ac:spMkLst>
        </pc:spChg>
        <pc:spChg chg="mod">
          <ac:chgData name="Debbie Shaw" userId="79bf7848-a030-4096-934a-3abbfde4984a" providerId="ADAL" clId="{8DE9E9FB-001C-4B84-83DE-E1F7ABB9FAA3}" dt="2026-07-18T02:47:59.370" v="2055" actId="20577"/>
          <ac:spMkLst>
            <pc:docMk/>
            <pc:sldMk cId="2608954378" sldId="322"/>
            <ac:spMk id="6" creationId="{F4F5466D-B275-C370-6A00-BC4B4C55A4DC}"/>
          </ac:spMkLst>
        </pc:spChg>
        <pc:spChg chg="mod">
          <ac:chgData name="Debbie Shaw" userId="79bf7848-a030-4096-934a-3abbfde4984a" providerId="ADAL" clId="{8DE9E9FB-001C-4B84-83DE-E1F7ABB9FAA3}" dt="2026-07-17T20:50:54.110" v="605" actId="1076"/>
          <ac:spMkLst>
            <pc:docMk/>
            <pc:sldMk cId="2608954378" sldId="322"/>
            <ac:spMk id="8" creationId="{0883FCC6-E10A-7268-CFD0-223F85A26C02}"/>
          </ac:spMkLst>
        </pc:spChg>
        <pc:spChg chg="mo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9" creationId="{75EFB35C-2ECB-A666-0CB3-68D2DB7C85A3}"/>
          </ac:spMkLst>
        </pc:spChg>
        <pc:spChg chg="add mod or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10" creationId="{FC80F3E0-274A-3B17-2231-672D84293214}"/>
          </ac:spMkLst>
        </pc:spChg>
        <pc:spChg chg="mo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13" creationId="{3B77FA39-8DC8-8B6D-519F-9D1D5BBEF7F8}"/>
          </ac:spMkLst>
        </pc:spChg>
        <pc:spChg chg="add mod or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14" creationId="{54A56487-D968-FAC9-2E88-C6CCC715BF4A}"/>
          </ac:spMkLst>
        </pc:spChg>
        <pc:spChg chg="add mod or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17" creationId="{C605B013-92E6-0359-45FB-7AB1BC11A3B0}"/>
          </ac:spMkLst>
        </pc:spChg>
        <pc:spChg chg="mod">
          <ac:chgData name="Debbie Shaw" userId="79bf7848-a030-4096-934a-3abbfde4984a" providerId="ADAL" clId="{8DE9E9FB-001C-4B84-83DE-E1F7ABB9FAA3}" dt="2026-07-18T02:42:29.035" v="1991" actId="1076"/>
          <ac:spMkLst>
            <pc:docMk/>
            <pc:sldMk cId="2608954378" sldId="322"/>
            <ac:spMk id="21" creationId="{54584216-0696-4AC9-B54C-5725F680CCDA}"/>
          </ac:spMkLst>
        </pc:spChg>
        <pc:spChg chg="add mod">
          <ac:chgData name="Debbie Shaw" userId="79bf7848-a030-4096-934a-3abbfde4984a" providerId="ADAL" clId="{8DE9E9FB-001C-4B84-83DE-E1F7ABB9FAA3}" dt="2026-07-18T02:42:20.365" v="1990" actId="1076"/>
          <ac:spMkLst>
            <pc:docMk/>
            <pc:sldMk cId="2608954378" sldId="322"/>
            <ac:spMk id="22" creationId="{E3AE3DD6-5B4A-0D97-95AB-A1E8DC321EA6}"/>
          </ac:spMkLst>
        </pc:spChg>
        <pc:spChg chg="mod">
          <ac:chgData name="Debbie Shaw" userId="79bf7848-a030-4096-934a-3abbfde4984a" providerId="ADAL" clId="{8DE9E9FB-001C-4B84-83DE-E1F7ABB9FAA3}" dt="2026-07-18T02:42:07.643" v="1987" actId="1076"/>
          <ac:spMkLst>
            <pc:docMk/>
            <pc:sldMk cId="2608954378" sldId="322"/>
            <ac:spMk id="24" creationId="{3128537F-C10E-2F1F-B6D7-61CDCE7DA483}"/>
          </ac:spMkLst>
        </pc:spChg>
      </pc:sldChg>
      <pc:sldChg chg="addSp delSp modSp add mod delAnim">
        <pc:chgData name="Debbie Shaw" userId="79bf7848-a030-4096-934a-3abbfde4984a" providerId="ADAL" clId="{8DE9E9FB-001C-4B84-83DE-E1F7ABB9FAA3}" dt="2026-07-18T02:53:05.858" v="2075" actId="1076"/>
        <pc:sldMkLst>
          <pc:docMk/>
          <pc:sldMk cId="566786785" sldId="323"/>
        </pc:sldMkLst>
        <pc:spChg chg="mod">
          <ac:chgData name="Debbie Shaw" userId="79bf7848-a030-4096-934a-3abbfde4984a" providerId="ADAL" clId="{8DE9E9FB-001C-4B84-83DE-E1F7ABB9FAA3}" dt="2026-07-18T02:52:56.275" v="2074" actId="1076"/>
          <ac:spMkLst>
            <pc:docMk/>
            <pc:sldMk cId="566786785" sldId="323"/>
            <ac:spMk id="4" creationId="{900DE98F-DCF7-FBD6-9685-A62DBC0AEBC1}"/>
          </ac:spMkLst>
        </pc:spChg>
        <pc:spChg chg="mod">
          <ac:chgData name="Debbie Shaw" userId="79bf7848-a030-4096-934a-3abbfde4984a" providerId="ADAL" clId="{8DE9E9FB-001C-4B84-83DE-E1F7ABB9FAA3}" dt="2026-07-18T02:48:07.295" v="2056" actId="20577"/>
          <ac:spMkLst>
            <pc:docMk/>
            <pc:sldMk cId="566786785" sldId="323"/>
            <ac:spMk id="6" creationId="{A8E923F0-5688-A3A1-FE7B-97F467DDBF46}"/>
          </ac:spMkLst>
        </pc:spChg>
        <pc:spChg chg="add mod">
          <ac:chgData name="Debbie Shaw" userId="79bf7848-a030-4096-934a-3abbfde4984a" providerId="ADAL" clId="{8DE9E9FB-001C-4B84-83DE-E1F7ABB9FAA3}" dt="2026-07-18T02:52:21.614" v="2072" actId="1076"/>
          <ac:spMkLst>
            <pc:docMk/>
            <pc:sldMk cId="566786785" sldId="323"/>
            <ac:spMk id="7" creationId="{B9F2FEC9-31FD-C37A-7FB3-7934F2CB8636}"/>
          </ac:spMkLst>
        </pc:spChg>
        <pc:spChg chg="mod">
          <ac:chgData name="Debbie Shaw" userId="79bf7848-a030-4096-934a-3abbfde4984a" providerId="ADAL" clId="{8DE9E9FB-001C-4B84-83DE-E1F7ABB9FAA3}" dt="2026-07-18T02:32:40.921" v="1899" actId="1076"/>
          <ac:spMkLst>
            <pc:docMk/>
            <pc:sldMk cId="566786785" sldId="323"/>
            <ac:spMk id="8" creationId="{2A7268B9-570F-F9DD-979D-0421A79A857C}"/>
          </ac:spMkLst>
        </pc:spChg>
        <pc:spChg chg="mod">
          <ac:chgData name="Debbie Shaw" userId="79bf7848-a030-4096-934a-3abbfde4984a" providerId="ADAL" clId="{8DE9E9FB-001C-4B84-83DE-E1F7ABB9FAA3}" dt="2026-07-18T02:52:56.275" v="2074" actId="1076"/>
          <ac:spMkLst>
            <pc:docMk/>
            <pc:sldMk cId="566786785" sldId="323"/>
            <ac:spMk id="9" creationId="{E4F08FCF-89C7-561C-B2F3-25846AD71AB3}"/>
          </ac:spMkLst>
        </pc:spChg>
        <pc:spChg chg="add mod">
          <ac:chgData name="Debbie Shaw" userId="79bf7848-a030-4096-934a-3abbfde4984a" providerId="ADAL" clId="{8DE9E9FB-001C-4B84-83DE-E1F7ABB9FAA3}" dt="2026-07-18T02:52:56.275" v="2074" actId="1076"/>
          <ac:spMkLst>
            <pc:docMk/>
            <pc:sldMk cId="566786785" sldId="323"/>
            <ac:spMk id="12" creationId="{9E54D518-9A68-031D-A9CD-0CD2AD0607C3}"/>
          </ac:spMkLst>
        </pc:spChg>
        <pc:spChg chg="mod">
          <ac:chgData name="Debbie Shaw" userId="79bf7848-a030-4096-934a-3abbfde4984a" providerId="ADAL" clId="{8DE9E9FB-001C-4B84-83DE-E1F7ABB9FAA3}" dt="2026-07-18T02:52:56.275" v="2074" actId="1076"/>
          <ac:spMkLst>
            <pc:docMk/>
            <pc:sldMk cId="566786785" sldId="323"/>
            <ac:spMk id="13" creationId="{8BA1FFF8-4239-E657-3AA3-20466174AD44}"/>
          </ac:spMkLst>
        </pc:spChg>
        <pc:spChg chg="mod">
          <ac:chgData name="Debbie Shaw" userId="79bf7848-a030-4096-934a-3abbfde4984a" providerId="ADAL" clId="{8DE9E9FB-001C-4B84-83DE-E1F7ABB9FAA3}" dt="2026-07-18T02:52:56.275" v="2074" actId="1076"/>
          <ac:spMkLst>
            <pc:docMk/>
            <pc:sldMk cId="566786785" sldId="323"/>
            <ac:spMk id="14" creationId="{1ADBAC45-BB11-6FBD-71C4-423C333F2E6A}"/>
          </ac:spMkLst>
        </pc:spChg>
        <pc:spChg chg="mod">
          <ac:chgData name="Debbie Shaw" userId="79bf7848-a030-4096-934a-3abbfde4984a" providerId="ADAL" clId="{8DE9E9FB-001C-4B84-83DE-E1F7ABB9FAA3}" dt="2026-07-18T02:52:56.275" v="2074" actId="1076"/>
          <ac:spMkLst>
            <pc:docMk/>
            <pc:sldMk cId="566786785" sldId="323"/>
            <ac:spMk id="17" creationId="{3A3593BB-DCE7-7D99-84CD-1F7984CFC59B}"/>
          </ac:spMkLst>
        </pc:spChg>
        <pc:spChg chg="add mod">
          <ac:chgData name="Debbie Shaw" userId="79bf7848-a030-4096-934a-3abbfde4984a" providerId="ADAL" clId="{8DE9E9FB-001C-4B84-83DE-E1F7ABB9FAA3}" dt="2026-07-18T02:52:38.718" v="2073" actId="1076"/>
          <ac:spMkLst>
            <pc:docMk/>
            <pc:sldMk cId="566786785" sldId="323"/>
            <ac:spMk id="18" creationId="{A6E5C50C-C729-C5EF-07FA-DCBADFB1B18A}"/>
          </ac:spMkLst>
        </pc:spChg>
        <pc:spChg chg="mod">
          <ac:chgData name="Debbie Shaw" userId="79bf7848-a030-4096-934a-3abbfde4984a" providerId="ADAL" clId="{8DE9E9FB-001C-4B84-83DE-E1F7ABB9FAA3}" dt="2026-07-18T02:53:05.858" v="2075" actId="1076"/>
          <ac:spMkLst>
            <pc:docMk/>
            <pc:sldMk cId="566786785" sldId="323"/>
            <ac:spMk id="21" creationId="{FCB77C32-CA3A-9C49-0135-75790AE09D66}"/>
          </ac:spMkLst>
        </pc:spChg>
      </pc:sldChg>
      <pc:sldChg chg="addSp delSp modSp add mod delAnim modAnim">
        <pc:chgData name="Debbie Shaw" userId="79bf7848-a030-4096-934a-3abbfde4984a" providerId="ADAL" clId="{8DE9E9FB-001C-4B84-83DE-E1F7ABB9FAA3}" dt="2026-07-30T21:17:26.921" v="2282" actId="20577"/>
        <pc:sldMkLst>
          <pc:docMk/>
          <pc:sldMk cId="3220874138" sldId="324"/>
        </pc:sldMkLst>
        <pc:spChg chg="add mod">
          <ac:chgData name="Debbie Shaw" userId="79bf7848-a030-4096-934a-3abbfde4984a" providerId="ADAL" clId="{8DE9E9FB-001C-4B84-83DE-E1F7ABB9FAA3}" dt="2026-07-30T21:17:26.921" v="2282" actId="20577"/>
          <ac:spMkLst>
            <pc:docMk/>
            <pc:sldMk cId="3220874138" sldId="324"/>
            <ac:spMk id="2" creationId="{51EA2B5F-89E5-BAFF-968A-22FC86C06898}"/>
          </ac:spMkLst>
        </pc:spChg>
        <pc:spChg chg="add mod">
          <ac:chgData name="Debbie Shaw" userId="79bf7848-a030-4096-934a-3abbfde4984a" providerId="ADAL" clId="{8DE9E9FB-001C-4B84-83DE-E1F7ABB9FAA3}" dt="2026-07-18T02:53:22.713" v="2077" actId="1076"/>
          <ac:spMkLst>
            <pc:docMk/>
            <pc:sldMk cId="3220874138" sldId="324"/>
            <ac:spMk id="3" creationId="{972816B0-2F23-C3AD-2419-D48A37ED28DE}"/>
          </ac:spMkLst>
        </pc:spChg>
        <pc:spChg chg="add mod ord">
          <ac:chgData name="Debbie Shaw" userId="79bf7848-a030-4096-934a-3abbfde4984a" providerId="ADAL" clId="{8DE9E9FB-001C-4B84-83DE-E1F7ABB9FAA3}" dt="2026-07-29T20:48:46.771" v="2183" actId="13244"/>
          <ac:spMkLst>
            <pc:docMk/>
            <pc:sldMk cId="3220874138" sldId="324"/>
            <ac:spMk id="4" creationId="{D6AB3F4D-A22F-4597-7626-70CF9F479CA7}"/>
          </ac:spMkLst>
        </pc:spChg>
        <pc:spChg chg="mod">
          <ac:chgData name="Debbie Shaw" userId="79bf7848-a030-4096-934a-3abbfde4984a" providerId="ADAL" clId="{8DE9E9FB-001C-4B84-83DE-E1F7ABB9FAA3}" dt="2026-07-18T02:48:15.911" v="2057" actId="20577"/>
          <ac:spMkLst>
            <pc:docMk/>
            <pc:sldMk cId="3220874138" sldId="324"/>
            <ac:spMk id="6" creationId="{222B388B-8A7C-B91C-2384-896C0B581B4B}"/>
          </ac:spMkLst>
        </pc:spChg>
        <pc:spChg chg="mod">
          <ac:chgData name="Debbie Shaw" userId="79bf7848-a030-4096-934a-3abbfde4984a" providerId="ADAL" clId="{8DE9E9FB-001C-4B84-83DE-E1F7ABB9FAA3}" dt="2026-07-29T20:47:41.090" v="2174" actId="255"/>
          <ac:spMkLst>
            <pc:docMk/>
            <pc:sldMk cId="3220874138" sldId="324"/>
            <ac:spMk id="7" creationId="{1090AFA7-E91D-9812-4C14-03414C6601F6}"/>
          </ac:spMkLst>
        </pc:spChg>
        <pc:spChg chg="mod">
          <ac:chgData name="Debbie Shaw" userId="79bf7848-a030-4096-934a-3abbfde4984a" providerId="ADAL" clId="{8DE9E9FB-001C-4B84-83DE-E1F7ABB9FAA3}" dt="2026-07-18T02:33:53.101" v="1914" actId="1076"/>
          <ac:spMkLst>
            <pc:docMk/>
            <pc:sldMk cId="3220874138" sldId="324"/>
            <ac:spMk id="8" creationId="{845A6BD3-09E0-B21F-D7E3-ED9C87E5C78A}"/>
          </ac:spMkLst>
        </pc:spChg>
        <pc:spChg chg="mod">
          <ac:chgData name="Debbie Shaw" userId="79bf7848-a030-4096-934a-3abbfde4984a" providerId="ADAL" clId="{8DE9E9FB-001C-4B84-83DE-E1F7ABB9FAA3}" dt="2026-07-29T20:47:46.863" v="2175" actId="255"/>
          <ac:spMkLst>
            <pc:docMk/>
            <pc:sldMk cId="3220874138" sldId="324"/>
            <ac:spMk id="12" creationId="{B8B97B48-B776-B1F9-29C6-EBF1B31D0C94}"/>
          </ac:spMkLst>
        </pc:spChg>
        <pc:spChg chg="mod">
          <ac:chgData name="Debbie Shaw" userId="79bf7848-a030-4096-934a-3abbfde4984a" providerId="ADAL" clId="{8DE9E9FB-001C-4B84-83DE-E1F7ABB9FAA3}" dt="2026-07-29T20:48:09.416" v="2176" actId="1076"/>
          <ac:spMkLst>
            <pc:docMk/>
            <pc:sldMk cId="3220874138" sldId="324"/>
            <ac:spMk id="14" creationId="{F037BB81-E822-B1B9-6C79-0B76DBB03351}"/>
          </ac:spMkLst>
        </pc:spChg>
        <pc:spChg chg="mod">
          <ac:chgData name="Debbie Shaw" userId="79bf7848-a030-4096-934a-3abbfde4984a" providerId="ADAL" clId="{8DE9E9FB-001C-4B84-83DE-E1F7ABB9FAA3}" dt="2026-07-18T02:53:47.528" v="2080" actId="1076"/>
          <ac:spMkLst>
            <pc:docMk/>
            <pc:sldMk cId="3220874138" sldId="324"/>
            <ac:spMk id="21" creationId="{F864389A-F326-BEFA-95DD-1740AC220ABE}"/>
          </ac:spMkLst>
        </pc:spChg>
      </pc:sldChg>
      <pc:sldChg chg="addSp delSp modSp add mod delAnim">
        <pc:chgData name="Debbie Shaw" userId="79bf7848-a030-4096-934a-3abbfde4984a" providerId="ADAL" clId="{8DE9E9FB-001C-4B84-83DE-E1F7ABB9FAA3}" dt="2026-07-18T02:54:33.844" v="2085" actId="1076"/>
        <pc:sldMkLst>
          <pc:docMk/>
          <pc:sldMk cId="3747624959" sldId="325"/>
        </pc:sldMkLst>
        <pc:spChg chg="add mod">
          <ac:chgData name="Debbie Shaw" userId="79bf7848-a030-4096-934a-3abbfde4984a" providerId="ADAL" clId="{8DE9E9FB-001C-4B84-83DE-E1F7ABB9FAA3}" dt="2026-07-18T02:54:20.762" v="2084" actId="1076"/>
          <ac:spMkLst>
            <pc:docMk/>
            <pc:sldMk cId="3747624959" sldId="325"/>
            <ac:spMk id="3" creationId="{C07F1322-21C7-930A-A002-4A1D60A7904D}"/>
          </ac:spMkLst>
        </pc:spChg>
        <pc:spChg chg="mod">
          <ac:chgData name="Debbie Shaw" userId="79bf7848-a030-4096-934a-3abbfde4984a" providerId="ADAL" clId="{8DE9E9FB-001C-4B84-83DE-E1F7ABB9FAA3}" dt="2026-07-18T02:48:23.231" v="2058" actId="20577"/>
          <ac:spMkLst>
            <pc:docMk/>
            <pc:sldMk cId="3747624959" sldId="325"/>
            <ac:spMk id="6" creationId="{1542CEEB-A8B3-B2A9-64A8-124AB27A3EA0}"/>
          </ac:spMkLst>
        </pc:spChg>
        <pc:spChg chg="mod">
          <ac:chgData name="Debbie Shaw" userId="79bf7848-a030-4096-934a-3abbfde4984a" providerId="ADAL" clId="{8DE9E9FB-001C-4B84-83DE-E1F7ABB9FAA3}" dt="2026-07-18T02:54:01.105" v="2082" actId="1076"/>
          <ac:spMkLst>
            <pc:docMk/>
            <pc:sldMk cId="3747624959" sldId="325"/>
            <ac:spMk id="7" creationId="{DC4707FA-D7EA-A905-E817-57B4A07BB743}"/>
          </ac:spMkLst>
        </pc:spChg>
        <pc:spChg chg="mod">
          <ac:chgData name="Debbie Shaw" userId="79bf7848-a030-4096-934a-3abbfde4984a" providerId="ADAL" clId="{8DE9E9FB-001C-4B84-83DE-E1F7ABB9FAA3}" dt="2026-07-18T02:36:36.056" v="1941" actId="1076"/>
          <ac:spMkLst>
            <pc:docMk/>
            <pc:sldMk cId="3747624959" sldId="325"/>
            <ac:spMk id="8" creationId="{A8DC0D87-8D4A-E25C-3F70-4F07E7AF87DE}"/>
          </ac:spMkLst>
        </pc:spChg>
        <pc:spChg chg="mod">
          <ac:chgData name="Debbie Shaw" userId="79bf7848-a030-4096-934a-3abbfde4984a" providerId="ADAL" clId="{8DE9E9FB-001C-4B84-83DE-E1F7ABB9FAA3}" dt="2026-07-18T02:54:14.057" v="2083" actId="1076"/>
          <ac:spMkLst>
            <pc:docMk/>
            <pc:sldMk cId="3747624959" sldId="325"/>
            <ac:spMk id="9" creationId="{56B65C0E-1D1D-A39F-6557-602AB4CCAF98}"/>
          </ac:spMkLst>
        </pc:spChg>
        <pc:spChg chg="mod">
          <ac:chgData name="Debbie Shaw" userId="79bf7848-a030-4096-934a-3abbfde4984a" providerId="ADAL" clId="{8DE9E9FB-001C-4B84-83DE-E1F7ABB9FAA3}" dt="2026-07-18T02:54:14.057" v="2083" actId="1076"/>
          <ac:spMkLst>
            <pc:docMk/>
            <pc:sldMk cId="3747624959" sldId="325"/>
            <ac:spMk id="12" creationId="{2AE11CA6-21FB-3F5B-308A-671872E23C63}"/>
          </ac:spMkLst>
        </pc:spChg>
        <pc:spChg chg="mod">
          <ac:chgData name="Debbie Shaw" userId="79bf7848-a030-4096-934a-3abbfde4984a" providerId="ADAL" clId="{8DE9E9FB-001C-4B84-83DE-E1F7ABB9FAA3}" dt="2026-07-18T02:54:33.844" v="2085" actId="1076"/>
          <ac:spMkLst>
            <pc:docMk/>
            <pc:sldMk cId="3747624959" sldId="325"/>
            <ac:spMk id="21" creationId="{6F62202E-29E1-EBF1-B3A4-66CF5304F18B}"/>
          </ac:spMkLst>
        </pc:spChg>
      </pc:sldChg>
      <pc:sldChg chg="addSp delSp modSp add mod delAnim">
        <pc:chgData name="Debbie Shaw" userId="79bf7848-a030-4096-934a-3abbfde4984a" providerId="ADAL" clId="{8DE9E9FB-001C-4B84-83DE-E1F7ABB9FAA3}" dt="2026-07-18T02:47:36.186" v="2052" actId="6549"/>
        <pc:sldMkLst>
          <pc:docMk/>
          <pc:sldMk cId="3614466524" sldId="327"/>
        </pc:sldMkLst>
        <pc:spChg chg="mod">
          <ac:chgData name="Debbie Shaw" userId="79bf7848-a030-4096-934a-3abbfde4984a" providerId="ADAL" clId="{8DE9E9FB-001C-4B84-83DE-E1F7ABB9FAA3}" dt="2026-07-18T02:43:05.311" v="1994" actId="1076"/>
          <ac:spMkLst>
            <pc:docMk/>
            <pc:sldMk cId="3614466524" sldId="327"/>
            <ac:spMk id="2" creationId="{77DB52A8-C0C8-D802-3723-301C9983B3CE}"/>
          </ac:spMkLst>
        </pc:spChg>
        <pc:spChg chg="mod">
          <ac:chgData name="Debbie Shaw" userId="79bf7848-a030-4096-934a-3abbfde4984a" providerId="ADAL" clId="{8DE9E9FB-001C-4B84-83DE-E1F7ABB9FAA3}" dt="2026-07-18T02:43:05.311" v="1994" actId="1076"/>
          <ac:spMkLst>
            <pc:docMk/>
            <pc:sldMk cId="3614466524" sldId="327"/>
            <ac:spMk id="4" creationId="{D03DC5E8-52EA-C5FF-09B5-A85BFAC261F1}"/>
          </ac:spMkLst>
        </pc:spChg>
        <pc:spChg chg="mod">
          <ac:chgData name="Debbie Shaw" userId="79bf7848-a030-4096-934a-3abbfde4984a" providerId="ADAL" clId="{8DE9E9FB-001C-4B84-83DE-E1F7ABB9FAA3}" dt="2026-07-18T02:47:36.186" v="2052" actId="6549"/>
          <ac:spMkLst>
            <pc:docMk/>
            <pc:sldMk cId="3614466524" sldId="327"/>
            <ac:spMk id="6" creationId="{95F576F7-E151-9139-58E5-E71DCB959F51}"/>
          </ac:spMkLst>
        </pc:spChg>
        <pc:spChg chg="mod">
          <ac:chgData name="Debbie Shaw" userId="79bf7848-a030-4096-934a-3abbfde4984a" providerId="ADAL" clId="{8DE9E9FB-001C-4B84-83DE-E1F7ABB9FAA3}" dt="2026-07-18T02:25:02.888" v="1826" actId="1076"/>
          <ac:spMkLst>
            <pc:docMk/>
            <pc:sldMk cId="3614466524" sldId="327"/>
            <ac:spMk id="8" creationId="{6D2FFE4E-5E45-497F-A9BB-4CF76DB50982}"/>
          </ac:spMkLst>
        </pc:spChg>
        <pc:spChg chg="add mod">
          <ac:chgData name="Debbie Shaw" userId="79bf7848-a030-4096-934a-3abbfde4984a" providerId="ADAL" clId="{8DE9E9FB-001C-4B84-83DE-E1F7ABB9FAA3}" dt="2026-07-18T02:43:09.883" v="1995" actId="1076"/>
          <ac:spMkLst>
            <pc:docMk/>
            <pc:sldMk cId="3614466524" sldId="327"/>
            <ac:spMk id="12" creationId="{C2448B15-2E25-9987-1C16-71926BB8325B}"/>
          </ac:spMkLst>
        </pc:spChg>
        <pc:spChg chg="mod ord">
          <ac:chgData name="Debbie Shaw" userId="79bf7848-a030-4096-934a-3abbfde4984a" providerId="ADAL" clId="{8DE9E9FB-001C-4B84-83DE-E1F7ABB9FAA3}" dt="2026-07-18T02:43:05.311" v="1994" actId="1076"/>
          <ac:spMkLst>
            <pc:docMk/>
            <pc:sldMk cId="3614466524" sldId="327"/>
            <ac:spMk id="13" creationId="{1313A3E0-C570-D800-B34A-B6291F02A983}"/>
          </ac:spMkLst>
        </pc:spChg>
        <pc:spChg chg="mod">
          <ac:chgData name="Debbie Shaw" userId="79bf7848-a030-4096-934a-3abbfde4984a" providerId="ADAL" clId="{8DE9E9FB-001C-4B84-83DE-E1F7ABB9FAA3}" dt="2026-07-18T02:43:19.257" v="1996" actId="1076"/>
          <ac:spMkLst>
            <pc:docMk/>
            <pc:sldMk cId="3614466524" sldId="327"/>
            <ac:spMk id="21" creationId="{F3EFF4D2-1616-6448-E294-6BA27F674602}"/>
          </ac:spMkLst>
        </pc:spChg>
        <pc:spChg chg="mod">
          <ac:chgData name="Debbie Shaw" userId="79bf7848-a030-4096-934a-3abbfde4984a" providerId="ADAL" clId="{8DE9E9FB-001C-4B84-83DE-E1F7ABB9FAA3}" dt="2026-07-18T02:43:05.311" v="1994" actId="1076"/>
          <ac:spMkLst>
            <pc:docMk/>
            <pc:sldMk cId="3614466524" sldId="327"/>
            <ac:spMk id="24" creationId="{EECCEBA5-82FA-5E65-BF32-2524B56F303E}"/>
          </ac:spMkLst>
        </pc:spChg>
        <pc:graphicFrameChg chg="modGraphic">
          <ac:chgData name="Debbie Shaw" userId="79bf7848-a030-4096-934a-3abbfde4984a" providerId="ADAL" clId="{8DE9E9FB-001C-4B84-83DE-E1F7ABB9FAA3}" dt="2026-07-18T02:42:45.801" v="1992" actId="14734"/>
          <ac:graphicFrameMkLst>
            <pc:docMk/>
            <pc:sldMk cId="3614466524" sldId="327"/>
            <ac:graphicFrameMk id="5" creationId="{4B0B8DA4-7727-6614-C9D9-EA1A42E00BC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6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Quality Assessment</a:t>
            </a:r>
          </a:p>
        </p:txBody>
      </p:sp>
      <p:pic>
        <p:nvPicPr>
          <p:cNvPr id="29" name="Picture 28" descr="Man raising thumbs up">
            <a:extLst>
              <a:ext uri="{FF2B5EF4-FFF2-40B4-BE49-F238E27FC236}">
                <a16:creationId xmlns:a16="http://schemas.microsoft.com/office/drawing/2014/main" id="{C7200F9B-D193-6980-2E4B-A49E74ACD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" t="19762" r="1397" b="12026"/>
          <a:stretch/>
        </p:blipFill>
        <p:spPr>
          <a:xfrm>
            <a:off x="0" y="2273643"/>
            <a:ext cx="9144000" cy="435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0969E-BF27-D054-548C-DF0C4430F9E7}"/>
              </a:ext>
            </a:extLst>
          </p:cNvPr>
          <p:cNvSpPr txBox="1"/>
          <p:nvPr/>
        </p:nvSpPr>
        <p:spPr>
          <a:xfrm>
            <a:off x="3775759" y="2129535"/>
            <a:ext cx="1947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95659"/>
                </a:solidFill>
              </a:rPr>
              <a:t>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07606-F5A4-8C6F-80C5-E2507B235428}"/>
              </a:ext>
            </a:extLst>
          </p:cNvPr>
          <p:cNvSpPr txBox="1"/>
          <p:nvPr/>
        </p:nvSpPr>
        <p:spPr>
          <a:xfrm>
            <a:off x="3123167" y="2930810"/>
            <a:ext cx="3252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95659"/>
                </a:solidFill>
              </a:rPr>
              <a:t>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508CB-9CA8-7869-C99D-65F8DAC6FD9E}"/>
              </a:ext>
            </a:extLst>
          </p:cNvPr>
          <p:cNvSpPr txBox="1"/>
          <p:nvPr/>
        </p:nvSpPr>
        <p:spPr>
          <a:xfrm>
            <a:off x="3933308" y="3744442"/>
            <a:ext cx="163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95659"/>
                </a:solidFill>
              </a:rPr>
              <a:t>Guide</a:t>
            </a:r>
          </a:p>
        </p:txBody>
      </p:sp>
      <p:pic>
        <p:nvPicPr>
          <p:cNvPr id="8" name="Graphic 7" descr="Clipboard outline">
            <a:extLst>
              <a:ext uri="{FF2B5EF4-FFF2-40B4-BE49-F238E27FC236}">
                <a16:creationId xmlns:a16="http://schemas.microsoft.com/office/drawing/2014/main" id="{2B680EDD-44E6-6683-8BEC-DF9F3465F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3366" y="-86497"/>
            <a:ext cx="6252519" cy="625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9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ready?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3FF4-442C-40D3-BCF9-CABEA8C0AB3E}"/>
              </a:ext>
            </a:extLst>
          </p:cNvPr>
          <p:cNvSpPr txBox="1"/>
          <p:nvPr/>
        </p:nvSpPr>
        <p:spPr>
          <a:xfrm>
            <a:off x="440414" y="1978879"/>
            <a:ext cx="16383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Self-edit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1B60E-C6EC-48DA-B54A-D979E549268C}"/>
              </a:ext>
            </a:extLst>
          </p:cNvPr>
          <p:cNvSpPr txBox="1"/>
          <p:nvPr/>
        </p:nvSpPr>
        <p:spPr>
          <a:xfrm>
            <a:off x="2678335" y="1978879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Peer-edit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C1FFB7-EC76-4A1A-A7F7-4E96655B41B8}"/>
              </a:ext>
            </a:extLst>
          </p:cNvPr>
          <p:cNvSpPr txBox="1"/>
          <p:nvPr/>
        </p:nvSpPr>
        <p:spPr>
          <a:xfrm>
            <a:off x="4210056" y="1834029"/>
            <a:ext cx="2572652" cy="7142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Keyword</a:t>
            </a:r>
            <a:b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29" name="Picture 28" descr="Text, letter&#10;&#10;Description automatically generated">
            <a:extLst>
              <a:ext uri="{FF2B5EF4-FFF2-40B4-BE49-F238E27FC236}">
                <a16:creationId xmlns:a16="http://schemas.microsoft.com/office/drawing/2014/main" id="{34A9DCF4-04A6-BFB9-FBEE-EB4906B1F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361" y="1432068"/>
            <a:ext cx="3690589" cy="2229731"/>
          </a:xfrm>
          <a:prstGeom prst="roundRect">
            <a:avLst/>
          </a:prstGeom>
          <a:ln w="57150">
            <a:solidFill>
              <a:srgbClr val="83A83F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5652EDF-4411-1BB7-CF12-953857E2CA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" y="4138071"/>
            <a:ext cx="2672573" cy="1716925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C17D1E7-9279-E2A5-9F40-81C965BC94A6}"/>
              </a:ext>
            </a:extLst>
          </p:cNvPr>
          <p:cNvSpPr txBox="1"/>
          <p:nvPr/>
        </p:nvSpPr>
        <p:spPr>
          <a:xfrm>
            <a:off x="896076" y="5903221"/>
            <a:ext cx="2137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Local Church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DDC4ECF-F35D-C3F9-A186-A9EB2EF15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137" y="1676629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283DEB-0C48-0AA9-0FF8-8670EBD6B3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139" y="4327455"/>
            <a:ext cx="563907" cy="532476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BF33F49-1316-1E62-8516-E4411A463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255" y="4891473"/>
            <a:ext cx="563907" cy="532476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CDA5F3C-8FC6-49DA-7083-BC4BF1A3293A}"/>
              </a:ext>
            </a:extLst>
          </p:cNvPr>
          <p:cNvSpPr txBox="1"/>
          <p:nvPr/>
        </p:nvSpPr>
        <p:spPr>
          <a:xfrm>
            <a:off x="4572000" y="4452305"/>
            <a:ext cx="146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Quality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BA7A68-AEE4-2088-5A40-ABF18F6BAD0C}"/>
              </a:ext>
            </a:extLst>
          </p:cNvPr>
          <p:cNvSpPr txBox="1"/>
          <p:nvPr/>
        </p:nvSpPr>
        <p:spPr>
          <a:xfrm>
            <a:off x="4572000" y="5086159"/>
            <a:ext cx="163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Naturalness</a:t>
            </a:r>
          </a:p>
        </p:txBody>
      </p:sp>
      <p:pic>
        <p:nvPicPr>
          <p:cNvPr id="40" name="Graphic 39" descr="Checklist outline">
            <a:extLst>
              <a:ext uri="{FF2B5EF4-FFF2-40B4-BE49-F238E27FC236}">
                <a16:creationId xmlns:a16="http://schemas.microsoft.com/office/drawing/2014/main" id="{00349704-1FE9-8F41-9681-DD49C4987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4861" y="3719663"/>
            <a:ext cx="1975384" cy="197538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24BEBC4-EB2D-8794-7A09-C53A1507B6B1}"/>
              </a:ext>
            </a:extLst>
          </p:cNvPr>
          <p:cNvSpPr txBox="1"/>
          <p:nvPr/>
        </p:nvSpPr>
        <p:spPr>
          <a:xfrm>
            <a:off x="6909540" y="5670330"/>
            <a:ext cx="1338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Standard</a:t>
            </a:r>
          </a:p>
        </p:txBody>
      </p:sp>
      <p:pic>
        <p:nvPicPr>
          <p:cNvPr id="4" name="Graphic 3" descr="Office worker male with solid fill">
            <a:extLst>
              <a:ext uri="{FF2B5EF4-FFF2-40B4-BE49-F238E27FC236}">
                <a16:creationId xmlns:a16="http://schemas.microsoft.com/office/drawing/2014/main" id="{8CA8E586-ECA6-2AFD-7AB8-4A62FACF9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535" y="2089733"/>
            <a:ext cx="914400" cy="914400"/>
          </a:xfrm>
          <a:prstGeom prst="rect">
            <a:avLst/>
          </a:prstGeom>
        </p:spPr>
      </p:pic>
      <p:pic>
        <p:nvPicPr>
          <p:cNvPr id="6" name="Graphic 5" descr="Clipboard outline">
            <a:extLst>
              <a:ext uri="{FF2B5EF4-FFF2-40B4-BE49-F238E27FC236}">
                <a16:creationId xmlns:a16="http://schemas.microsoft.com/office/drawing/2014/main" id="{193DE35E-4FF2-5A4C-E8A4-F87F718DD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2234" y="2279464"/>
            <a:ext cx="566549" cy="566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1D661-579A-D38A-A99A-0ABBE18A6D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708" y="2264956"/>
            <a:ext cx="2049685" cy="61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  <p:bldP spid="38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Rotating Earth globe on wood stand">
            <a:extLst>
              <a:ext uri="{FF2B5EF4-FFF2-40B4-BE49-F238E27FC236}">
                <a16:creationId xmlns:a16="http://schemas.microsoft.com/office/drawing/2014/main" id="{6AA64C2A-0BA3-1F1F-755C-508C6E21A9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r="-1" b="-1"/>
          <a:stretch/>
        </p:blipFill>
        <p:spPr>
          <a:xfrm>
            <a:off x="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E05F11-927F-9461-7985-B9B49FBA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432" y="170689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rgbClr val="FFFFFF"/>
                </a:solidFill>
                <a:latin typeface="+mj-lt"/>
                <a:cs typeface="+mj-cs"/>
              </a:rPr>
              <a:t>Globally</a:t>
            </a:r>
            <a:br>
              <a:rPr lang="en-US" sz="6000" dirty="0">
                <a:solidFill>
                  <a:srgbClr val="FFFFFF"/>
                </a:solidFill>
                <a:latin typeface="+mj-lt"/>
                <a:cs typeface="+mj-cs"/>
              </a:rPr>
            </a:br>
            <a:r>
              <a:rPr lang="en-US" sz="6000" dirty="0">
                <a:solidFill>
                  <a:srgbClr val="FFFFFF"/>
                </a:solidFill>
                <a:latin typeface="+mj-lt"/>
                <a:cs typeface="+mj-cs"/>
              </a:rPr>
              <a:t> Accepted Qualities</a:t>
            </a:r>
          </a:p>
        </p:txBody>
      </p:sp>
    </p:spTree>
    <p:extLst>
      <p:ext uri="{BB962C8B-B14F-4D97-AF65-F5344CB8AC3E}">
        <p14:creationId xmlns:p14="http://schemas.microsoft.com/office/powerpoint/2010/main" val="1099549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314713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translation?</a:t>
            </a:r>
          </a:p>
        </p:txBody>
      </p:sp>
      <p:pic>
        <p:nvPicPr>
          <p:cNvPr id="5" name="Picture 4" descr="Woman in a library">
            <a:extLst>
              <a:ext uri="{FF2B5EF4-FFF2-40B4-BE49-F238E27FC236}">
                <a16:creationId xmlns:a16="http://schemas.microsoft.com/office/drawing/2014/main" id="{8AF66C6A-C282-8A55-7E9A-8F4A9367B7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7" r="13098" b="27745"/>
          <a:stretch/>
        </p:blipFill>
        <p:spPr>
          <a:xfrm>
            <a:off x="2948910" y="1712075"/>
            <a:ext cx="3246180" cy="3387819"/>
          </a:xfrm>
          <a:prstGeom prst="roundRect">
            <a:avLst/>
          </a:prstGeom>
          <a:ln w="57150">
            <a:solidFill>
              <a:srgbClr val="B95659"/>
            </a:solidFill>
          </a:ln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20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3" y="57114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9BE38-35A7-4804-B014-732871357EEE}"/>
              </a:ext>
            </a:extLst>
          </p:cNvPr>
          <p:cNvSpPr txBox="1"/>
          <p:nvPr/>
        </p:nvSpPr>
        <p:spPr>
          <a:xfrm>
            <a:off x="3110592" y="4197676"/>
            <a:ext cx="292281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Build your guide</a:t>
            </a:r>
            <a:r>
              <a:rPr lang="en-US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469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, letter&#10;&#10;Description automatically generated">
            <a:extLst>
              <a:ext uri="{FF2B5EF4-FFF2-40B4-BE49-F238E27FC236}">
                <a16:creationId xmlns:a16="http://schemas.microsoft.com/office/drawing/2014/main" id="{55DA3522-7C2A-5DA4-1A8B-0C0E9EBBE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258" y="1197147"/>
            <a:ext cx="2760463" cy="1667780"/>
          </a:xfrm>
          <a:prstGeom prst="roundRect">
            <a:avLst/>
          </a:prstGeom>
          <a:ln w="57150">
            <a:solidFill>
              <a:srgbClr val="83A83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762E9C-F08C-2F8A-E2FE-493D7EADF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157" y="1350882"/>
            <a:ext cx="1365421" cy="1289315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9690595-F18E-01D4-9882-07B63913779E}"/>
              </a:ext>
            </a:extLst>
          </p:cNvPr>
          <p:cNvSpPr/>
          <p:nvPr/>
        </p:nvSpPr>
        <p:spPr>
          <a:xfrm>
            <a:off x="3300850" y="2993612"/>
            <a:ext cx="518984" cy="4636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500362-2F24-1AF0-F568-91312B0D0635}"/>
              </a:ext>
            </a:extLst>
          </p:cNvPr>
          <p:cNvSpPr/>
          <p:nvPr/>
        </p:nvSpPr>
        <p:spPr>
          <a:xfrm>
            <a:off x="6241325" y="3009529"/>
            <a:ext cx="518984" cy="4636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1E09CEA-BCB0-7D54-0EF6-07A60DADA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888" y="3075154"/>
            <a:ext cx="342908" cy="323795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5572946-4A32-B99A-A8DF-D53B9391E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70" y="3103232"/>
            <a:ext cx="342908" cy="323795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757D08A-490F-208E-9956-8EA3619BFF75}"/>
              </a:ext>
            </a:extLst>
          </p:cNvPr>
          <p:cNvSpPr txBox="1"/>
          <p:nvPr/>
        </p:nvSpPr>
        <p:spPr>
          <a:xfrm>
            <a:off x="3889289" y="3024640"/>
            <a:ext cx="210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Definitions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E9634-47C0-F6C7-882C-49D64823656F}"/>
              </a:ext>
            </a:extLst>
          </p:cNvPr>
          <p:cNvSpPr txBox="1"/>
          <p:nvPr/>
        </p:nvSpPr>
        <p:spPr>
          <a:xfrm>
            <a:off x="6814884" y="2993612"/>
            <a:ext cx="210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Questions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9841F3-9007-3351-BF35-09E09215E7A4}"/>
              </a:ext>
            </a:extLst>
          </p:cNvPr>
          <p:cNvSpPr txBox="1"/>
          <p:nvPr/>
        </p:nvSpPr>
        <p:spPr>
          <a:xfrm>
            <a:off x="6241325" y="3486850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B40B78-1C98-CB37-6B8B-69C6274C4433}"/>
              </a:ext>
            </a:extLst>
          </p:cNvPr>
          <p:cNvSpPr txBox="1"/>
          <p:nvPr/>
        </p:nvSpPr>
        <p:spPr>
          <a:xfrm>
            <a:off x="3487136" y="385563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5309B9-813B-D869-20A7-7AB4200F265A}"/>
              </a:ext>
            </a:extLst>
          </p:cNvPr>
          <p:cNvSpPr txBox="1"/>
          <p:nvPr/>
        </p:nvSpPr>
        <p:spPr>
          <a:xfrm>
            <a:off x="3487136" y="3486305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F52FD-8F05-DA23-1877-CC6A1DC499DD}"/>
              </a:ext>
            </a:extLst>
          </p:cNvPr>
          <p:cNvSpPr txBox="1"/>
          <p:nvPr/>
        </p:nvSpPr>
        <p:spPr>
          <a:xfrm>
            <a:off x="6241325" y="4234892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C8293-EED3-D361-25FC-886D0677EF26}"/>
              </a:ext>
            </a:extLst>
          </p:cNvPr>
          <p:cNvSpPr txBox="1"/>
          <p:nvPr/>
        </p:nvSpPr>
        <p:spPr>
          <a:xfrm>
            <a:off x="6241325" y="3854600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41FFA-E9B0-F442-1A55-5C831263DE0B}"/>
              </a:ext>
            </a:extLst>
          </p:cNvPr>
          <p:cNvSpPr txBox="1"/>
          <p:nvPr/>
        </p:nvSpPr>
        <p:spPr>
          <a:xfrm>
            <a:off x="3503845" y="4230152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784E481-1DB4-2B06-DBA5-C52E9117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/>
          <a:lstStyle/>
          <a:p>
            <a:r>
              <a:rPr lang="en-US" dirty="0"/>
              <a:t>Quality Assessment Guide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0241A-4186-A412-E97D-B7B90D93B878}"/>
              </a:ext>
            </a:extLst>
          </p:cNvPr>
          <p:cNvSpPr txBox="1"/>
          <p:nvPr/>
        </p:nvSpPr>
        <p:spPr>
          <a:xfrm>
            <a:off x="3489667" y="4620230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50EF4-793A-FD06-E842-5601D067506F}"/>
              </a:ext>
            </a:extLst>
          </p:cNvPr>
          <p:cNvSpPr txBox="1"/>
          <p:nvPr/>
        </p:nvSpPr>
        <p:spPr>
          <a:xfrm>
            <a:off x="3503845" y="502777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ACA0D-8A95-C053-8D71-297A93A20E21}"/>
              </a:ext>
            </a:extLst>
          </p:cNvPr>
          <p:cNvSpPr txBox="1"/>
          <p:nvPr/>
        </p:nvSpPr>
        <p:spPr>
          <a:xfrm>
            <a:off x="3487136" y="5452024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FB414-3BCF-B2ED-3678-5250D6B992A4}"/>
              </a:ext>
            </a:extLst>
          </p:cNvPr>
          <p:cNvSpPr txBox="1"/>
          <p:nvPr/>
        </p:nvSpPr>
        <p:spPr>
          <a:xfrm>
            <a:off x="3487136" y="5840653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86480-ED2B-BA46-AD6B-176982988375}"/>
              </a:ext>
            </a:extLst>
          </p:cNvPr>
          <p:cNvSpPr txBox="1"/>
          <p:nvPr/>
        </p:nvSpPr>
        <p:spPr>
          <a:xfrm>
            <a:off x="207432" y="3362720"/>
            <a:ext cx="273297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Accurate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Faithful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Historical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Clear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Natural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Correct style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Grammar is correct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Other qualities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81211-420F-7A68-41D6-FB2CF9FAC1E7}"/>
              </a:ext>
            </a:extLst>
          </p:cNvPr>
          <p:cNvSpPr txBox="1"/>
          <p:nvPr/>
        </p:nvSpPr>
        <p:spPr>
          <a:xfrm>
            <a:off x="6241325" y="4635302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70FD5-8B1C-8A5E-7016-5CA9FE07D954}"/>
              </a:ext>
            </a:extLst>
          </p:cNvPr>
          <p:cNvSpPr txBox="1"/>
          <p:nvPr/>
        </p:nvSpPr>
        <p:spPr>
          <a:xfrm>
            <a:off x="6241325" y="5022479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2F19D-244C-4FC6-76BE-3C1F724F5B10}"/>
              </a:ext>
            </a:extLst>
          </p:cNvPr>
          <p:cNvSpPr txBox="1"/>
          <p:nvPr/>
        </p:nvSpPr>
        <p:spPr>
          <a:xfrm>
            <a:off x="6241325" y="541172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36902-4F3B-0472-8404-AEDB31592EFB}"/>
              </a:ext>
            </a:extLst>
          </p:cNvPr>
          <p:cNvSpPr txBox="1"/>
          <p:nvPr/>
        </p:nvSpPr>
        <p:spPr>
          <a:xfrm>
            <a:off x="6241325" y="5847285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pic>
        <p:nvPicPr>
          <p:cNvPr id="14" name="Picture 13" descr="Rotating Earth globe on wood stand">
            <a:extLst>
              <a:ext uri="{FF2B5EF4-FFF2-40B4-BE49-F238E27FC236}">
                <a16:creationId xmlns:a16="http://schemas.microsoft.com/office/drawing/2014/main" id="{6DCCC723-08B6-D981-4AEC-D53A909A0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1" y="1211192"/>
            <a:ext cx="2989962" cy="21282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B6FA07-06FB-6A9D-9629-17F9D8BFD9AF}"/>
              </a:ext>
            </a:extLst>
          </p:cNvPr>
          <p:cNvSpPr txBox="1"/>
          <p:nvPr/>
        </p:nvSpPr>
        <p:spPr>
          <a:xfrm>
            <a:off x="899526" y="2011144"/>
            <a:ext cx="1359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Qualities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A7A06A-DB9B-1D3D-8285-77B255DA8EB3}"/>
              </a:ext>
            </a:extLst>
          </p:cNvPr>
          <p:cNvSpPr txBox="1"/>
          <p:nvPr/>
        </p:nvSpPr>
        <p:spPr>
          <a:xfrm>
            <a:off x="3487136" y="621661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E4C164-CDCB-B5AE-0375-8DE66421FACD}"/>
              </a:ext>
            </a:extLst>
          </p:cNvPr>
          <p:cNvSpPr txBox="1"/>
          <p:nvPr/>
        </p:nvSpPr>
        <p:spPr>
          <a:xfrm>
            <a:off x="6250578" y="621661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5115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00"/>
                            </p:stCondLst>
                            <p:childTnLst>
                              <p:par>
                                <p:cTn id="6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600"/>
                            </p:stCondLst>
                            <p:childTnLst>
                              <p:par>
                                <p:cTn id="6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20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400"/>
                            </p:stCondLst>
                            <p:childTnLst>
                              <p:par>
                                <p:cTn id="8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600"/>
                            </p:stCondLst>
                            <p:childTnLst>
                              <p:par>
                                <p:cTn id="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800"/>
                            </p:stCondLst>
                            <p:childTnLst>
                              <p:par>
                                <p:cTn id="9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00"/>
                            </p:stCondLst>
                            <p:childTnLst>
                              <p:par>
                                <p:cTn id="1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200"/>
                            </p:stCondLst>
                            <p:childTnLst>
                              <p:par>
                                <p:cTn id="1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4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40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4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7" grpId="0"/>
      <p:bldP spid="28" grpId="0"/>
      <p:bldP spid="30" grpId="0"/>
      <p:bldP spid="31" grpId="0"/>
      <p:bldP spid="33" grpId="0"/>
      <p:bldP spid="34" grpId="0"/>
      <p:bldP spid="36" grpId="0"/>
      <p:bldP spid="37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/>
      <p:bldP spid="13" grpId="0"/>
      <p:bldP spid="15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6F204-266B-3F28-70F2-9102D077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8633EAFE-DD14-05C7-CAE2-FE5C1B42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ED2A8-3965-7E9C-E281-84EEDC4D7DD7}"/>
              </a:ext>
            </a:extLst>
          </p:cNvPr>
          <p:cNvSpPr txBox="1"/>
          <p:nvPr/>
        </p:nvSpPr>
        <p:spPr>
          <a:xfrm>
            <a:off x="204843" y="2361393"/>
            <a:ext cx="36612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28 Wherever a dead animal is, there the vultures will gather.</a:t>
            </a:r>
          </a:p>
          <a:p>
            <a:endParaRPr lang="en-US" sz="2000" dirty="0"/>
          </a:p>
          <a:p>
            <a:r>
              <a:rPr lang="en-US" sz="2000" dirty="0"/>
              <a:t>20 Pray that your flight will not occur in the winter or on a Sabbath. </a:t>
            </a:r>
          </a:p>
          <a:p>
            <a:endParaRPr lang="en-US" sz="2000" dirty="0"/>
          </a:p>
          <a:p>
            <a:r>
              <a:rPr lang="en-US" sz="2000" dirty="0"/>
              <a:t>15 "Therefore, when you see the abomination of desolation, which was spoken of by Daniel the prophet, standing in the holy place" (let the reader understand),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1BB2AC-C77A-4F9B-329A-23697FA660D8}"/>
              </a:ext>
            </a:extLst>
          </p:cNvPr>
          <p:cNvSpPr txBox="1"/>
          <p:nvPr/>
        </p:nvSpPr>
        <p:spPr>
          <a:xfrm>
            <a:off x="814178" y="1715062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Matthew 24)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F241F4-33C6-8191-C439-121BF43FD237}"/>
              </a:ext>
            </a:extLst>
          </p:cNvPr>
          <p:cNvSpPr/>
          <p:nvPr/>
        </p:nvSpPr>
        <p:spPr>
          <a:xfrm>
            <a:off x="5090695" y="2730725"/>
            <a:ext cx="994610" cy="32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3469F9-F8B9-7E13-606F-D72B14C513EA}"/>
              </a:ext>
            </a:extLst>
          </p:cNvPr>
          <p:cNvSpPr txBox="1"/>
          <p:nvPr/>
        </p:nvSpPr>
        <p:spPr>
          <a:xfrm>
            <a:off x="4940574" y="1715062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AB3CF-051B-0128-8F66-03A53724B873}"/>
              </a:ext>
            </a:extLst>
          </p:cNvPr>
          <p:cNvSpPr/>
          <p:nvPr/>
        </p:nvSpPr>
        <p:spPr>
          <a:xfrm>
            <a:off x="6345693" y="3917430"/>
            <a:ext cx="994610" cy="32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D6709C-BB3F-01F6-E590-617E9C6B6FF9}"/>
              </a:ext>
            </a:extLst>
          </p:cNvPr>
          <p:cNvSpPr/>
          <p:nvPr/>
        </p:nvSpPr>
        <p:spPr>
          <a:xfrm>
            <a:off x="4029292" y="5462151"/>
            <a:ext cx="1558708" cy="32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5FB21C-5664-0FD5-5771-B0E61F0AA495}"/>
              </a:ext>
            </a:extLst>
          </p:cNvPr>
          <p:cNvSpPr txBox="1"/>
          <p:nvPr/>
        </p:nvSpPr>
        <p:spPr>
          <a:xfrm>
            <a:off x="3979296" y="2361393"/>
            <a:ext cx="366125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28 Wherever a dead animal is, there the ospreys will gather.</a:t>
            </a:r>
          </a:p>
          <a:p>
            <a:endParaRPr lang="en-US" sz="2000" dirty="0"/>
          </a:p>
          <a:p>
            <a:r>
              <a:rPr lang="en-US" sz="2000" dirty="0"/>
              <a:t>20 Pray that your flight will not occur during extremely cold or hot weather, or on a Sunday. </a:t>
            </a:r>
          </a:p>
          <a:p>
            <a:endParaRPr lang="en-US" sz="2000" dirty="0"/>
          </a:p>
          <a:p>
            <a:r>
              <a:rPr lang="en-US" sz="2000" dirty="0"/>
              <a:t>15 "Therefore, when you see the abomination of desolation, which was spoken of by Belteshazzar the prophet, standing in the holy place" (let the reader understand),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4FE28C-43C2-D8B6-933F-3D62F23F9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959449"/>
              </p:ext>
            </p:extLst>
          </p:nvPr>
        </p:nvGraphicFramePr>
        <p:xfrm>
          <a:off x="7753750" y="621103"/>
          <a:ext cx="104263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3079F7C-AEF4-9FE4-B24E-FD3FE4946883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FC7EFC31-A8A9-F108-4EBB-31AB16FFF443}"/>
              </a:ext>
            </a:extLst>
          </p:cNvPr>
          <p:cNvSpPr/>
          <p:nvPr/>
        </p:nvSpPr>
        <p:spPr>
          <a:xfrm>
            <a:off x="8275069" y="2797602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0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1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BD2A0-9613-FC5A-DB89-7783974E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889201D1-FEF6-47C9-BC0E-D45E080F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786685-2A56-D2F9-B248-99973E86B6E6}"/>
              </a:ext>
            </a:extLst>
          </p:cNvPr>
          <p:cNvSpPr txBox="1"/>
          <p:nvPr/>
        </p:nvSpPr>
        <p:spPr>
          <a:xfrm>
            <a:off x="303920" y="2342171"/>
            <a:ext cx="36612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17 let him who is on the housetop not go down to take anything out of his house, </a:t>
            </a:r>
          </a:p>
          <a:p>
            <a:endParaRPr lang="en-US" sz="2000" dirty="0"/>
          </a:p>
          <a:p>
            <a:r>
              <a:rPr lang="en-US" sz="2000" dirty="0"/>
              <a:t>18 and let him who is in the field not return to take his cloak.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3857F5-00B1-CAE3-FAE3-BD4F56EEAE04}"/>
              </a:ext>
            </a:extLst>
          </p:cNvPr>
          <p:cNvSpPr/>
          <p:nvPr/>
        </p:nvSpPr>
        <p:spPr>
          <a:xfrm>
            <a:off x="4444098" y="2342170"/>
            <a:ext cx="3047911" cy="36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C0211E-A1F2-A9C9-B038-C9C153767999}"/>
              </a:ext>
            </a:extLst>
          </p:cNvPr>
          <p:cNvSpPr txBox="1"/>
          <p:nvPr/>
        </p:nvSpPr>
        <p:spPr>
          <a:xfrm>
            <a:off x="4940574" y="1715062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513AB6-4980-9CCC-6AE1-7E4F8FFF9333}"/>
              </a:ext>
            </a:extLst>
          </p:cNvPr>
          <p:cNvSpPr/>
          <p:nvPr/>
        </p:nvSpPr>
        <p:spPr>
          <a:xfrm>
            <a:off x="4078373" y="2646554"/>
            <a:ext cx="2600108" cy="3439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985C2-B4FA-5995-7165-F1A6AFB096D7}"/>
              </a:ext>
            </a:extLst>
          </p:cNvPr>
          <p:cNvSpPr/>
          <p:nvPr/>
        </p:nvSpPr>
        <p:spPr>
          <a:xfrm>
            <a:off x="5594474" y="2981301"/>
            <a:ext cx="1239415" cy="3439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4F63D8-F2AD-B991-DBC5-1AC8E677594B}"/>
              </a:ext>
            </a:extLst>
          </p:cNvPr>
          <p:cNvSpPr/>
          <p:nvPr/>
        </p:nvSpPr>
        <p:spPr>
          <a:xfrm>
            <a:off x="4078373" y="3282675"/>
            <a:ext cx="3498440" cy="36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7BD9F8-9DD1-6C2A-84D9-C0B34ADD2F19}"/>
              </a:ext>
            </a:extLst>
          </p:cNvPr>
          <p:cNvSpPr/>
          <p:nvPr/>
        </p:nvSpPr>
        <p:spPr>
          <a:xfrm>
            <a:off x="4078373" y="3634554"/>
            <a:ext cx="632012" cy="30605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9C548F-A36D-B3E7-FDEC-974AF26FB211}"/>
              </a:ext>
            </a:extLst>
          </p:cNvPr>
          <p:cNvSpPr/>
          <p:nvPr/>
        </p:nvSpPr>
        <p:spPr>
          <a:xfrm>
            <a:off x="4444099" y="4155820"/>
            <a:ext cx="2613519" cy="3389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4E5BB0-5EAA-48EC-18F7-76EDC3496A7B}"/>
              </a:ext>
            </a:extLst>
          </p:cNvPr>
          <p:cNvSpPr/>
          <p:nvPr/>
        </p:nvSpPr>
        <p:spPr>
          <a:xfrm>
            <a:off x="6287649" y="4490237"/>
            <a:ext cx="1204360" cy="3017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4F252-A91A-A9C1-0CFB-77922D60D423}"/>
              </a:ext>
            </a:extLst>
          </p:cNvPr>
          <p:cNvSpPr/>
          <p:nvPr/>
        </p:nvSpPr>
        <p:spPr>
          <a:xfrm>
            <a:off x="4078373" y="4786909"/>
            <a:ext cx="3498440" cy="36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67F54-EC13-1AA7-4C78-8F7B278B75D1}"/>
              </a:ext>
            </a:extLst>
          </p:cNvPr>
          <p:cNvSpPr/>
          <p:nvPr/>
        </p:nvSpPr>
        <p:spPr>
          <a:xfrm>
            <a:off x="4078373" y="5079086"/>
            <a:ext cx="542708" cy="3389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1B6666-4967-8023-2CAC-A36E5018E351}"/>
              </a:ext>
            </a:extLst>
          </p:cNvPr>
          <p:cNvSpPr txBox="1"/>
          <p:nvPr/>
        </p:nvSpPr>
        <p:spPr>
          <a:xfrm>
            <a:off x="4028377" y="2342171"/>
            <a:ext cx="366125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17 let not him who on the top of his dwelling place is go down to take any object out of the dwelling place belonging to him, </a:t>
            </a:r>
          </a:p>
          <a:p>
            <a:endParaRPr lang="en-US" sz="2000" dirty="0"/>
          </a:p>
          <a:p>
            <a:r>
              <a:rPr lang="en-US" sz="2000" dirty="0"/>
              <a:t>18 furthermore let not him who is in the field return to retrieve the outer garment belonging to him.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BACCCA-253E-8327-E3F8-194E47357F5C}"/>
              </a:ext>
            </a:extLst>
          </p:cNvPr>
          <p:cNvGraphicFramePr>
            <a:graphicFrameLocks noGrp="1"/>
          </p:cNvGraphicFramePr>
          <p:nvPr/>
        </p:nvGraphicFramePr>
        <p:xfrm>
          <a:off x="7753750" y="621103"/>
          <a:ext cx="104263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14FF610-4540-8775-63F5-E5437035CBC8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CFBED73-F87B-7D0A-81B2-AB603F2CA2A9}"/>
              </a:ext>
            </a:extLst>
          </p:cNvPr>
          <p:cNvSpPr/>
          <p:nvPr/>
        </p:nvSpPr>
        <p:spPr>
          <a:xfrm>
            <a:off x="8275069" y="4318926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7D18A2-CB38-51B2-C17A-0B69D2CADF5E}"/>
              </a:ext>
            </a:extLst>
          </p:cNvPr>
          <p:cNvSpPr txBox="1">
            <a:spLocks/>
          </p:cNvSpPr>
          <p:nvPr/>
        </p:nvSpPr>
        <p:spPr>
          <a:xfrm>
            <a:off x="304835" y="5601859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(These errors may also hinder clarity and style.)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587B1C-83EC-A84D-2A42-1EDE9DE80662}"/>
              </a:ext>
            </a:extLst>
          </p:cNvPr>
          <p:cNvSpPr txBox="1"/>
          <p:nvPr/>
        </p:nvSpPr>
        <p:spPr>
          <a:xfrm>
            <a:off x="886720" y="1761228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Matthew 24)</a:t>
            </a:r>
          </a:p>
        </p:txBody>
      </p:sp>
    </p:spTree>
    <p:extLst>
      <p:ext uri="{BB962C8B-B14F-4D97-AF65-F5344CB8AC3E}">
        <p14:creationId xmlns:p14="http://schemas.microsoft.com/office/powerpoint/2010/main" val="101581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29" grpId="0" animBg="1"/>
      <p:bldP spid="22" grpId="0" animBg="1"/>
      <p:bldP spid="27" grpId="0" animBg="1"/>
      <p:bldP spid="19" grpId="0" animBg="1"/>
      <p:bldP spid="17" grpId="0" animBg="1"/>
      <p:bldP spid="14" grpId="0" animBg="1"/>
      <p:bldP spid="10" grpId="0" animBg="1"/>
      <p:bldP spid="8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5850-21B1-7095-811F-DD3C2F3E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4724DFCF-CE2A-DC07-F599-FB834BF5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0E72C-CAEB-F381-DD63-13234A872435}"/>
              </a:ext>
            </a:extLst>
          </p:cNvPr>
          <p:cNvSpPr txBox="1"/>
          <p:nvPr/>
        </p:nvSpPr>
        <p:spPr>
          <a:xfrm>
            <a:off x="251633" y="2453726"/>
            <a:ext cx="36612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 But woe to those who are pregnant and to those who are nursing infants in those days!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20 Pray that your flight will not occur in the winter or on a Sabbath.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6FE0A9-D47F-74A6-1A0B-844D694D3BE4}"/>
              </a:ext>
            </a:extLst>
          </p:cNvPr>
          <p:cNvSpPr/>
          <p:nvPr/>
        </p:nvSpPr>
        <p:spPr>
          <a:xfrm>
            <a:off x="6545501" y="2823058"/>
            <a:ext cx="635864" cy="32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FB35C-2ECB-A666-0CB3-68D2DB7C85A3}"/>
              </a:ext>
            </a:extLst>
          </p:cNvPr>
          <p:cNvSpPr/>
          <p:nvPr/>
        </p:nvSpPr>
        <p:spPr>
          <a:xfrm>
            <a:off x="4026086" y="3068416"/>
            <a:ext cx="1643720" cy="3426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56487-D968-FAC9-2E88-C6CCC715BF4A}"/>
              </a:ext>
            </a:extLst>
          </p:cNvPr>
          <p:cNvSpPr/>
          <p:nvPr/>
        </p:nvSpPr>
        <p:spPr>
          <a:xfrm>
            <a:off x="4026086" y="3411112"/>
            <a:ext cx="2653730" cy="31142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05B013-92E6-0359-45FB-7AB1BC11A3B0}"/>
              </a:ext>
            </a:extLst>
          </p:cNvPr>
          <p:cNvSpPr/>
          <p:nvPr/>
        </p:nvSpPr>
        <p:spPr>
          <a:xfrm>
            <a:off x="4022872" y="3719080"/>
            <a:ext cx="1091843" cy="36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584216-0696-4AC9-B54C-5725F680CCDA}"/>
              </a:ext>
            </a:extLst>
          </p:cNvPr>
          <p:cNvSpPr txBox="1"/>
          <p:nvPr/>
        </p:nvSpPr>
        <p:spPr>
          <a:xfrm>
            <a:off x="4748105" y="1907155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77FA39-8DC8-8B6D-519F-9D1D5BBEF7F8}"/>
              </a:ext>
            </a:extLst>
          </p:cNvPr>
          <p:cNvSpPr/>
          <p:nvPr/>
        </p:nvSpPr>
        <p:spPr>
          <a:xfrm>
            <a:off x="4748106" y="4621095"/>
            <a:ext cx="2746040" cy="32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80F3E0-274A-3B17-2231-672D84293214}"/>
              </a:ext>
            </a:extLst>
          </p:cNvPr>
          <p:cNvSpPr/>
          <p:nvPr/>
        </p:nvSpPr>
        <p:spPr>
          <a:xfrm>
            <a:off x="4053212" y="4932516"/>
            <a:ext cx="1389787" cy="3271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8537F-C10E-2F1F-B6D7-61CDCE7DA483}"/>
              </a:ext>
            </a:extLst>
          </p:cNvPr>
          <p:cNvSpPr txBox="1"/>
          <p:nvPr/>
        </p:nvSpPr>
        <p:spPr>
          <a:xfrm>
            <a:off x="3976090" y="2453726"/>
            <a:ext cx="36612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 But woe to those who are pregnant and to those with small children in those days because of the difficult journey! </a:t>
            </a:r>
          </a:p>
          <a:p>
            <a:endParaRPr lang="en-US" sz="2000" dirty="0"/>
          </a:p>
          <a:p>
            <a:r>
              <a:rPr lang="en-US" sz="2000" dirty="0"/>
              <a:t>20 Pray that your flight will not occur during extremely cold or hot weather, or on a Sabbath.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D711B0-6766-6B31-22ED-54B4C5DF496C}"/>
              </a:ext>
            </a:extLst>
          </p:cNvPr>
          <p:cNvGraphicFramePr>
            <a:graphicFrameLocks noGrp="1"/>
          </p:cNvGraphicFramePr>
          <p:nvPr/>
        </p:nvGraphicFramePr>
        <p:xfrm>
          <a:off x="7753750" y="621103"/>
          <a:ext cx="104263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4F5466D-B275-C370-6A00-BC4B4C55A4DC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0883FCC6-E10A-7268-CFD0-223F85A26C02}"/>
              </a:ext>
            </a:extLst>
          </p:cNvPr>
          <p:cNvSpPr/>
          <p:nvPr/>
        </p:nvSpPr>
        <p:spPr>
          <a:xfrm>
            <a:off x="8275069" y="1301796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AE3DD6-5B4A-0D97-95AB-A1E8DC321EA6}"/>
              </a:ext>
            </a:extLst>
          </p:cNvPr>
          <p:cNvSpPr txBox="1"/>
          <p:nvPr/>
        </p:nvSpPr>
        <p:spPr>
          <a:xfrm>
            <a:off x="1002476" y="1761228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Matthew 24)</a:t>
            </a:r>
          </a:p>
        </p:txBody>
      </p:sp>
    </p:spTree>
    <p:extLst>
      <p:ext uri="{BB962C8B-B14F-4D97-AF65-F5344CB8AC3E}">
        <p14:creationId xmlns:p14="http://schemas.microsoft.com/office/powerpoint/2010/main" val="260895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  <p:bldP spid="17" grpId="0" animBg="1"/>
      <p:bldP spid="13" grpId="0" animBg="1"/>
      <p:bldP spid="10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5214-C291-0819-72D8-24FE9108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0E55B72E-0412-80D3-E348-FAA66A96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DB52A8-C0C8-D802-3723-301C9983B3CE}"/>
              </a:ext>
            </a:extLst>
          </p:cNvPr>
          <p:cNvSpPr txBox="1"/>
          <p:nvPr/>
        </p:nvSpPr>
        <p:spPr>
          <a:xfrm>
            <a:off x="254839" y="3010083"/>
            <a:ext cx="36612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27 For as the lightning shines out from the east and flashes all the way to the west, so will be the coming of the Son of Man.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DC5E8-52EA-C5FF-09B5-A85BFAC261F1}"/>
              </a:ext>
            </a:extLst>
          </p:cNvPr>
          <p:cNvSpPr/>
          <p:nvPr/>
        </p:nvSpPr>
        <p:spPr>
          <a:xfrm>
            <a:off x="5174058" y="3029579"/>
            <a:ext cx="2197585" cy="3426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3A3E0-C570-D800-B34A-B6291F02A983}"/>
              </a:ext>
            </a:extLst>
          </p:cNvPr>
          <p:cNvSpPr/>
          <p:nvPr/>
        </p:nvSpPr>
        <p:spPr>
          <a:xfrm>
            <a:off x="4026078" y="3352779"/>
            <a:ext cx="1697390" cy="3426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FF4D2-1616-6448-E294-6BA27F674602}"/>
              </a:ext>
            </a:extLst>
          </p:cNvPr>
          <p:cNvSpPr txBox="1"/>
          <p:nvPr/>
        </p:nvSpPr>
        <p:spPr>
          <a:xfrm>
            <a:off x="4919401" y="2222213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CCEBA5-82FA-5E65-BF32-2524B56F303E}"/>
              </a:ext>
            </a:extLst>
          </p:cNvPr>
          <p:cNvSpPr txBox="1"/>
          <p:nvPr/>
        </p:nvSpPr>
        <p:spPr>
          <a:xfrm>
            <a:off x="3979296" y="3010083"/>
            <a:ext cx="36048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27 For as light quickly shines across the sky from the east all the way to the west, so will be the coming of the Son of Man.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0B8DA4-7727-6614-C9D9-EA1A42E00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27485"/>
              </p:ext>
            </p:extLst>
          </p:nvPr>
        </p:nvGraphicFramePr>
        <p:xfrm>
          <a:off x="7753750" y="621103"/>
          <a:ext cx="1042638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95F576F7-E151-9139-58E5-E71DCB959F51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6D2FFE4E-5E45-497F-A9BB-4CF76DB50982}"/>
              </a:ext>
            </a:extLst>
          </p:cNvPr>
          <p:cNvSpPr/>
          <p:nvPr/>
        </p:nvSpPr>
        <p:spPr>
          <a:xfrm>
            <a:off x="8275069" y="3549723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448B15-2E25-9987-1C16-71926BB8325B}"/>
              </a:ext>
            </a:extLst>
          </p:cNvPr>
          <p:cNvSpPr txBox="1"/>
          <p:nvPr/>
        </p:nvSpPr>
        <p:spPr>
          <a:xfrm>
            <a:off x="801354" y="222407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Matthew 24)</a:t>
            </a:r>
          </a:p>
        </p:txBody>
      </p:sp>
    </p:spTree>
    <p:extLst>
      <p:ext uri="{BB962C8B-B14F-4D97-AF65-F5344CB8AC3E}">
        <p14:creationId xmlns:p14="http://schemas.microsoft.com/office/powerpoint/2010/main" val="361446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0B5C-7401-D0A6-6EE7-436B398E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C2EDE866-EC71-D3E7-732C-BAC28CA4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DE98F-DCF7-FBD6-9685-A62DBC0AEBC1}"/>
              </a:ext>
            </a:extLst>
          </p:cNvPr>
          <p:cNvSpPr/>
          <p:nvPr/>
        </p:nvSpPr>
        <p:spPr>
          <a:xfrm>
            <a:off x="4154334" y="2675574"/>
            <a:ext cx="2528688" cy="3071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F08FCF-89C7-561C-B2F3-25846AD71AB3}"/>
              </a:ext>
            </a:extLst>
          </p:cNvPr>
          <p:cNvSpPr/>
          <p:nvPr/>
        </p:nvSpPr>
        <p:spPr>
          <a:xfrm>
            <a:off x="4320055" y="2960006"/>
            <a:ext cx="2046878" cy="3071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DBAC45-BB11-6FBD-71C4-423C333F2E6A}"/>
              </a:ext>
            </a:extLst>
          </p:cNvPr>
          <p:cNvSpPr/>
          <p:nvPr/>
        </p:nvSpPr>
        <p:spPr>
          <a:xfrm>
            <a:off x="3940132" y="3228554"/>
            <a:ext cx="2880568" cy="36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3593BB-DCE7-7D99-84CD-1F7984CFC59B}"/>
              </a:ext>
            </a:extLst>
          </p:cNvPr>
          <p:cNvSpPr/>
          <p:nvPr/>
        </p:nvSpPr>
        <p:spPr>
          <a:xfrm>
            <a:off x="4316466" y="3564118"/>
            <a:ext cx="1734378" cy="3416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77C32-CA3A-9C49-0135-75790AE09D66}"/>
              </a:ext>
            </a:extLst>
          </p:cNvPr>
          <p:cNvSpPr txBox="1"/>
          <p:nvPr/>
        </p:nvSpPr>
        <p:spPr>
          <a:xfrm>
            <a:off x="4758800" y="214555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A1FFF8-4239-E657-3AA3-20466174AD44}"/>
              </a:ext>
            </a:extLst>
          </p:cNvPr>
          <p:cNvSpPr/>
          <p:nvPr/>
        </p:nvSpPr>
        <p:spPr>
          <a:xfrm>
            <a:off x="4602044" y="3891276"/>
            <a:ext cx="3063112" cy="318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A53951-2C92-CC67-78C4-DF1CBE0193EF}"/>
              </a:ext>
            </a:extLst>
          </p:cNvPr>
          <p:cNvGraphicFramePr>
            <a:graphicFrameLocks noGrp="1"/>
          </p:cNvGraphicFramePr>
          <p:nvPr/>
        </p:nvGraphicFramePr>
        <p:xfrm>
          <a:off x="7753750" y="621103"/>
          <a:ext cx="104263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8E923F0-5688-A3A1-FE7B-97F467DDBF46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A7268B9-570F-F9DD-979D-0421A79A857C}"/>
              </a:ext>
            </a:extLst>
          </p:cNvPr>
          <p:cNvSpPr/>
          <p:nvPr/>
        </p:nvSpPr>
        <p:spPr>
          <a:xfrm>
            <a:off x="8275069" y="5166260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2FEC9-31FD-C37A-7FB3-7934F2CB8636}"/>
              </a:ext>
            </a:extLst>
          </p:cNvPr>
          <p:cNvSpPr txBox="1"/>
          <p:nvPr/>
        </p:nvSpPr>
        <p:spPr>
          <a:xfrm>
            <a:off x="299094" y="2678337"/>
            <a:ext cx="35967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 John came, baptizing in the wilderness and preaching a baptism of repentance for the forgiveness of sins.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54D518-9A68-031D-A9CD-0CD2AD0607C3}"/>
              </a:ext>
            </a:extLst>
          </p:cNvPr>
          <p:cNvSpPr txBox="1"/>
          <p:nvPr/>
        </p:nvSpPr>
        <p:spPr>
          <a:xfrm>
            <a:off x="3881146" y="2613392"/>
            <a:ext cx="38726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 John came, baptizing </a:t>
            </a:r>
          </a:p>
          <a:p>
            <a:r>
              <a:rPr lang="en-US" sz="2000" dirty="0"/>
              <a:t>      in the wilderness </a:t>
            </a:r>
          </a:p>
          <a:p>
            <a:r>
              <a:rPr lang="en-US" sz="2000" dirty="0"/>
              <a:t>and preaching a baptism </a:t>
            </a:r>
          </a:p>
          <a:p>
            <a:r>
              <a:rPr lang="en-US" sz="2000" dirty="0"/>
              <a:t>      of repentance </a:t>
            </a:r>
          </a:p>
          <a:p>
            <a:r>
              <a:rPr lang="en-US" sz="2000" dirty="0"/>
              <a:t>          for the forgiveness of sins.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5C50C-C729-C5EF-07FA-DCBADFB1B18A}"/>
              </a:ext>
            </a:extLst>
          </p:cNvPr>
          <p:cNvSpPr txBox="1"/>
          <p:nvPr/>
        </p:nvSpPr>
        <p:spPr>
          <a:xfrm>
            <a:off x="890745" y="2032006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Mark 1)</a:t>
            </a:r>
          </a:p>
        </p:txBody>
      </p:sp>
    </p:spTree>
    <p:extLst>
      <p:ext uri="{BB962C8B-B14F-4D97-AF65-F5344CB8AC3E}">
        <p14:creationId xmlns:p14="http://schemas.microsoft.com/office/powerpoint/2010/main" val="56678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  <p:bldP spid="17" grpId="0" animBg="1"/>
      <p:bldP spid="13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7D01-CA28-DA14-E9F2-F315AA25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70F57B00-86A3-26CF-6B9E-5844C230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37BB81-E822-B1B9-6C79-0B76DBB03351}"/>
              </a:ext>
            </a:extLst>
          </p:cNvPr>
          <p:cNvSpPr/>
          <p:nvPr/>
        </p:nvSpPr>
        <p:spPr>
          <a:xfrm>
            <a:off x="5368365" y="4764002"/>
            <a:ext cx="1091844" cy="30786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AB3F4D-A22F-4597-7626-70CF9F479CA7}"/>
              </a:ext>
            </a:extLst>
          </p:cNvPr>
          <p:cNvSpPr/>
          <p:nvPr/>
        </p:nvSpPr>
        <p:spPr>
          <a:xfrm>
            <a:off x="5617561" y="3212880"/>
            <a:ext cx="992946" cy="30786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64389A-F326-BEFA-95DD-1740AC220ABE}"/>
              </a:ext>
            </a:extLst>
          </p:cNvPr>
          <p:cNvSpPr txBox="1"/>
          <p:nvPr/>
        </p:nvSpPr>
        <p:spPr>
          <a:xfrm>
            <a:off x="4929932" y="2067474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5DC72E-2F32-71E7-61D8-C07E1781533D}"/>
              </a:ext>
            </a:extLst>
          </p:cNvPr>
          <p:cNvGraphicFramePr>
            <a:graphicFrameLocks noGrp="1"/>
          </p:cNvGraphicFramePr>
          <p:nvPr/>
        </p:nvGraphicFramePr>
        <p:xfrm>
          <a:off x="7753750" y="621103"/>
          <a:ext cx="104263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22B388B-8A7C-B91C-2384-896C0B581B4B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845A6BD3-09E0-B21F-D7E3-ED9C87E5C78A}"/>
              </a:ext>
            </a:extLst>
          </p:cNvPr>
          <p:cNvSpPr/>
          <p:nvPr/>
        </p:nvSpPr>
        <p:spPr>
          <a:xfrm>
            <a:off x="8275069" y="2084394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0AFA7-E91D-9812-4C14-03414C6601F6}"/>
              </a:ext>
            </a:extLst>
          </p:cNvPr>
          <p:cNvSpPr txBox="1"/>
          <p:nvPr/>
        </p:nvSpPr>
        <p:spPr>
          <a:xfrm>
            <a:off x="304835" y="2580227"/>
            <a:ext cx="35967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 The beginning of the good news about Jesus the Messiah, the Son of God</a:t>
            </a:r>
          </a:p>
          <a:p>
            <a:endParaRPr lang="en-US" sz="2000" dirty="0"/>
          </a:p>
          <a:p>
            <a:r>
              <a:rPr lang="en-US" sz="2000" dirty="0"/>
              <a:t>5 The whole country of Judea and all the people of Jerusalem went out to him. They were baptized by him in the Jordan River, confessing their sins.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B97B48-B776-B1F9-29C6-EBF1B31D0C94}"/>
              </a:ext>
            </a:extLst>
          </p:cNvPr>
          <p:cNvSpPr txBox="1"/>
          <p:nvPr/>
        </p:nvSpPr>
        <p:spPr>
          <a:xfrm>
            <a:off x="4071185" y="2575306"/>
            <a:ext cx="368620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 The beginning of the good news about Jesus the Messiah, the Beloved of God</a:t>
            </a:r>
          </a:p>
          <a:p>
            <a:endParaRPr lang="en-US" sz="2000" dirty="0"/>
          </a:p>
          <a:p>
            <a:r>
              <a:rPr lang="en-US" sz="2000" dirty="0"/>
              <a:t>5 The whole country of Judea and all the people of Jerusalem went out to him. They were sprinkled by him in the Jordan River, confessing their sins.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816B0-2F23-C3AD-2419-D48A37ED28DE}"/>
              </a:ext>
            </a:extLst>
          </p:cNvPr>
          <p:cNvSpPr txBox="1"/>
          <p:nvPr/>
        </p:nvSpPr>
        <p:spPr>
          <a:xfrm>
            <a:off x="1019782" y="1928975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Mark 1)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A2B5F-89E5-BAFF-968A-22FC86C06898}"/>
              </a:ext>
            </a:extLst>
          </p:cNvPr>
          <p:cNvSpPr txBox="1">
            <a:spLocks/>
          </p:cNvSpPr>
          <p:nvPr/>
        </p:nvSpPr>
        <p:spPr>
          <a:xfrm>
            <a:off x="304835" y="5817956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(Notice that errors in faithfulness can also compromise accuracy and clarity.)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87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  <p:bldP spid="8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DBBC-EFB6-DD9F-AC3E-86D16D01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B7FE75C4-07CA-5DC8-2BD9-90927075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7" y="356084"/>
            <a:ext cx="6506441" cy="620314"/>
          </a:xfrm>
        </p:spPr>
        <p:txBody>
          <a:bodyPr/>
          <a:lstStyle/>
          <a:p>
            <a:r>
              <a:rPr lang="en-US" dirty="0"/>
              <a:t>Quality Assessment Guide</a:t>
            </a:r>
            <a:br>
              <a:rPr lang="en-US" dirty="0"/>
            </a:br>
            <a:r>
              <a:rPr lang="en-US" sz="2000" dirty="0"/>
              <a:t>Example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B65C0E-1D1D-A39F-6557-602AB4CCAF98}"/>
              </a:ext>
            </a:extLst>
          </p:cNvPr>
          <p:cNvSpPr/>
          <p:nvPr/>
        </p:nvSpPr>
        <p:spPr>
          <a:xfrm>
            <a:off x="5901940" y="3372246"/>
            <a:ext cx="570617" cy="3341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2202E-29E1-EBF1-B3A4-66CF5304F18B}"/>
              </a:ext>
            </a:extLst>
          </p:cNvPr>
          <p:cNvSpPr txBox="1"/>
          <p:nvPr/>
        </p:nvSpPr>
        <p:spPr>
          <a:xfrm>
            <a:off x="4700954" y="2222893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Sample Draft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882458-5083-A0DA-E748-A62B5ADCEE53}"/>
              </a:ext>
            </a:extLst>
          </p:cNvPr>
          <p:cNvGraphicFramePr>
            <a:graphicFrameLocks noGrp="1"/>
          </p:cNvGraphicFramePr>
          <p:nvPr/>
        </p:nvGraphicFramePr>
        <p:xfrm>
          <a:off x="7753750" y="621103"/>
          <a:ext cx="104263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19">
                  <a:extLst>
                    <a:ext uri="{9D8B030D-6E8A-4147-A177-3AD203B41FA5}">
                      <a16:colId xmlns:a16="http://schemas.microsoft.com/office/drawing/2014/main" val="199352310"/>
                    </a:ext>
                  </a:extLst>
                </a:gridCol>
                <a:gridCol w="521319">
                  <a:extLst>
                    <a:ext uri="{9D8B030D-6E8A-4147-A177-3AD203B41FA5}">
                      <a16:colId xmlns:a16="http://schemas.microsoft.com/office/drawing/2014/main" val="251402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594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Accurate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8212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Faithful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0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1466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Historical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7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8185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Clear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5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44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8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Correct Style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5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967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Grammar is Correct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0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542CEEB-A8B3-B2A9-64A8-124AB27A3EA0}"/>
              </a:ext>
            </a:extLst>
          </p:cNvPr>
          <p:cNvSpPr txBox="1">
            <a:spLocks/>
          </p:cNvSpPr>
          <p:nvPr/>
        </p:nvSpPr>
        <p:spPr>
          <a:xfrm>
            <a:off x="304835" y="1345730"/>
            <a:ext cx="7279306" cy="369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2000" dirty="0"/>
              <a:t>Which quality is missing in this sample draft? </a:t>
            </a:r>
            <a:endParaRPr lang="en-US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8DC0D87-8D4A-E25C-3F70-4F07E7AF87DE}"/>
              </a:ext>
            </a:extLst>
          </p:cNvPr>
          <p:cNvSpPr/>
          <p:nvPr/>
        </p:nvSpPr>
        <p:spPr>
          <a:xfrm>
            <a:off x="8272247" y="6031204"/>
            <a:ext cx="457200" cy="45720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707FA-D7EA-A905-E817-57B4A07BB743}"/>
              </a:ext>
            </a:extLst>
          </p:cNvPr>
          <p:cNvSpPr txBox="1"/>
          <p:nvPr/>
        </p:nvSpPr>
        <p:spPr>
          <a:xfrm>
            <a:off x="304835" y="2715132"/>
            <a:ext cx="35967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 John wore a coat of camel’s hair and a leather belt around his waist, and he ate locusts and wild honey.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E11CA6-21FB-3F5B-308A-671872E23C63}"/>
              </a:ext>
            </a:extLst>
          </p:cNvPr>
          <p:cNvSpPr txBox="1"/>
          <p:nvPr/>
        </p:nvSpPr>
        <p:spPr>
          <a:xfrm>
            <a:off x="3901576" y="2715132"/>
            <a:ext cx="38726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 John wore a coat of camel’s hair and a leather belt around his waist, and he eats locusts and wild honey.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F1322-21C7-930A-A002-4A1D60A7904D}"/>
              </a:ext>
            </a:extLst>
          </p:cNvPr>
          <p:cNvSpPr txBox="1"/>
          <p:nvPr/>
        </p:nvSpPr>
        <p:spPr>
          <a:xfrm>
            <a:off x="1023422" y="2084394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Source text (ULB)</a:t>
            </a:r>
          </a:p>
          <a:p>
            <a:pPr algn="ctr"/>
            <a:r>
              <a:rPr lang="en-US" b="1" dirty="0"/>
              <a:t>(from Mark 1)</a:t>
            </a:r>
          </a:p>
        </p:txBody>
      </p:sp>
    </p:spTree>
    <p:extLst>
      <p:ext uri="{BB962C8B-B14F-4D97-AF65-F5344CB8AC3E}">
        <p14:creationId xmlns:p14="http://schemas.microsoft.com/office/powerpoint/2010/main" val="374762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DA9005-4C6E-58C4-B50D-33E9950F7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" r="44152" b="10912"/>
          <a:stretch>
            <a:fillRect/>
          </a:stretch>
        </p:blipFill>
        <p:spPr>
          <a:xfrm>
            <a:off x="5900937" y="546885"/>
            <a:ext cx="3243063" cy="6311116"/>
          </a:xfrm>
          <a:prstGeom prst="rect">
            <a:avLst/>
          </a:prstGeo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BA4DF2-32B2-3D15-3982-FF8FE7DEE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9"/>
          <a:stretch>
            <a:fillRect/>
          </a:stretch>
        </p:blipFill>
        <p:spPr>
          <a:xfrm>
            <a:off x="296454" y="506380"/>
            <a:ext cx="5694443" cy="6351620"/>
          </a:xfrm>
          <a:prstGeom prst="rect">
            <a:avLst/>
          </a:prstGeom>
          <a:effectLst>
            <a:outerShdw blurRad="50800" dist="1016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Pentagon 2">
            <a:extLst>
              <a:ext uri="{FF2B5EF4-FFF2-40B4-BE49-F238E27FC236}">
                <a16:creationId xmlns:a16="http://schemas.microsoft.com/office/drawing/2014/main" id="{10A1E692-20C9-E393-66BF-1E5D866EB885}"/>
              </a:ext>
            </a:extLst>
          </p:cNvPr>
          <p:cNvSpPr/>
          <p:nvPr/>
        </p:nvSpPr>
        <p:spPr>
          <a:xfrm rot="5400000">
            <a:off x="831397" y="-379038"/>
            <a:ext cx="931923" cy="1689999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5D762-4469-1EEB-F796-FE19F102E2B9}"/>
              </a:ext>
            </a:extLst>
          </p:cNvPr>
          <p:cNvSpPr txBox="1"/>
          <p:nvPr/>
        </p:nvSpPr>
        <p:spPr>
          <a:xfrm>
            <a:off x="296454" y="71068"/>
            <a:ext cx="1938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</p:spTree>
    <p:extLst>
      <p:ext uri="{BB962C8B-B14F-4D97-AF65-F5344CB8AC3E}">
        <p14:creationId xmlns:p14="http://schemas.microsoft.com/office/powerpoint/2010/main" val="314555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20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3" y="57114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9BE38-35A7-4804-B014-732871357EEE}"/>
              </a:ext>
            </a:extLst>
          </p:cNvPr>
          <p:cNvSpPr txBox="1"/>
          <p:nvPr/>
        </p:nvSpPr>
        <p:spPr>
          <a:xfrm>
            <a:off x="3110592" y="4197676"/>
            <a:ext cx="292281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Matthew 1:18–25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2F933C-1472-8C90-827D-428A4D21EA6B}"/>
              </a:ext>
            </a:extLst>
          </p:cNvPr>
          <p:cNvSpPr txBox="1"/>
          <p:nvPr/>
        </p:nvSpPr>
        <p:spPr>
          <a:xfrm>
            <a:off x="2168610" y="4819620"/>
            <a:ext cx="4806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95659"/>
                </a:solidFill>
              </a:rPr>
              <a:t>How did it go?</a:t>
            </a:r>
          </a:p>
        </p:txBody>
      </p:sp>
    </p:spTree>
    <p:extLst>
      <p:ext uri="{BB962C8B-B14F-4D97-AF65-F5344CB8AC3E}">
        <p14:creationId xmlns:p14="http://schemas.microsoft.com/office/powerpoint/2010/main" val="39517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7692E44-D996-CD0E-335B-0981E6785805}"/>
              </a:ext>
            </a:extLst>
          </p:cNvPr>
          <p:cNvSpPr txBox="1"/>
          <p:nvPr/>
        </p:nvSpPr>
        <p:spPr>
          <a:xfrm>
            <a:off x="8114511" y="6574369"/>
            <a:ext cx="957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7/2026</a:t>
            </a:r>
          </a:p>
        </p:txBody>
      </p: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1a5380cb2be4a51461126b02f947e923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9bf58d68fa2085cb5739c341b0c4cac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1D91C8-F601-4C7F-84CE-EC0D741B16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f9e8f7b-edc3-48d8-b0f6-325d38f0409f"/>
    <ds:schemaRef ds:uri="dd208db9-1446-42c5-a2ba-6edb048d778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7862</TotalTime>
  <Words>907</Words>
  <Application>Microsoft Office PowerPoint</Application>
  <PresentationFormat>On-screen Show (4:3)</PresentationFormat>
  <Paragraphs>192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Is it ready?</vt:lpstr>
      <vt:lpstr>Globally  Accepted Qualities</vt:lpstr>
      <vt:lpstr>What makes a good translation?</vt:lpstr>
      <vt:lpstr>PowerPoint Presentation</vt:lpstr>
      <vt:lpstr>Quality Assessment Guide</vt:lpstr>
      <vt:lpstr>Quality Assessment Guide Example</vt:lpstr>
      <vt:lpstr>Quality Assessment Guide Example</vt:lpstr>
      <vt:lpstr>Quality Assessment Guide Example</vt:lpstr>
      <vt:lpstr>Quality Assessment Guide Example</vt:lpstr>
      <vt:lpstr>Quality Assessment Guide Example</vt:lpstr>
      <vt:lpstr>Quality Assessment Guide Example</vt:lpstr>
      <vt:lpstr>Quality Assessment Guide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Debbie Shaw</cp:lastModifiedBy>
  <cp:revision>240</cp:revision>
  <dcterms:created xsi:type="dcterms:W3CDTF">2019-03-18T18:21:25Z</dcterms:created>
  <dcterms:modified xsi:type="dcterms:W3CDTF">2026-07-30T21:17:30Z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