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60" r:id="rId5"/>
    <p:sldId id="264" r:id="rId6"/>
    <p:sldId id="296" r:id="rId7"/>
    <p:sldId id="315" r:id="rId8"/>
    <p:sldId id="319" r:id="rId9"/>
    <p:sldId id="320" r:id="rId10"/>
    <p:sldId id="292" r:id="rId11"/>
    <p:sldId id="295" r:id="rId12"/>
    <p:sldId id="294" r:id="rId13"/>
    <p:sldId id="299" r:id="rId14"/>
    <p:sldId id="309" r:id="rId15"/>
    <p:sldId id="282" r:id="rId16"/>
    <p:sldId id="281" r:id="rId17"/>
    <p:sldId id="305" r:id="rId18"/>
    <p:sldId id="304" r:id="rId19"/>
    <p:sldId id="306" r:id="rId20"/>
    <p:sldId id="298" r:id="rId21"/>
    <p:sldId id="307" r:id="rId22"/>
    <p:sldId id="308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A83F"/>
    <a:srgbClr val="FBA93D"/>
    <a:srgbClr val="C3DD93"/>
    <a:srgbClr val="716557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 autoAdjust="0"/>
    <p:restoredTop sz="95646" autoAdjust="0"/>
  </p:normalViewPr>
  <p:slideViewPr>
    <p:cSldViewPr snapToGrid="0">
      <p:cViewPr varScale="1">
        <p:scale>
          <a:sx n="46" d="100"/>
          <a:sy n="46" d="100"/>
        </p:scale>
        <p:origin x="62" y="6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bie Shaw" userId="79bf7848-a030-4096-934a-3abbfde4984a" providerId="ADAL" clId="{8DE9E9FB-001C-4B84-83DE-E1F7ABB9FAA3}"/>
    <pc:docChg chg="undo redo custSel addSld delSld modSld">
      <pc:chgData name="Debbie Shaw" userId="79bf7848-a030-4096-934a-3abbfde4984a" providerId="ADAL" clId="{8DE9E9FB-001C-4B84-83DE-E1F7ABB9FAA3}" dt="2026-09-16T20:08:22.002" v="3610" actId="20577"/>
      <pc:docMkLst>
        <pc:docMk/>
      </pc:docMkLst>
      <pc:sldChg chg="addSp mod">
        <pc:chgData name="Debbie Shaw" userId="79bf7848-a030-4096-934a-3abbfde4984a" providerId="ADAL" clId="{8DE9E9FB-001C-4B84-83DE-E1F7ABB9FAA3}" dt="2026-09-15T15:33:23.136" v="1258" actId="22"/>
        <pc:sldMkLst>
          <pc:docMk/>
          <pc:sldMk cId="3072800876" sldId="280"/>
        </pc:sldMkLst>
        <pc:spChg chg="add">
          <ac:chgData name="Debbie Shaw" userId="79bf7848-a030-4096-934a-3abbfde4984a" providerId="ADAL" clId="{8DE9E9FB-001C-4B84-83DE-E1F7ABB9FAA3}" dt="2026-09-15T15:33:23.136" v="1258" actId="22"/>
          <ac:spMkLst>
            <pc:docMk/>
            <pc:sldMk cId="3072800876" sldId="280"/>
            <ac:spMk id="3" creationId="{60CA9468-E556-1655-AB5E-6FD6D67C9517}"/>
          </ac:spMkLst>
        </pc:spChg>
      </pc:sldChg>
      <pc:sldChg chg="add">
        <pc:chgData name="Debbie Shaw" userId="79bf7848-a030-4096-934a-3abbfde4984a" providerId="ADAL" clId="{8DE9E9FB-001C-4B84-83DE-E1F7ABB9FAA3}" dt="2026-09-01T18:43:11.424" v="2"/>
        <pc:sldMkLst>
          <pc:docMk/>
          <pc:sldMk cId="2161788803" sldId="281"/>
        </pc:sldMkLst>
      </pc:sldChg>
      <pc:sldChg chg="add">
        <pc:chgData name="Debbie Shaw" userId="79bf7848-a030-4096-934a-3abbfde4984a" providerId="ADAL" clId="{8DE9E9FB-001C-4B84-83DE-E1F7ABB9FAA3}" dt="2026-09-01T18:43:04.480" v="1"/>
        <pc:sldMkLst>
          <pc:docMk/>
          <pc:sldMk cId="904332746" sldId="282"/>
        </pc:sldMkLst>
      </pc:sldChg>
      <pc:sldChg chg="modSp mod">
        <pc:chgData name="Debbie Shaw" userId="79bf7848-a030-4096-934a-3abbfde4984a" providerId="ADAL" clId="{8DE9E9FB-001C-4B84-83DE-E1F7ABB9FAA3}" dt="2026-09-09T14:38:24.723" v="22" actId="20577"/>
        <pc:sldMkLst>
          <pc:docMk/>
          <pc:sldMk cId="1984317692" sldId="292"/>
        </pc:sldMkLst>
        <pc:spChg chg="mod">
          <ac:chgData name="Debbie Shaw" userId="79bf7848-a030-4096-934a-3abbfde4984a" providerId="ADAL" clId="{8DE9E9FB-001C-4B84-83DE-E1F7ABB9FAA3}" dt="2026-09-09T14:38:24.723" v="22" actId="20577"/>
          <ac:spMkLst>
            <pc:docMk/>
            <pc:sldMk cId="1984317692" sldId="292"/>
            <ac:spMk id="2" creationId="{80DCAEE3-B199-4BB7-839B-708EAD1F92A8}"/>
          </ac:spMkLst>
        </pc:spChg>
      </pc:sldChg>
      <pc:sldChg chg="addSp delSp modSp add mod modAnim">
        <pc:chgData name="Debbie Shaw" userId="79bf7848-a030-4096-934a-3abbfde4984a" providerId="ADAL" clId="{8DE9E9FB-001C-4B84-83DE-E1F7ABB9FAA3}" dt="2026-09-15T15:59:30.301" v="1316" actId="1076"/>
        <pc:sldMkLst>
          <pc:docMk/>
          <pc:sldMk cId="3793272712" sldId="296"/>
        </pc:sldMkLst>
        <pc:spChg chg="mod">
          <ac:chgData name="Debbie Shaw" userId="79bf7848-a030-4096-934a-3abbfde4984a" providerId="ADAL" clId="{8DE9E9FB-001C-4B84-83DE-E1F7ABB9FAA3}" dt="2026-09-15T15:58:54.669" v="1311" actId="1076"/>
          <ac:spMkLst>
            <pc:docMk/>
            <pc:sldMk cId="3793272712" sldId="296"/>
            <ac:spMk id="2" creationId="{80DCAEE3-B199-4BB7-839B-708EAD1F92A8}"/>
          </ac:spMkLst>
        </pc:spChg>
        <pc:spChg chg="mod">
          <ac:chgData name="Debbie Shaw" userId="79bf7848-a030-4096-934a-3abbfde4984a" providerId="ADAL" clId="{8DE9E9FB-001C-4B84-83DE-E1F7ABB9FAA3}" dt="2026-09-15T15:59:30.301" v="1316" actId="1076"/>
          <ac:spMkLst>
            <pc:docMk/>
            <pc:sldMk cId="3793272712" sldId="296"/>
            <ac:spMk id="3" creationId="{82C0F3C2-13CB-EDB3-F1A6-1FCB000C9C83}"/>
          </ac:spMkLst>
        </pc:spChg>
        <pc:spChg chg="mod">
          <ac:chgData name="Debbie Shaw" userId="79bf7848-a030-4096-934a-3abbfde4984a" providerId="ADAL" clId="{8DE9E9FB-001C-4B84-83DE-E1F7ABB9FAA3}" dt="2026-09-15T15:58:47.117" v="1310" actId="1076"/>
          <ac:spMkLst>
            <pc:docMk/>
            <pc:sldMk cId="3793272712" sldId="296"/>
            <ac:spMk id="6" creationId="{74D350E3-2FD4-D906-ACB1-3BAA94D7D5EC}"/>
          </ac:spMkLst>
        </pc:spChg>
        <pc:spChg chg="mod">
          <ac:chgData name="Debbie Shaw" userId="79bf7848-a030-4096-934a-3abbfde4984a" providerId="ADAL" clId="{8DE9E9FB-001C-4B84-83DE-E1F7ABB9FAA3}" dt="2026-09-15T15:59:19.020" v="1314" actId="1076"/>
          <ac:spMkLst>
            <pc:docMk/>
            <pc:sldMk cId="3793272712" sldId="296"/>
            <ac:spMk id="7" creationId="{B459581D-06D6-4C21-188F-1688F3EF4F08}"/>
          </ac:spMkLst>
        </pc:spChg>
        <pc:spChg chg="mod">
          <ac:chgData name="Debbie Shaw" userId="79bf7848-a030-4096-934a-3abbfde4984a" providerId="ADAL" clId="{8DE9E9FB-001C-4B84-83DE-E1F7ABB9FAA3}" dt="2026-09-15T15:59:15.904" v="1313" actId="1076"/>
          <ac:spMkLst>
            <pc:docMk/>
            <pc:sldMk cId="3793272712" sldId="296"/>
            <ac:spMk id="8" creationId="{0510491B-D452-76AE-86D3-0F33C57CAAD9}"/>
          </ac:spMkLst>
        </pc:spChg>
        <pc:spChg chg="mod">
          <ac:chgData name="Debbie Shaw" userId="79bf7848-a030-4096-934a-3abbfde4984a" providerId="ADAL" clId="{8DE9E9FB-001C-4B84-83DE-E1F7ABB9FAA3}" dt="2026-09-09T18:14:18.564" v="47"/>
          <ac:spMkLst>
            <pc:docMk/>
            <pc:sldMk cId="3793272712" sldId="296"/>
            <ac:spMk id="11" creationId="{9AB50BC0-C86D-23CB-0FF6-8DD1DEA6A2A6}"/>
          </ac:spMkLst>
        </pc:spChg>
        <pc:spChg chg="add mod">
          <ac:chgData name="Debbie Shaw" userId="79bf7848-a030-4096-934a-3abbfde4984a" providerId="ADAL" clId="{8DE9E9FB-001C-4B84-83DE-E1F7ABB9FAA3}" dt="2026-09-09T18:51:29.151" v="718" actId="1076"/>
          <ac:spMkLst>
            <pc:docMk/>
            <pc:sldMk cId="3793272712" sldId="296"/>
            <ac:spMk id="14" creationId="{21B84E54-0721-0213-9961-A017FDA40B66}"/>
          </ac:spMkLst>
        </pc:spChg>
        <pc:spChg chg="mod">
          <ac:chgData name="Debbie Shaw" userId="79bf7848-a030-4096-934a-3abbfde4984a" providerId="ADAL" clId="{8DE9E9FB-001C-4B84-83DE-E1F7ABB9FAA3}" dt="2026-09-15T15:59:00.067" v="1312" actId="14100"/>
          <ac:spMkLst>
            <pc:docMk/>
            <pc:sldMk cId="3793272712" sldId="296"/>
            <ac:spMk id="15" creationId="{D1C04763-F15B-4C30-AFF6-BB13942032EA}"/>
          </ac:spMkLst>
        </pc:spChg>
        <pc:spChg chg="mod">
          <ac:chgData name="Debbie Shaw" userId="79bf7848-a030-4096-934a-3abbfde4984a" providerId="ADAL" clId="{8DE9E9FB-001C-4B84-83DE-E1F7ABB9FAA3}" dt="2026-09-15T15:59:24.768" v="1315" actId="1076"/>
          <ac:spMkLst>
            <pc:docMk/>
            <pc:sldMk cId="3793272712" sldId="296"/>
            <ac:spMk id="17" creationId="{695A6111-7754-C8F5-F433-94A746C3F64F}"/>
          </ac:spMkLst>
        </pc:spChg>
        <pc:grpChg chg="add mod">
          <ac:chgData name="Debbie Shaw" userId="79bf7848-a030-4096-934a-3abbfde4984a" providerId="ADAL" clId="{8DE9E9FB-001C-4B84-83DE-E1F7ABB9FAA3}" dt="2026-09-09T18:51:24.869" v="717" actId="14100"/>
          <ac:grpSpMkLst>
            <pc:docMk/>
            <pc:sldMk cId="3793272712" sldId="296"/>
            <ac:grpSpMk id="4" creationId="{4B9074DC-C308-D911-AEC1-6C64601C06EC}"/>
          </ac:grpSpMkLst>
        </pc:grpChg>
        <pc:picChg chg="mod">
          <ac:chgData name="Debbie Shaw" userId="79bf7848-a030-4096-934a-3abbfde4984a" providerId="ADAL" clId="{8DE9E9FB-001C-4B84-83DE-E1F7ABB9FAA3}" dt="2026-09-09T18:14:18.564" v="47"/>
          <ac:picMkLst>
            <pc:docMk/>
            <pc:sldMk cId="3793272712" sldId="296"/>
            <ac:picMk id="10" creationId="{CF0B8272-DEF0-38BA-FE4E-B4F56B93834C}"/>
          </ac:picMkLst>
        </pc:picChg>
      </pc:sldChg>
      <pc:sldChg chg="add">
        <pc:chgData name="Debbie Shaw" userId="79bf7848-a030-4096-934a-3abbfde4984a" providerId="ADAL" clId="{8DE9E9FB-001C-4B84-83DE-E1F7ABB9FAA3}" dt="2026-09-01T18:43:44.528" v="6"/>
        <pc:sldMkLst>
          <pc:docMk/>
          <pc:sldMk cId="2583324344" sldId="298"/>
        </pc:sldMkLst>
      </pc:sldChg>
      <pc:sldChg chg="add del">
        <pc:chgData name="Debbie Shaw" userId="79bf7848-a030-4096-934a-3abbfde4984a" providerId="ADAL" clId="{8DE9E9FB-001C-4B84-83DE-E1F7ABB9FAA3}" dt="2026-09-16T19:40:33.415" v="3533" actId="2696"/>
        <pc:sldMkLst>
          <pc:docMk/>
          <pc:sldMk cId="668027910" sldId="300"/>
        </pc:sldMkLst>
      </pc:sldChg>
      <pc:sldChg chg="add">
        <pc:chgData name="Debbie Shaw" userId="79bf7848-a030-4096-934a-3abbfde4984a" providerId="ADAL" clId="{8DE9E9FB-001C-4B84-83DE-E1F7ABB9FAA3}" dt="2026-09-01T18:43:29.231" v="4"/>
        <pc:sldMkLst>
          <pc:docMk/>
          <pc:sldMk cId="524576128" sldId="304"/>
        </pc:sldMkLst>
      </pc:sldChg>
      <pc:sldChg chg="add">
        <pc:chgData name="Debbie Shaw" userId="79bf7848-a030-4096-934a-3abbfde4984a" providerId="ADAL" clId="{8DE9E9FB-001C-4B84-83DE-E1F7ABB9FAA3}" dt="2026-09-01T18:43:21.208" v="3"/>
        <pc:sldMkLst>
          <pc:docMk/>
          <pc:sldMk cId="1459920719" sldId="305"/>
        </pc:sldMkLst>
      </pc:sldChg>
      <pc:sldChg chg="add">
        <pc:chgData name="Debbie Shaw" userId="79bf7848-a030-4096-934a-3abbfde4984a" providerId="ADAL" clId="{8DE9E9FB-001C-4B84-83DE-E1F7ABB9FAA3}" dt="2026-09-01T18:43:38.233" v="5"/>
        <pc:sldMkLst>
          <pc:docMk/>
          <pc:sldMk cId="660658948" sldId="306"/>
        </pc:sldMkLst>
      </pc:sldChg>
      <pc:sldChg chg="add">
        <pc:chgData name="Debbie Shaw" userId="79bf7848-a030-4096-934a-3abbfde4984a" providerId="ADAL" clId="{8DE9E9FB-001C-4B84-83DE-E1F7ABB9FAA3}" dt="2026-09-01T18:43:51.779" v="7"/>
        <pc:sldMkLst>
          <pc:docMk/>
          <pc:sldMk cId="1185429464" sldId="307"/>
        </pc:sldMkLst>
      </pc:sldChg>
      <pc:sldChg chg="add">
        <pc:chgData name="Debbie Shaw" userId="79bf7848-a030-4096-934a-3abbfde4984a" providerId="ADAL" clId="{8DE9E9FB-001C-4B84-83DE-E1F7ABB9FAA3}" dt="2026-09-01T18:43:59.438" v="8"/>
        <pc:sldMkLst>
          <pc:docMk/>
          <pc:sldMk cId="2181644704" sldId="308"/>
        </pc:sldMkLst>
      </pc:sldChg>
      <pc:sldChg chg="add">
        <pc:chgData name="Debbie Shaw" userId="79bf7848-a030-4096-934a-3abbfde4984a" providerId="ADAL" clId="{8DE9E9FB-001C-4B84-83DE-E1F7ABB9FAA3}" dt="2026-09-01T18:45:04.960" v="9"/>
        <pc:sldMkLst>
          <pc:docMk/>
          <pc:sldMk cId="2468874160" sldId="309"/>
        </pc:sldMkLst>
      </pc:sldChg>
      <pc:sldChg chg="addSp delSp modSp add mod delAnim modAnim">
        <pc:chgData name="Debbie Shaw" userId="79bf7848-a030-4096-934a-3abbfde4984a" providerId="ADAL" clId="{8DE9E9FB-001C-4B84-83DE-E1F7ABB9FAA3}" dt="2026-09-16T20:08:22.002" v="3610" actId="20577"/>
        <pc:sldMkLst>
          <pc:docMk/>
          <pc:sldMk cId="25046544" sldId="315"/>
        </pc:sldMkLst>
        <pc:spChg chg="mod">
          <ac:chgData name="Debbie Shaw" userId="79bf7848-a030-4096-934a-3abbfde4984a" providerId="ADAL" clId="{8DE9E9FB-001C-4B84-83DE-E1F7ABB9FAA3}" dt="2026-09-15T16:37:49.932" v="1438" actId="20577"/>
          <ac:spMkLst>
            <pc:docMk/>
            <pc:sldMk cId="25046544" sldId="315"/>
            <ac:spMk id="2" creationId="{F11D9819-A4EC-4E54-23A3-324B8F6B518D}"/>
          </ac:spMkLst>
        </pc:spChg>
        <pc:spChg chg="mod">
          <ac:chgData name="Debbie Shaw" userId="79bf7848-a030-4096-934a-3abbfde4984a" providerId="ADAL" clId="{8DE9E9FB-001C-4B84-83DE-E1F7ABB9FAA3}" dt="2026-09-16T16:33:10.503" v="3492" actId="1076"/>
          <ac:spMkLst>
            <pc:docMk/>
            <pc:sldMk cId="25046544" sldId="315"/>
            <ac:spMk id="6" creationId="{70050095-1564-04FA-E998-1C66C987829E}"/>
          </ac:spMkLst>
        </pc:spChg>
        <pc:spChg chg="mod">
          <ac:chgData name="Debbie Shaw" userId="79bf7848-a030-4096-934a-3abbfde4984a" providerId="ADAL" clId="{8DE9E9FB-001C-4B84-83DE-E1F7ABB9FAA3}" dt="2026-09-16T20:08:12.418" v="3608" actId="1076"/>
          <ac:spMkLst>
            <pc:docMk/>
            <pc:sldMk cId="25046544" sldId="315"/>
            <ac:spMk id="7" creationId="{FA11D1BC-5F9B-8CFE-B3F7-A01980E4A6D9}"/>
          </ac:spMkLst>
        </pc:spChg>
        <pc:spChg chg="mod">
          <ac:chgData name="Debbie Shaw" userId="79bf7848-a030-4096-934a-3abbfde4984a" providerId="ADAL" clId="{8DE9E9FB-001C-4B84-83DE-E1F7ABB9FAA3}" dt="2026-09-16T20:08:04.991" v="3607" actId="1076"/>
          <ac:spMkLst>
            <pc:docMk/>
            <pc:sldMk cId="25046544" sldId="315"/>
            <ac:spMk id="8" creationId="{0F61B36C-0E97-C14A-C40C-AB451BC88AE7}"/>
          </ac:spMkLst>
        </pc:spChg>
        <pc:spChg chg="add mod">
          <ac:chgData name="Debbie Shaw" userId="79bf7848-a030-4096-934a-3abbfde4984a" providerId="ADAL" clId="{8DE9E9FB-001C-4B84-83DE-E1F7ABB9FAA3}" dt="2026-09-16T20:08:22.002" v="3610" actId="20577"/>
          <ac:spMkLst>
            <pc:docMk/>
            <pc:sldMk cId="25046544" sldId="315"/>
            <ac:spMk id="9" creationId="{2C2D2312-1584-6B97-0CE7-E8590C621987}"/>
          </ac:spMkLst>
        </pc:spChg>
        <pc:spChg chg="mod">
          <ac:chgData name="Debbie Shaw" userId="79bf7848-a030-4096-934a-3abbfde4984a" providerId="ADAL" clId="{8DE9E9FB-001C-4B84-83DE-E1F7ABB9FAA3}" dt="2026-09-15T16:43:10.981" v="1442" actId="1076"/>
          <ac:spMkLst>
            <pc:docMk/>
            <pc:sldMk cId="25046544" sldId="315"/>
            <ac:spMk id="10" creationId="{249EDAB1-FE08-5E35-F255-BDDED04B323A}"/>
          </ac:spMkLst>
        </pc:spChg>
        <pc:spChg chg="mod">
          <ac:chgData name="Debbie Shaw" userId="79bf7848-a030-4096-934a-3abbfde4984a" providerId="ADAL" clId="{8DE9E9FB-001C-4B84-83DE-E1F7ABB9FAA3}" dt="2026-09-15T16:00:22.707" v="1317"/>
          <ac:spMkLst>
            <pc:docMk/>
            <pc:sldMk cId="25046544" sldId="315"/>
            <ac:spMk id="11" creationId="{3AA7D25B-10BF-90AA-8CBF-E78263D3326E}"/>
          </ac:spMkLst>
        </pc:spChg>
        <pc:spChg chg="add mod">
          <ac:chgData name="Debbie Shaw" userId="79bf7848-a030-4096-934a-3abbfde4984a" providerId="ADAL" clId="{8DE9E9FB-001C-4B84-83DE-E1F7ABB9FAA3}" dt="2026-09-15T16:43:23.406" v="1443" actId="1076"/>
          <ac:spMkLst>
            <pc:docMk/>
            <pc:sldMk cId="25046544" sldId="315"/>
            <ac:spMk id="13" creationId="{DF8A8C61-EB80-CED5-C13A-577722CD4E7D}"/>
          </ac:spMkLst>
        </pc:spChg>
        <pc:spChg chg="mod">
          <ac:chgData name="Debbie Shaw" userId="79bf7848-a030-4096-934a-3abbfde4984a" providerId="ADAL" clId="{8DE9E9FB-001C-4B84-83DE-E1F7ABB9FAA3}" dt="2026-09-15T16:44:04.032" v="1474" actId="1076"/>
          <ac:spMkLst>
            <pc:docMk/>
            <pc:sldMk cId="25046544" sldId="315"/>
            <ac:spMk id="15" creationId="{4A5511A0-212E-0FDC-5667-0B2B5B6F3F79}"/>
          </ac:spMkLst>
        </pc:spChg>
        <pc:spChg chg="mod">
          <ac:chgData name="Debbie Shaw" userId="79bf7848-a030-4096-934a-3abbfde4984a" providerId="ADAL" clId="{8DE9E9FB-001C-4B84-83DE-E1F7ABB9FAA3}" dt="2026-09-16T20:08:15.401" v="3609" actId="1076"/>
          <ac:spMkLst>
            <pc:docMk/>
            <pc:sldMk cId="25046544" sldId="315"/>
            <ac:spMk id="17" creationId="{67C3E912-9799-31FE-4C32-DE16F5B78700}"/>
          </ac:spMkLst>
        </pc:spChg>
        <pc:grpChg chg="add mod">
          <ac:chgData name="Debbie Shaw" userId="79bf7848-a030-4096-934a-3abbfde4984a" providerId="ADAL" clId="{8DE9E9FB-001C-4B84-83DE-E1F7ABB9FAA3}" dt="2026-09-15T16:43:23.406" v="1443" actId="1076"/>
          <ac:grpSpMkLst>
            <pc:docMk/>
            <pc:sldMk cId="25046544" sldId="315"/>
            <ac:grpSpMk id="3" creationId="{EDAC8148-2822-EB5E-EBFF-C224695D73E6}"/>
          </ac:grpSpMkLst>
        </pc:grpChg>
        <pc:picChg chg="mod">
          <ac:chgData name="Debbie Shaw" userId="79bf7848-a030-4096-934a-3abbfde4984a" providerId="ADAL" clId="{8DE9E9FB-001C-4B84-83DE-E1F7ABB9FAA3}" dt="2026-09-15T16:00:22.707" v="1317"/>
          <ac:picMkLst>
            <pc:docMk/>
            <pc:sldMk cId="25046544" sldId="315"/>
            <ac:picMk id="4" creationId="{621A9440-8DF8-B3EE-CA8A-9D0B481FD692}"/>
          </ac:picMkLst>
        </pc:picChg>
        <pc:picChg chg="mod">
          <ac:chgData name="Debbie Shaw" userId="79bf7848-a030-4096-934a-3abbfde4984a" providerId="ADAL" clId="{8DE9E9FB-001C-4B84-83DE-E1F7ABB9FAA3}" dt="2026-09-15T16:43:10.981" v="1442" actId="1076"/>
          <ac:picMkLst>
            <pc:docMk/>
            <pc:sldMk cId="25046544" sldId="315"/>
            <ac:picMk id="5" creationId="{59D1EF57-10D1-B0EE-1549-E9263AAE072A}"/>
          </ac:picMkLst>
        </pc:picChg>
        <pc:picChg chg="mod">
          <ac:chgData name="Debbie Shaw" userId="79bf7848-a030-4096-934a-3abbfde4984a" providerId="ADAL" clId="{8DE9E9FB-001C-4B84-83DE-E1F7ABB9FAA3}" dt="2026-09-15T16:43:10.981" v="1442" actId="1076"/>
          <ac:picMkLst>
            <pc:docMk/>
            <pc:sldMk cId="25046544" sldId="315"/>
            <ac:picMk id="12" creationId="{5149575E-6D3D-8699-D230-E0CFF1B63682}"/>
          </ac:picMkLst>
        </pc:picChg>
      </pc:sldChg>
      <pc:sldChg chg="addSp delSp modSp add mod modAnim">
        <pc:chgData name="Debbie Shaw" userId="79bf7848-a030-4096-934a-3abbfde4984a" providerId="ADAL" clId="{8DE9E9FB-001C-4B84-83DE-E1F7ABB9FAA3}" dt="2026-09-16T14:40:08.560" v="3058" actId="1076"/>
        <pc:sldMkLst>
          <pc:docMk/>
          <pc:sldMk cId="2589918418" sldId="319"/>
        </pc:sldMkLst>
        <pc:spChg chg="mod">
          <ac:chgData name="Debbie Shaw" userId="79bf7848-a030-4096-934a-3abbfde4984a" providerId="ADAL" clId="{8DE9E9FB-001C-4B84-83DE-E1F7ABB9FAA3}" dt="2026-09-09T18:52:28.694" v="748" actId="20577"/>
          <ac:spMkLst>
            <pc:docMk/>
            <pc:sldMk cId="2589918418" sldId="319"/>
            <ac:spMk id="2" creationId="{BDE17E6D-ADF2-4DC0-D453-7D7814455DE8}"/>
          </ac:spMkLst>
        </pc:spChg>
        <pc:spChg chg="mod">
          <ac:chgData name="Debbie Shaw" userId="79bf7848-a030-4096-934a-3abbfde4984a" providerId="ADAL" clId="{8DE9E9FB-001C-4B84-83DE-E1F7ABB9FAA3}" dt="2026-09-15T20:28:44.904" v="2585" actId="1076"/>
          <ac:spMkLst>
            <pc:docMk/>
            <pc:sldMk cId="2589918418" sldId="319"/>
            <ac:spMk id="4" creationId="{A5C32404-52F5-8897-6313-4D202E36B6D7}"/>
          </ac:spMkLst>
        </pc:spChg>
        <pc:spChg chg="mod">
          <ac:chgData name="Debbie Shaw" userId="79bf7848-a030-4096-934a-3abbfde4984a" providerId="ADAL" clId="{8DE9E9FB-001C-4B84-83DE-E1F7ABB9FAA3}" dt="2026-09-15T20:28:28.302" v="2581" actId="1076"/>
          <ac:spMkLst>
            <pc:docMk/>
            <pc:sldMk cId="2589918418" sldId="319"/>
            <ac:spMk id="6" creationId="{4A587486-E3AF-B955-EE51-100B44F84839}"/>
          </ac:spMkLst>
        </pc:spChg>
        <pc:spChg chg="mod">
          <ac:chgData name="Debbie Shaw" userId="79bf7848-a030-4096-934a-3abbfde4984a" providerId="ADAL" clId="{8DE9E9FB-001C-4B84-83DE-E1F7ABB9FAA3}" dt="2026-09-16T14:40:08.560" v="3058" actId="1076"/>
          <ac:spMkLst>
            <pc:docMk/>
            <pc:sldMk cId="2589918418" sldId="319"/>
            <ac:spMk id="7" creationId="{4274BCB1-85AB-F5DA-A95E-E0791E2B1BEE}"/>
          </ac:spMkLst>
        </pc:spChg>
        <pc:spChg chg="mod">
          <ac:chgData name="Debbie Shaw" userId="79bf7848-a030-4096-934a-3abbfde4984a" providerId="ADAL" clId="{8DE9E9FB-001C-4B84-83DE-E1F7ABB9FAA3}" dt="2026-09-15T20:28:48.432" v="2586" actId="1076"/>
          <ac:spMkLst>
            <pc:docMk/>
            <pc:sldMk cId="2589918418" sldId="319"/>
            <ac:spMk id="10" creationId="{A8AC7062-76F7-AA3E-E3EA-EFB94CB3F157}"/>
          </ac:spMkLst>
        </pc:spChg>
        <pc:spChg chg="add mod">
          <ac:chgData name="Debbie Shaw" userId="79bf7848-a030-4096-934a-3abbfde4984a" providerId="ADAL" clId="{8DE9E9FB-001C-4B84-83DE-E1F7ABB9FAA3}" dt="2026-09-15T17:03:00.948" v="1504" actId="1076"/>
          <ac:spMkLst>
            <pc:docMk/>
            <pc:sldMk cId="2589918418" sldId="319"/>
            <ac:spMk id="13" creationId="{83F8F9C8-E63D-81D8-80BE-D3198FD768DE}"/>
          </ac:spMkLst>
        </pc:spChg>
        <pc:spChg chg="mod">
          <ac:chgData name="Debbie Shaw" userId="79bf7848-a030-4096-934a-3abbfde4984a" providerId="ADAL" clId="{8DE9E9FB-001C-4B84-83DE-E1F7ABB9FAA3}" dt="2026-09-15T20:28:37.601" v="2584" actId="14100"/>
          <ac:spMkLst>
            <pc:docMk/>
            <pc:sldMk cId="2589918418" sldId="319"/>
            <ac:spMk id="15" creationId="{6FD6CE29-8265-22C5-C1F0-ACCE6452396D}"/>
          </ac:spMkLst>
        </pc:spChg>
        <pc:spChg chg="mod">
          <ac:chgData name="Debbie Shaw" userId="79bf7848-a030-4096-934a-3abbfde4984a" providerId="ADAL" clId="{8DE9E9FB-001C-4B84-83DE-E1F7ABB9FAA3}" dt="2026-09-15T17:03:11.199" v="1505" actId="1076"/>
          <ac:spMkLst>
            <pc:docMk/>
            <pc:sldMk cId="2589918418" sldId="319"/>
            <ac:spMk id="16" creationId="{ED183A0D-85BC-8C30-A7BE-AEB80CC7D472}"/>
          </ac:spMkLst>
        </pc:spChg>
        <pc:spChg chg="mod">
          <ac:chgData name="Debbie Shaw" userId="79bf7848-a030-4096-934a-3abbfde4984a" providerId="ADAL" clId="{8DE9E9FB-001C-4B84-83DE-E1F7ABB9FAA3}" dt="2026-09-16T14:39:44.354" v="3031" actId="1076"/>
          <ac:spMkLst>
            <pc:docMk/>
            <pc:sldMk cId="2589918418" sldId="319"/>
            <ac:spMk id="17" creationId="{E0028267-2AA8-1B27-7737-B3362915EB95}"/>
          </ac:spMkLst>
        </pc:spChg>
        <pc:grpChg chg="mod">
          <ac:chgData name="Debbie Shaw" userId="79bf7848-a030-4096-934a-3abbfde4984a" providerId="ADAL" clId="{8DE9E9FB-001C-4B84-83DE-E1F7ABB9FAA3}" dt="2026-09-15T17:03:11.199" v="1505" actId="1076"/>
          <ac:grpSpMkLst>
            <pc:docMk/>
            <pc:sldMk cId="2589918418" sldId="319"/>
            <ac:grpSpMk id="3" creationId="{213C4E5A-D5B4-411D-AD2D-FCEADDB9B112}"/>
          </ac:grpSpMkLst>
        </pc:grpChg>
        <pc:picChg chg="add mod">
          <ac:chgData name="Debbie Shaw" userId="79bf7848-a030-4096-934a-3abbfde4984a" providerId="ADAL" clId="{8DE9E9FB-001C-4B84-83DE-E1F7ABB9FAA3}" dt="2026-09-15T17:03:00.948" v="1504" actId="1076"/>
          <ac:picMkLst>
            <pc:docMk/>
            <pc:sldMk cId="2589918418" sldId="319"/>
            <ac:picMk id="9" creationId="{C2C9D29F-5B9A-FCDE-E246-D4E2808B2F91}"/>
          </ac:picMkLst>
        </pc:picChg>
        <pc:picChg chg="add mod">
          <ac:chgData name="Debbie Shaw" userId="79bf7848-a030-4096-934a-3abbfde4984a" providerId="ADAL" clId="{8DE9E9FB-001C-4B84-83DE-E1F7ABB9FAA3}" dt="2026-09-15T17:03:00.948" v="1504" actId="1076"/>
          <ac:picMkLst>
            <pc:docMk/>
            <pc:sldMk cId="2589918418" sldId="319"/>
            <ac:picMk id="18" creationId="{979E9AFE-31E1-B962-7A6E-4AC7AE7667CE}"/>
          </ac:picMkLst>
        </pc:picChg>
      </pc:sldChg>
      <pc:sldChg chg="addSp delSp modSp add mod modAnim">
        <pc:chgData name="Debbie Shaw" userId="79bf7848-a030-4096-934a-3abbfde4984a" providerId="ADAL" clId="{8DE9E9FB-001C-4B84-83DE-E1F7ABB9FAA3}" dt="2026-09-16T16:40:05.148" v="3532" actId="20577"/>
        <pc:sldMkLst>
          <pc:docMk/>
          <pc:sldMk cId="2429419159" sldId="320"/>
        </pc:sldMkLst>
        <pc:spChg chg="mod">
          <ac:chgData name="Debbie Shaw" userId="79bf7848-a030-4096-934a-3abbfde4984a" providerId="ADAL" clId="{8DE9E9FB-001C-4B84-83DE-E1F7ABB9FAA3}" dt="2026-09-16T16:39:17.020" v="3523" actId="1076"/>
          <ac:spMkLst>
            <pc:docMk/>
            <pc:sldMk cId="2429419159" sldId="320"/>
            <ac:spMk id="2" creationId="{E1F4A2B5-A28A-3D60-2CD4-F3955149D85D}"/>
          </ac:spMkLst>
        </pc:spChg>
        <pc:spChg chg="mod">
          <ac:chgData name="Debbie Shaw" userId="79bf7848-a030-4096-934a-3abbfde4984a" providerId="ADAL" clId="{8DE9E9FB-001C-4B84-83DE-E1F7ABB9FAA3}" dt="2026-09-16T16:40:05.148" v="3532" actId="20577"/>
          <ac:spMkLst>
            <pc:docMk/>
            <pc:sldMk cId="2429419159" sldId="320"/>
            <ac:spMk id="4" creationId="{D07F7DD2-FADD-B8F4-E15C-9DC7C43C0B44}"/>
          </ac:spMkLst>
        </pc:spChg>
        <pc:spChg chg="mod">
          <ac:chgData name="Debbie Shaw" userId="79bf7848-a030-4096-934a-3abbfde4984a" providerId="ADAL" clId="{8DE9E9FB-001C-4B84-83DE-E1F7ABB9FAA3}" dt="2026-09-16T16:38:46.373" v="3519" actId="1076"/>
          <ac:spMkLst>
            <pc:docMk/>
            <pc:sldMk cId="2429419159" sldId="320"/>
            <ac:spMk id="6" creationId="{70740312-1DA6-031E-F976-44A7004B90BE}"/>
          </ac:spMkLst>
        </pc:spChg>
        <pc:spChg chg="mod">
          <ac:chgData name="Debbie Shaw" userId="79bf7848-a030-4096-934a-3abbfde4984a" providerId="ADAL" clId="{8DE9E9FB-001C-4B84-83DE-E1F7ABB9FAA3}" dt="2026-09-16T16:32:09.763" v="3490" actId="1076"/>
          <ac:spMkLst>
            <pc:docMk/>
            <pc:sldMk cId="2429419159" sldId="320"/>
            <ac:spMk id="7" creationId="{CC97B1CB-92B7-0E14-9879-1161767D4CB7}"/>
          </ac:spMkLst>
        </pc:spChg>
        <pc:spChg chg="del">
          <ac:chgData name="Debbie Shaw" userId="79bf7848-a030-4096-934a-3abbfde4984a" providerId="ADAL" clId="{8DE9E9FB-001C-4B84-83DE-E1F7ABB9FAA3}" dt="2026-09-16T16:30:58.214" v="3488" actId="21"/>
          <ac:spMkLst>
            <pc:docMk/>
            <pc:sldMk cId="2429419159" sldId="320"/>
            <ac:spMk id="10" creationId="{E89AC3FC-8891-848D-9361-8734A4258114}"/>
          </ac:spMkLst>
        </pc:spChg>
        <pc:spChg chg="add mod">
          <ac:chgData name="Debbie Shaw" userId="79bf7848-a030-4096-934a-3abbfde4984a" providerId="ADAL" clId="{8DE9E9FB-001C-4B84-83DE-E1F7ABB9FAA3}" dt="2026-09-16T16:39:00.276" v="3521" actId="1076"/>
          <ac:spMkLst>
            <pc:docMk/>
            <pc:sldMk cId="2429419159" sldId="320"/>
            <ac:spMk id="13" creationId="{DEA660A1-7656-99F3-3CC4-4EF57ACECAC4}"/>
          </ac:spMkLst>
        </pc:spChg>
        <pc:spChg chg="mod">
          <ac:chgData name="Debbie Shaw" userId="79bf7848-a030-4096-934a-3abbfde4984a" providerId="ADAL" clId="{8DE9E9FB-001C-4B84-83DE-E1F7ABB9FAA3}" dt="2026-09-16T16:38:40.311" v="3518" actId="1076"/>
          <ac:spMkLst>
            <pc:docMk/>
            <pc:sldMk cId="2429419159" sldId="320"/>
            <ac:spMk id="15" creationId="{A5F7D064-32FB-8B3C-C4A1-46BAE2FC8D8A}"/>
          </ac:spMkLst>
        </pc:spChg>
        <pc:spChg chg="mod">
          <ac:chgData name="Debbie Shaw" userId="79bf7848-a030-4096-934a-3abbfde4984a" providerId="ADAL" clId="{8DE9E9FB-001C-4B84-83DE-E1F7ABB9FAA3}" dt="2026-09-16T16:39:32.077" v="3524" actId="1076"/>
          <ac:spMkLst>
            <pc:docMk/>
            <pc:sldMk cId="2429419159" sldId="320"/>
            <ac:spMk id="16" creationId="{6C01F4E4-8854-8299-1A5A-DCA9BDC99F52}"/>
          </ac:spMkLst>
        </pc:spChg>
        <pc:spChg chg="mod">
          <ac:chgData name="Debbie Shaw" userId="79bf7848-a030-4096-934a-3abbfde4984a" providerId="ADAL" clId="{8DE9E9FB-001C-4B84-83DE-E1F7ABB9FAA3}" dt="2026-09-16T16:32:26.056" v="3491" actId="1076"/>
          <ac:spMkLst>
            <pc:docMk/>
            <pc:sldMk cId="2429419159" sldId="320"/>
            <ac:spMk id="17" creationId="{D9EA30B1-1BE7-1D2D-A412-476ABDF3E8F4}"/>
          </ac:spMkLst>
        </pc:spChg>
        <pc:grpChg chg="mod">
          <ac:chgData name="Debbie Shaw" userId="79bf7848-a030-4096-934a-3abbfde4984a" providerId="ADAL" clId="{8DE9E9FB-001C-4B84-83DE-E1F7ABB9FAA3}" dt="2026-09-16T16:39:32.077" v="3524" actId="1076"/>
          <ac:grpSpMkLst>
            <pc:docMk/>
            <pc:sldMk cId="2429419159" sldId="320"/>
            <ac:grpSpMk id="3" creationId="{5A1AAC79-05EF-F73D-137B-BA6156FA4F08}"/>
          </ac:grpSpMkLst>
        </pc:grpChg>
        <pc:picChg chg="add mod">
          <ac:chgData name="Debbie Shaw" userId="79bf7848-a030-4096-934a-3abbfde4984a" providerId="ADAL" clId="{8DE9E9FB-001C-4B84-83DE-E1F7ABB9FAA3}" dt="2026-09-16T16:39:00.276" v="3521" actId="1076"/>
          <ac:picMkLst>
            <pc:docMk/>
            <pc:sldMk cId="2429419159" sldId="320"/>
            <ac:picMk id="9" creationId="{CEBCFBEF-8F61-D394-6449-3148AE15F929}"/>
          </ac:picMkLst>
        </pc:picChg>
        <pc:picChg chg="add mod">
          <ac:chgData name="Debbie Shaw" userId="79bf7848-a030-4096-934a-3abbfde4984a" providerId="ADAL" clId="{8DE9E9FB-001C-4B84-83DE-E1F7ABB9FAA3}" dt="2026-09-16T16:39:00.276" v="3521" actId="1076"/>
          <ac:picMkLst>
            <pc:docMk/>
            <pc:sldMk cId="2429419159" sldId="320"/>
            <ac:picMk id="18" creationId="{D6D52207-D5FD-46B1-89B4-7223250F60C8}"/>
          </ac:picMkLst>
        </pc:picChg>
        <pc:picChg chg="add mod">
          <ac:chgData name="Debbie Shaw" userId="79bf7848-a030-4096-934a-3abbfde4984a" providerId="ADAL" clId="{8DE9E9FB-001C-4B84-83DE-E1F7ABB9FAA3}" dt="2026-09-16T16:39:00.276" v="3521" actId="1076"/>
          <ac:picMkLst>
            <pc:docMk/>
            <pc:sldMk cId="2429419159" sldId="320"/>
            <ac:picMk id="20" creationId="{6D9F029E-54A1-1F2B-53EC-2A205EA3F4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31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6344-CFA4-BD5A-316D-237D1CA9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49391-CC90-2EAD-2B60-53C1C981D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C1705-D24F-0AA1-D74A-EDB0B3559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55D1-A306-86D8-8A38-D0B3E2B80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8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0B2E-A3B6-ECAA-F2A9-073CC099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0EF3C-BC81-292E-8AB1-EB64564FE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AC1A8-7BC3-5ABC-9567-4521F35A3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D6BE7-7C86-1A8F-F8BD-97A3D1ACD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83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7A13-A7E6-14D5-0539-C459AC67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E30E9-DDD6-B3B3-F8B3-B0DAB04CB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A1F8B-10A4-B1AD-21C7-7BEFB35F1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C3DA1-881B-B57F-201B-0162BB8AD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23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3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270D0-DE69-4124-AC4D-00EB782D4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0" b="6630"/>
          <a:stretch/>
        </p:blipFill>
        <p:spPr>
          <a:xfrm>
            <a:off x="-1" y="1891242"/>
            <a:ext cx="9144001" cy="474978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Checking Steps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253136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Eight-Step </a:t>
            </a:r>
            <a:r>
              <a:rPr lang="en-US" dirty="0"/>
              <a:t>Translation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D3DDF-024B-408D-B16F-2F02241E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E5928-572B-4880-A6BF-E5F72A8F1D3C}"/>
              </a:ext>
            </a:extLst>
          </p:cNvPr>
          <p:cNvSpPr txBox="1"/>
          <p:nvPr/>
        </p:nvSpPr>
        <p:spPr>
          <a:xfrm>
            <a:off x="527653" y="2567008"/>
            <a:ext cx="2509565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Drafting Steps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0CBE0-7A09-4871-B7C3-99687A33D0D1}"/>
              </a:ext>
            </a:extLst>
          </p:cNvPr>
          <p:cNvSpPr txBox="1"/>
          <p:nvPr/>
        </p:nvSpPr>
        <p:spPr>
          <a:xfrm>
            <a:off x="6027963" y="2567008"/>
            <a:ext cx="28359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Checking Steps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2A223-F66F-4B13-8B58-2FF096AC2185}"/>
              </a:ext>
            </a:extLst>
          </p:cNvPr>
          <p:cNvSpPr txBox="1"/>
          <p:nvPr/>
        </p:nvSpPr>
        <p:spPr>
          <a:xfrm>
            <a:off x="355096" y="3305466"/>
            <a:ext cx="2843894" cy="211481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Consume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Verbalize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Chunk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Blind Draft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61102-9561-4346-927F-38B586F30AA6}"/>
              </a:ext>
            </a:extLst>
          </p:cNvPr>
          <p:cNvSpPr txBox="1"/>
          <p:nvPr/>
        </p:nvSpPr>
        <p:spPr>
          <a:xfrm>
            <a:off x="6023982" y="3305466"/>
            <a:ext cx="2843894" cy="250998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Self-edit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Peer-edit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Key Word Check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Verse-by-Verse Check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0F0B8B-D065-F033-7246-01E49643391F}"/>
              </a:ext>
            </a:extLst>
          </p:cNvPr>
          <p:cNvGrpSpPr/>
          <p:nvPr/>
        </p:nvGrpSpPr>
        <p:grpSpPr>
          <a:xfrm>
            <a:off x="7079646" y="5815448"/>
            <a:ext cx="732566" cy="743379"/>
            <a:chOff x="2917371" y="2275114"/>
            <a:chExt cx="2939144" cy="29391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D0AB404-71E3-93E9-CECF-CDA7CF6F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5" name="&quot;Not Allowed&quot; Symbol 6">
              <a:extLst>
                <a:ext uri="{FF2B5EF4-FFF2-40B4-BE49-F238E27FC236}">
                  <a16:creationId xmlns:a16="http://schemas.microsoft.com/office/drawing/2014/main" id="{5E882ACB-C133-821B-732A-5B79DF211309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C04763-F15B-4C30-AFF6-BB13942032EA}"/>
              </a:ext>
            </a:extLst>
          </p:cNvPr>
          <p:cNvSpPr/>
          <p:nvPr/>
        </p:nvSpPr>
        <p:spPr>
          <a:xfrm>
            <a:off x="0" y="1640832"/>
            <a:ext cx="9144000" cy="47896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6918"/>
            <a:ext cx="7886700" cy="733509"/>
          </a:xfrm>
        </p:spPr>
        <p:txBody>
          <a:bodyPr/>
          <a:lstStyle/>
          <a:p>
            <a:r>
              <a:rPr lang="en-US" dirty="0"/>
              <a:t>Step 5: Self-Edit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350E3-2FD4-D906-ACB1-3BAA94D7D5EC}"/>
              </a:ext>
            </a:extLst>
          </p:cNvPr>
          <p:cNvSpPr txBox="1"/>
          <p:nvPr/>
        </p:nvSpPr>
        <p:spPr>
          <a:xfrm>
            <a:off x="1464303" y="1673427"/>
            <a:ext cx="6251129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Each one should examine his own work... 	Galatians 6:4a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0F3C2-13CB-EDB3-F1A6-1FCB000C9C83}"/>
              </a:ext>
            </a:extLst>
          </p:cNvPr>
          <p:cNvSpPr txBox="1"/>
          <p:nvPr/>
        </p:nvSpPr>
        <p:spPr>
          <a:xfrm>
            <a:off x="415823" y="5379971"/>
            <a:ext cx="8312353" cy="1015663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519113" lvl="1" indent="-511175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Tip: Use your Quality Assessment Guide to make sure your draft meets every quality you desire in your translation.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519113" lvl="1" indent="-511175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Use as many resources as you have available. </a:t>
            </a:r>
            <a:endParaRPr lang="en-US" sz="20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9581D-06D6-4C21-188F-1688F3EF4F08}"/>
              </a:ext>
            </a:extLst>
          </p:cNvPr>
          <p:cNvSpPr txBox="1"/>
          <p:nvPr/>
        </p:nvSpPr>
        <p:spPr>
          <a:xfrm>
            <a:off x="1726892" y="3673541"/>
            <a:ext cx="7001285" cy="144655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Any missing, added, or incorrect information can be corrected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You retain ownership and responsibility for your draft</a:t>
            </a:r>
            <a:endParaRPr lang="en-US" sz="2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0491B-D452-76AE-86D3-0F33C57CAAD9}"/>
              </a:ext>
            </a:extLst>
          </p:cNvPr>
          <p:cNvSpPr txBox="1"/>
          <p:nvPr/>
        </p:nvSpPr>
        <p:spPr>
          <a:xfrm>
            <a:off x="124542" y="2497266"/>
            <a:ext cx="7902387" cy="952568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53975"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Process:   1. Compare your draft to the source text</a:t>
            </a:r>
          </a:p>
          <a:p>
            <a:pPr marL="53975"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2. Make any needed changes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5A6111-7754-C8F5-F433-94A746C3F64F}"/>
              </a:ext>
            </a:extLst>
          </p:cNvPr>
          <p:cNvSpPr txBox="1"/>
          <p:nvPr/>
        </p:nvSpPr>
        <p:spPr>
          <a:xfrm>
            <a:off x="900709" y="3673541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0D78DDC7-5B5A-9782-2B76-E36A9B733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903" y="4612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ECEDD8-38CC-0447-013E-0377E41DA4FA}"/>
              </a:ext>
            </a:extLst>
          </p:cNvPr>
          <p:cNvSpPr txBox="1"/>
          <p:nvPr/>
        </p:nvSpPr>
        <p:spPr>
          <a:xfrm>
            <a:off x="1204479" y="119095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Alone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9074DC-C308-D911-AEC1-6C64601C06EC}"/>
              </a:ext>
            </a:extLst>
          </p:cNvPr>
          <p:cNvGrpSpPr/>
          <p:nvPr/>
        </p:nvGrpSpPr>
        <p:grpSpPr>
          <a:xfrm>
            <a:off x="7600950" y="466932"/>
            <a:ext cx="914400" cy="930656"/>
            <a:chOff x="2917371" y="2275114"/>
            <a:chExt cx="2939144" cy="29391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0B8272-DEF0-38BA-FE4E-B4F56B938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11" name="&quot;Not Allowed&quot; Symbol 6">
              <a:extLst>
                <a:ext uri="{FF2B5EF4-FFF2-40B4-BE49-F238E27FC236}">
                  <a16:creationId xmlns:a16="http://schemas.microsoft.com/office/drawing/2014/main" id="{9AB50BC0-C86D-23CB-0FF6-8DD1DEA6A2A6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B84E54-0721-0213-9961-A017FDA40B66}"/>
              </a:ext>
            </a:extLst>
          </p:cNvPr>
          <p:cNvSpPr txBox="1"/>
          <p:nvPr/>
        </p:nvSpPr>
        <p:spPr>
          <a:xfrm>
            <a:off x="6503541" y="970197"/>
            <a:ext cx="1612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</a:t>
            </a:r>
          </a:p>
          <a:p>
            <a:pPr algn="ctr"/>
            <a:r>
              <a:rPr lang="en-US" dirty="0"/>
              <a:t>time limit </a:t>
            </a:r>
          </a:p>
        </p:txBody>
      </p:sp>
    </p:spTree>
    <p:extLst>
      <p:ext uri="{BB962C8B-B14F-4D97-AF65-F5344CB8AC3E}">
        <p14:creationId xmlns:p14="http://schemas.microsoft.com/office/powerpoint/2010/main" val="379327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B3F97-B5B6-28CE-E53F-95E70957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5511A0-212E-0FDC-5667-0B2B5B6F3F79}"/>
              </a:ext>
            </a:extLst>
          </p:cNvPr>
          <p:cNvSpPr/>
          <p:nvPr/>
        </p:nvSpPr>
        <p:spPr>
          <a:xfrm>
            <a:off x="0" y="1576169"/>
            <a:ext cx="9144000" cy="7078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D9819-A4EC-4E54-23A3-324B8F6B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733509"/>
          </a:xfrm>
        </p:spPr>
        <p:txBody>
          <a:bodyPr/>
          <a:lstStyle/>
          <a:p>
            <a:r>
              <a:rPr lang="en-US" dirty="0"/>
              <a:t>Step 6: Peer-Check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50095-1564-04FA-E998-1C66C987829E}"/>
              </a:ext>
            </a:extLst>
          </p:cNvPr>
          <p:cNvSpPr txBox="1"/>
          <p:nvPr/>
        </p:nvSpPr>
        <p:spPr>
          <a:xfrm>
            <a:off x="370205" y="1589084"/>
            <a:ext cx="8403590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Two people work better than one; together they can earn a good wage for their labor. 													Ecclesiastes 4:9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1D1BC-5F9B-8CFE-B3F7-A01980E4A6D9}"/>
              </a:ext>
            </a:extLst>
          </p:cNvPr>
          <p:cNvSpPr txBox="1"/>
          <p:nvPr/>
        </p:nvSpPr>
        <p:spPr>
          <a:xfrm>
            <a:off x="1922708" y="3974551"/>
            <a:ext cx="7079051" cy="144655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Others often catch mistakes you miss</a:t>
            </a:r>
          </a:p>
          <a:p>
            <a:pPr marL="2286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 partner can tell if your translation is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easy to understand</a:t>
            </a:r>
            <a:endParaRPr lang="en-US" sz="2200" dirty="0"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You retain ownership and responsibility for your draft</a:t>
            </a:r>
            <a:endParaRPr lang="en-US" sz="2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1B36C-0E97-C14A-C40C-AB451BC88AE7}"/>
              </a:ext>
            </a:extLst>
          </p:cNvPr>
          <p:cNvSpPr txBox="1"/>
          <p:nvPr/>
        </p:nvSpPr>
        <p:spPr>
          <a:xfrm>
            <a:off x="302964" y="2397196"/>
            <a:ext cx="8538071" cy="144655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655763" lvl="1" indent="-1655763"/>
            <a:r>
              <a:rPr lang="en-US" sz="2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Process:   1. A partner compares your draft to the source text</a:t>
            </a:r>
          </a:p>
          <a:p>
            <a:pPr marL="0" lvl="1"/>
            <a:r>
              <a:rPr lang="en-US" sz="2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2. The partner asks questions and suggests edits</a:t>
            </a:r>
          </a:p>
          <a:p>
            <a:pPr marL="0" lvl="1"/>
            <a:r>
              <a:rPr lang="en-US" sz="2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3. Discuss changes, asking others for input if needed</a:t>
            </a:r>
          </a:p>
          <a:p>
            <a:pPr marL="0" lvl="1"/>
            <a:r>
              <a:rPr lang="en-US" sz="22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4. Make the changes you agree 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C3E912-9799-31FE-4C32-DE16F5B78700}"/>
              </a:ext>
            </a:extLst>
          </p:cNvPr>
          <p:cNvSpPr txBox="1"/>
          <p:nvPr/>
        </p:nvSpPr>
        <p:spPr>
          <a:xfrm>
            <a:off x="540598" y="3973420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59D1EF57-10D1-B0EE-1549-E9263AAE0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023" y="33939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9EDAB1-FE08-5E35-F255-BDDED04B323A}"/>
              </a:ext>
            </a:extLst>
          </p:cNvPr>
          <p:cNvSpPr txBox="1"/>
          <p:nvPr/>
        </p:nvSpPr>
        <p:spPr>
          <a:xfrm>
            <a:off x="912175" y="1146906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a partner</a:t>
            </a:r>
          </a:p>
        </p:txBody>
      </p:sp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5149575E-6D3D-8699-D230-E0CFF1B63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308" y="37298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2D2312-1584-6B97-0CE7-E8590C621987}"/>
              </a:ext>
            </a:extLst>
          </p:cNvPr>
          <p:cNvSpPr txBox="1"/>
          <p:nvPr/>
        </p:nvSpPr>
        <p:spPr>
          <a:xfrm>
            <a:off x="628650" y="5551906"/>
            <a:ext cx="7268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indent="-630238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Tips: 		Make sure to read the translation out loud. </a:t>
            </a:r>
          </a:p>
          <a:p>
            <a:pPr marL="630238" indent="-630238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Use all resources available.</a:t>
            </a:r>
          </a:p>
          <a:p>
            <a:pPr marL="630238" indent="-630238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		Check that the meaning is </a:t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clearly communicated.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AC8148-2822-EB5E-EBFF-C224695D73E6}"/>
              </a:ext>
            </a:extLst>
          </p:cNvPr>
          <p:cNvGrpSpPr/>
          <p:nvPr/>
        </p:nvGrpSpPr>
        <p:grpSpPr>
          <a:xfrm>
            <a:off x="7382213" y="372988"/>
            <a:ext cx="914400" cy="930656"/>
            <a:chOff x="2917371" y="2275114"/>
            <a:chExt cx="2939144" cy="29391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1A9440-8DF8-B3EE-CA8A-9D0B481FD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11" name="&quot;Not Allowed&quot; Symbol 6">
              <a:extLst>
                <a:ext uri="{FF2B5EF4-FFF2-40B4-BE49-F238E27FC236}">
                  <a16:creationId xmlns:a16="http://schemas.microsoft.com/office/drawing/2014/main" id="{3AA7D25B-10BF-90AA-8CBF-E78263D3326E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F8A8C61-EB80-CED5-C13A-577722CD4E7D}"/>
              </a:ext>
            </a:extLst>
          </p:cNvPr>
          <p:cNvSpPr txBox="1"/>
          <p:nvPr/>
        </p:nvSpPr>
        <p:spPr>
          <a:xfrm>
            <a:off x="6284804" y="876253"/>
            <a:ext cx="1612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</a:t>
            </a:r>
          </a:p>
          <a:p>
            <a:pPr algn="ctr"/>
            <a:r>
              <a:rPr lang="en-US" dirty="0"/>
              <a:t>time limit </a:t>
            </a:r>
          </a:p>
        </p:txBody>
      </p:sp>
    </p:spTree>
    <p:extLst>
      <p:ext uri="{BB962C8B-B14F-4D97-AF65-F5344CB8AC3E}">
        <p14:creationId xmlns:p14="http://schemas.microsoft.com/office/powerpoint/2010/main" val="250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E032-8651-D7CE-4673-F1F0F4D9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D6CE29-8265-22C5-C1F0-ACCE6452396D}"/>
              </a:ext>
            </a:extLst>
          </p:cNvPr>
          <p:cNvSpPr/>
          <p:nvPr/>
        </p:nvSpPr>
        <p:spPr>
          <a:xfrm>
            <a:off x="0" y="1439858"/>
            <a:ext cx="9144000" cy="6463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7E6D-ADF2-4DC0-D453-7D781445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733509"/>
          </a:xfrm>
        </p:spPr>
        <p:txBody>
          <a:bodyPr/>
          <a:lstStyle/>
          <a:p>
            <a:r>
              <a:rPr lang="en-US" dirty="0"/>
              <a:t>Step 7: Key Word Check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83A0D-85BC-8C30-A7BE-AEB80CC7D472}"/>
              </a:ext>
            </a:extLst>
          </p:cNvPr>
          <p:cNvSpPr txBox="1"/>
          <p:nvPr/>
        </p:nvSpPr>
        <p:spPr>
          <a:xfrm>
            <a:off x="6908456" y="793528"/>
            <a:ext cx="1612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</a:t>
            </a:r>
          </a:p>
          <a:p>
            <a:pPr algn="ctr"/>
            <a:r>
              <a:rPr lang="en-US" dirty="0"/>
              <a:t>time limit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87486-E3AF-B955-EE51-100B44F84839}"/>
              </a:ext>
            </a:extLst>
          </p:cNvPr>
          <p:cNvSpPr txBox="1"/>
          <p:nvPr/>
        </p:nvSpPr>
        <p:spPr>
          <a:xfrm>
            <a:off x="169990" y="1451224"/>
            <a:ext cx="8804018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system-ui"/>
              </a:rPr>
              <a:t>But the one to whom I have declared something, let him declare my word truthfully. </a:t>
            </a:r>
            <a:r>
              <a:rPr lang="en-US" dirty="0">
                <a:solidFill>
                  <a:schemeClr val="bg1"/>
                </a:solidFill>
                <a:latin typeface="system-ui"/>
              </a:rPr>
              <a:t>																Jeremiah 23:28b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4BCB1-85AB-F5DA-A95E-E0791E2B1BEE}"/>
              </a:ext>
            </a:extLst>
          </p:cNvPr>
          <p:cNvSpPr txBox="1"/>
          <p:nvPr/>
        </p:nvSpPr>
        <p:spPr>
          <a:xfrm>
            <a:off x="798642" y="3675134"/>
            <a:ext cx="7508247" cy="1477328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Ensures meaning-based translation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Begins the process of consistency checking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Verifies theological accuracy</a:t>
            </a:r>
            <a:endParaRPr lang="en-US" dirty="0"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Helps teams find the best way to convey spiritual concepts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Improves clarity and accuracy</a:t>
            </a:r>
            <a:endParaRPr lang="en-US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28267-2AA8-1B27-7737-B3362915EB95}"/>
              </a:ext>
            </a:extLst>
          </p:cNvPr>
          <p:cNvSpPr txBox="1"/>
          <p:nvPr/>
        </p:nvSpPr>
        <p:spPr>
          <a:xfrm>
            <a:off x="192353" y="367513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32404-52F5-8897-6313-4D202E36B6D7}"/>
              </a:ext>
            </a:extLst>
          </p:cNvPr>
          <p:cNvSpPr txBox="1"/>
          <p:nvPr/>
        </p:nvSpPr>
        <p:spPr>
          <a:xfrm>
            <a:off x="192353" y="2288341"/>
            <a:ext cx="8759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Process:   1. A partner marks all the key words and key terms in the source text</a:t>
            </a:r>
          </a:p>
          <a:p>
            <a:r>
              <a:rPr lang="en-US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		   2. Check that every one of these words is in the draft</a:t>
            </a:r>
          </a:p>
          <a:p>
            <a:r>
              <a:rPr lang="en-US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		   3. Check that the definitions of these words in the draft communicate the 			same meaning as the definitions of the words in the source text.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C7062-76F7-AA3E-E3EA-EFB94CB3F157}"/>
              </a:ext>
            </a:extLst>
          </p:cNvPr>
          <p:cNvSpPr txBox="1"/>
          <p:nvPr/>
        </p:nvSpPr>
        <p:spPr>
          <a:xfrm>
            <a:off x="255626" y="5284493"/>
            <a:ext cx="8632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indent="-630238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Tips:	The translation may need to use more than one word to express the same meaning as a key word or a key term. </a:t>
            </a:r>
          </a:p>
          <a:p>
            <a:pPr marL="630238" indent="-630238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Keep a list of the words that are difficult to express in your language for your whole team to use. Include the translations you chose for each word.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3C4E5A-D5B4-411D-AD2D-FCEADDB9B112}"/>
              </a:ext>
            </a:extLst>
          </p:cNvPr>
          <p:cNvGrpSpPr/>
          <p:nvPr/>
        </p:nvGrpSpPr>
        <p:grpSpPr>
          <a:xfrm>
            <a:off x="8024417" y="378249"/>
            <a:ext cx="732566" cy="743379"/>
            <a:chOff x="2917371" y="2275114"/>
            <a:chExt cx="2939144" cy="29391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12A459-1D8A-FC5C-0692-F1EFA783C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11" name="&quot;Not Allowed&quot; Symbol 6">
              <a:extLst>
                <a:ext uri="{FF2B5EF4-FFF2-40B4-BE49-F238E27FC236}">
                  <a16:creationId xmlns:a16="http://schemas.microsoft.com/office/drawing/2014/main" id="{65AFCBDC-09F6-39F0-A2AD-4F17BFAF5A14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C2C9D29F-5B9A-FCDE-E246-D4E2808B2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442" y="25165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F8F9C8-E63D-81D8-80BE-D3198FD768DE}"/>
              </a:ext>
            </a:extLst>
          </p:cNvPr>
          <p:cNvSpPr txBox="1"/>
          <p:nvPr/>
        </p:nvSpPr>
        <p:spPr>
          <a:xfrm>
            <a:off x="585440" y="1059162"/>
            <a:ext cx="213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a new partner</a:t>
            </a:r>
          </a:p>
        </p:txBody>
      </p:sp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979E9AFE-31E1-B962-7A6E-4AC7AE7667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727" y="2852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1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23E5-DC78-B36E-9BF4-69637987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F7D064-32FB-8B3C-C4A1-46BAE2FC8D8A}"/>
              </a:ext>
            </a:extLst>
          </p:cNvPr>
          <p:cNvSpPr/>
          <p:nvPr/>
        </p:nvSpPr>
        <p:spPr>
          <a:xfrm>
            <a:off x="0" y="1833142"/>
            <a:ext cx="9144000" cy="38029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4A2B5-A28A-3D60-2CD4-F3955149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86064"/>
            <a:ext cx="7886700" cy="733509"/>
          </a:xfrm>
        </p:spPr>
        <p:txBody>
          <a:bodyPr/>
          <a:lstStyle/>
          <a:p>
            <a:r>
              <a:rPr lang="en-US" dirty="0"/>
              <a:t>Step 8: Verse-by-Verse Check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1F4E4-8854-8299-1A5A-DCA9BDC99F52}"/>
              </a:ext>
            </a:extLst>
          </p:cNvPr>
          <p:cNvSpPr txBox="1"/>
          <p:nvPr/>
        </p:nvSpPr>
        <p:spPr>
          <a:xfrm>
            <a:off x="6754253" y="1081741"/>
            <a:ext cx="1612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</a:t>
            </a:r>
          </a:p>
          <a:p>
            <a:pPr algn="ctr"/>
            <a:r>
              <a:rPr lang="en-US" dirty="0"/>
              <a:t>time limit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40312-1DA6-031E-F976-44A7004B90BE}"/>
              </a:ext>
            </a:extLst>
          </p:cNvPr>
          <p:cNvSpPr txBox="1"/>
          <p:nvPr/>
        </p:nvSpPr>
        <p:spPr>
          <a:xfrm>
            <a:off x="147628" y="1803120"/>
            <a:ext cx="880401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Iron sharpens iron; in the same way, a man sharpens his friend. </a:t>
            </a:r>
            <a:r>
              <a:rPr lang="en-US" sz="2000" dirty="0">
                <a:solidFill>
                  <a:schemeClr val="bg1"/>
                </a:solidFill>
                <a:latin typeface="system-ui"/>
              </a:rPr>
              <a:t>	Proverbs 27:17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7B1CB-92B7-0E14-9879-1161767D4CB7}"/>
              </a:ext>
            </a:extLst>
          </p:cNvPr>
          <p:cNvSpPr txBox="1"/>
          <p:nvPr/>
        </p:nvSpPr>
        <p:spPr>
          <a:xfrm>
            <a:off x="1351724" y="4771472"/>
            <a:ext cx="7216393" cy="153574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New readers/listeners may notice small problems that others missed</a:t>
            </a: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Accuracy and meaning are more closely examined</a:t>
            </a:r>
          </a:p>
          <a:p>
            <a:pPr marL="3429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Flow, clarity, and naturalness are all affirmed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A30B1-1BE7-1D2D-A412-476ABDF3E8F4}"/>
              </a:ext>
            </a:extLst>
          </p:cNvPr>
          <p:cNvSpPr txBox="1"/>
          <p:nvPr/>
        </p:nvSpPr>
        <p:spPr>
          <a:xfrm>
            <a:off x="257300" y="4771472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F7DD2-FADD-B8F4-E15C-9DC7C43C0B44}"/>
              </a:ext>
            </a:extLst>
          </p:cNvPr>
          <p:cNvSpPr txBox="1"/>
          <p:nvPr/>
        </p:nvSpPr>
        <p:spPr>
          <a:xfrm>
            <a:off x="192352" y="2539919"/>
            <a:ext cx="8759294" cy="1905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Process:     1. Read the translation aloud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			2. One partner orally translates it back into the source language</a:t>
            </a:r>
          </a:p>
          <a:p>
            <a:pPr marL="1371600" indent="-1371600">
              <a:lnSpc>
                <a:spcPct val="120000"/>
              </a:lnSpc>
            </a:pPr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	3. The second partner compares the oral back-translation to the        </a:t>
            </a:r>
          </a:p>
          <a:p>
            <a:pPr marL="1371600" indent="-1371600">
              <a:lnSpc>
                <a:spcPct val="120000"/>
              </a:lnSpc>
            </a:pPr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	    source text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			4. The three discuss differences and make corrections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1AAC79-05EF-F73D-137B-BA6156FA4F08}"/>
              </a:ext>
            </a:extLst>
          </p:cNvPr>
          <p:cNvGrpSpPr/>
          <p:nvPr/>
        </p:nvGrpSpPr>
        <p:grpSpPr>
          <a:xfrm>
            <a:off x="7782783" y="650538"/>
            <a:ext cx="732566" cy="743379"/>
            <a:chOff x="2917371" y="2275114"/>
            <a:chExt cx="2939144" cy="29391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05F40C-CEFB-C84A-21C9-ED3C99058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11" name="&quot;Not Allowed&quot; Symbol 6">
              <a:extLst>
                <a:ext uri="{FF2B5EF4-FFF2-40B4-BE49-F238E27FC236}">
                  <a16:creationId xmlns:a16="http://schemas.microsoft.com/office/drawing/2014/main" id="{84C01953-DDB3-EBBC-42A8-1A7390440A7C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CEBCFBEF-8F61-D394-6449-3148AE15F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815" y="524505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A660A1-7656-99F3-3CC4-4EF57ACECAC4}"/>
              </a:ext>
            </a:extLst>
          </p:cNvPr>
          <p:cNvSpPr txBox="1"/>
          <p:nvPr/>
        </p:nvSpPr>
        <p:spPr>
          <a:xfrm>
            <a:off x="416672" y="1353726"/>
            <a:ext cx="250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two new partners</a:t>
            </a:r>
          </a:p>
        </p:txBody>
      </p:sp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D6D52207-D5FD-46B1-89B4-7223250F6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862" y="622043"/>
            <a:ext cx="914400" cy="914400"/>
          </a:xfrm>
          <a:prstGeom prst="rect">
            <a:avLst/>
          </a:prstGeom>
        </p:spPr>
      </p:pic>
      <p:pic>
        <p:nvPicPr>
          <p:cNvPr id="20" name="Graphic 19" descr="User with solid fill">
            <a:extLst>
              <a:ext uri="{FF2B5EF4-FFF2-40B4-BE49-F238E27FC236}">
                <a16:creationId xmlns:a16="http://schemas.microsoft.com/office/drawing/2014/main" id="{6D9F029E-54A1-1F2B-53EC-2A205EA3F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628" y="6334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C04763-F15B-4C30-AFF6-BB13942032EA}"/>
              </a:ext>
            </a:extLst>
          </p:cNvPr>
          <p:cNvSpPr/>
          <p:nvPr/>
        </p:nvSpPr>
        <p:spPr>
          <a:xfrm>
            <a:off x="0" y="1825365"/>
            <a:ext cx="9144000" cy="72079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Steps Summarized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6F8DF6-DC2C-4B50-8440-914720AAB98B}"/>
              </a:ext>
            </a:extLst>
          </p:cNvPr>
          <p:cNvSpPr/>
          <p:nvPr/>
        </p:nvSpPr>
        <p:spPr>
          <a:xfrm>
            <a:off x="933266" y="1228256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90808-3869-4B49-912A-40B164B405F3}"/>
              </a:ext>
            </a:extLst>
          </p:cNvPr>
          <p:cNvSpPr txBox="1"/>
          <p:nvPr/>
        </p:nvSpPr>
        <p:spPr>
          <a:xfrm>
            <a:off x="52430" y="2651432"/>
            <a:ext cx="2205265" cy="10656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Compare each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chunk to source;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make any edits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3FF4-442C-40D3-BCF9-CABEA8C0AB3E}"/>
              </a:ext>
            </a:extLst>
          </p:cNvPr>
          <p:cNvSpPr txBox="1"/>
          <p:nvPr/>
        </p:nvSpPr>
        <p:spPr>
          <a:xfrm>
            <a:off x="339010" y="1978879"/>
            <a:ext cx="16383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Self-edit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1B60E-C6EC-48DA-B54A-D979E549268C}"/>
              </a:ext>
            </a:extLst>
          </p:cNvPr>
          <p:cNvSpPr txBox="1"/>
          <p:nvPr/>
        </p:nvSpPr>
        <p:spPr>
          <a:xfrm>
            <a:off x="2530052" y="1978879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Peer-edit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C1FFB7-EC76-4A1A-A7F7-4E96655B41B8}"/>
              </a:ext>
            </a:extLst>
          </p:cNvPr>
          <p:cNvSpPr txBox="1"/>
          <p:nvPr/>
        </p:nvSpPr>
        <p:spPr>
          <a:xfrm>
            <a:off x="4492494" y="1846508"/>
            <a:ext cx="1638301" cy="7142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Key Word</a:t>
            </a:r>
            <a:b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260C4-F7A9-4D49-84FE-083736E9FC23}"/>
              </a:ext>
            </a:extLst>
          </p:cNvPr>
          <p:cNvSpPr txBox="1"/>
          <p:nvPr/>
        </p:nvSpPr>
        <p:spPr>
          <a:xfrm>
            <a:off x="6623804" y="1852858"/>
            <a:ext cx="2106382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Verse-by-Verse Check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6EDCE2-6D09-457C-8366-FE8763D36D78}"/>
              </a:ext>
            </a:extLst>
          </p:cNvPr>
          <p:cNvSpPr/>
          <p:nvPr/>
        </p:nvSpPr>
        <p:spPr>
          <a:xfrm>
            <a:off x="3014873" y="1220598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1033EA-6D7B-4E5A-B82C-F77FDC2388B6}"/>
              </a:ext>
            </a:extLst>
          </p:cNvPr>
          <p:cNvSpPr/>
          <p:nvPr/>
        </p:nvSpPr>
        <p:spPr>
          <a:xfrm>
            <a:off x="5057142" y="121609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593841-0176-4AC1-BB8D-16FA7539F351}"/>
              </a:ext>
            </a:extLst>
          </p:cNvPr>
          <p:cNvSpPr/>
          <p:nvPr/>
        </p:nvSpPr>
        <p:spPr>
          <a:xfrm>
            <a:off x="7455197" y="1228256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A8526-AA23-4FEA-857C-75D64CB006F7}"/>
              </a:ext>
            </a:extLst>
          </p:cNvPr>
          <p:cNvSpPr txBox="1"/>
          <p:nvPr/>
        </p:nvSpPr>
        <p:spPr>
          <a:xfrm>
            <a:off x="2132271" y="2651432"/>
            <a:ext cx="2205265" cy="13930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Another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translator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compares and suggests edits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8B502C-7EE9-4CBC-BD9F-597978B6E3EC}"/>
              </a:ext>
            </a:extLst>
          </p:cNvPr>
          <p:cNvSpPr txBox="1"/>
          <p:nvPr/>
        </p:nvSpPr>
        <p:spPr>
          <a:xfrm>
            <a:off x="4111041" y="2658742"/>
            <a:ext cx="2401206" cy="13857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Work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MS Mincho"/>
                <a:cs typeface="Times New Roman"/>
              </a:rPr>
              <a:t>with a partner</a:t>
            </a:r>
            <a:br>
              <a:rPr lang="en-US" sz="2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to ensure that</a:t>
            </a:r>
            <a:br>
              <a:rPr lang="en-US" sz="2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the key words</a:t>
            </a:r>
            <a:br>
              <a:rPr lang="en-US" sz="20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are clear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FD631-E4B7-45D7-AC4A-1DF100D16A8D}"/>
              </a:ext>
            </a:extLst>
          </p:cNvPr>
          <p:cNvSpPr txBox="1"/>
          <p:nvPr/>
        </p:nvSpPr>
        <p:spPr>
          <a:xfrm>
            <a:off x="6512246" y="2672964"/>
            <a:ext cx="2603495" cy="39987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2880" indent="-18288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/>
                <a:ea typeface="MS Mincho"/>
                <a:cs typeface="Times New Roman"/>
              </a:rPr>
              <a:t>Translator</a:t>
            </a: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 reads each verse of translation aloud </a:t>
            </a:r>
          </a:p>
          <a:p>
            <a:pPr marL="182880" indent="-18288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Checker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MS Mincho"/>
                <a:cs typeface="Times New Roman"/>
              </a:rPr>
              <a:t>1, out loud, </a:t>
            </a: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translates </a:t>
            </a:r>
            <a:r>
              <a:rPr lang="en-US" sz="200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each verse back </a:t>
            </a: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into the source language</a:t>
            </a:r>
            <a:endParaRPr lang="en-US" sz="2000" dirty="0">
              <a:solidFill>
                <a:schemeClr val="tx2"/>
              </a:solidFill>
              <a:latin typeface="Arial"/>
              <a:ea typeface="MS Mincho"/>
              <a:cs typeface="Times New Roman"/>
            </a:endParaRPr>
          </a:p>
          <a:p>
            <a:pPr marL="182880" indent="-18288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Arial"/>
                <a:ea typeface="MS Mincho"/>
                <a:cs typeface="Times New Roman"/>
              </a:rPr>
              <a:t>Checker 2</a:t>
            </a:r>
            <a:r>
              <a:rPr lang="en-US" sz="2000" dirty="0">
                <a:solidFill>
                  <a:schemeClr val="tx2"/>
                </a:solidFill>
                <a:effectLst/>
                <a:latin typeface="Arial"/>
                <a:ea typeface="MS Mincho"/>
                <a:cs typeface="Times New Roman"/>
              </a:rPr>
              <a:t> listens and looks at source text to compare</a:t>
            </a:r>
          </a:p>
        </p:txBody>
      </p:sp>
      <p:pic>
        <p:nvPicPr>
          <p:cNvPr id="5" name="Picture 4" descr="A group of men sitting at a table&#10;&#10;Description automatically generated">
            <a:extLst>
              <a:ext uri="{FF2B5EF4-FFF2-40B4-BE49-F238E27FC236}">
                <a16:creationId xmlns:a16="http://schemas.microsoft.com/office/drawing/2014/main" id="{8C6FCD9C-91D9-19CF-5A8B-62CC7619F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944" y="4157023"/>
            <a:ext cx="37211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15B0BAD-8528-4213-8769-DE5CB4016B47}"/>
              </a:ext>
            </a:extLst>
          </p:cNvPr>
          <p:cNvGrpSpPr>
            <a:grpSpLocks noChangeAspect="1"/>
          </p:cNvGrpSpPr>
          <p:nvPr/>
        </p:nvGrpSpPr>
        <p:grpSpPr>
          <a:xfrm>
            <a:off x="793601" y="760026"/>
            <a:ext cx="1951643" cy="1920240"/>
            <a:chOff x="2917371" y="2275114"/>
            <a:chExt cx="2939144" cy="29391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740439-C526-4C2F-A3E0-26949C694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7" name="&quot;Not Allowed&quot; Symbol 6">
              <a:extLst>
                <a:ext uri="{FF2B5EF4-FFF2-40B4-BE49-F238E27FC236}">
                  <a16:creationId xmlns:a16="http://schemas.microsoft.com/office/drawing/2014/main" id="{79A6A9A8-C035-4FED-B574-BE0C387B2378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D2BE801-8816-4E89-B9C6-BDB2E60D2271}"/>
              </a:ext>
            </a:extLst>
          </p:cNvPr>
          <p:cNvSpPr txBox="1"/>
          <p:nvPr/>
        </p:nvSpPr>
        <p:spPr>
          <a:xfrm>
            <a:off x="503740" y="2890722"/>
            <a:ext cx="28956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300" dirty="0">
                <a:solidFill>
                  <a:schemeClr val="tx2"/>
                </a:solidFill>
                <a:ea typeface="Calibri" panose="020F0502020204030204" pitchFamily="34" charset="0"/>
              </a:rPr>
              <a:t>The c</a:t>
            </a:r>
            <a:r>
              <a:rPr lang="en-US" sz="2300" dirty="0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hecking steps have no time limit … </a:t>
            </a:r>
            <a:endParaRPr lang="en-US" sz="23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E3548-4EA0-47DD-A06A-D6232E6B4074}"/>
              </a:ext>
            </a:extLst>
          </p:cNvPr>
          <p:cNvSpPr txBox="1"/>
          <p:nvPr/>
        </p:nvSpPr>
        <p:spPr>
          <a:xfrm>
            <a:off x="4987817" y="2968799"/>
            <a:ext cx="35598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 </a:t>
            </a:r>
            <a:r>
              <a:rPr lang="en-US" sz="2200" dirty="0">
                <a:solidFill>
                  <a:schemeClr val="tx2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</a:rPr>
              <a:t>great time </a:t>
            </a:r>
            <a:r>
              <a:rPr lang="en-US" sz="2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discussion and research to improve the text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DF7BFFC-728C-4D5A-B1FA-644E518350EF}"/>
              </a:ext>
            </a:extLst>
          </p:cNvPr>
          <p:cNvSpPr/>
          <p:nvPr/>
        </p:nvSpPr>
        <p:spPr>
          <a:xfrm>
            <a:off x="3088372" y="1135938"/>
            <a:ext cx="964341" cy="1200786"/>
          </a:xfrm>
          <a:prstGeom prst="rightArrow">
            <a:avLst>
              <a:gd name="adj1" fmla="val 63499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Old man looking up">
            <a:extLst>
              <a:ext uri="{FF2B5EF4-FFF2-40B4-BE49-F238E27FC236}">
                <a16:creationId xmlns:a16="http://schemas.microsoft.com/office/drawing/2014/main" id="{7B5EC0AC-5097-9244-B1D0-FD2ACA3656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2" t="14666" r="10086" b="-447"/>
          <a:stretch/>
        </p:blipFill>
        <p:spPr>
          <a:xfrm>
            <a:off x="3331058" y="4374909"/>
            <a:ext cx="1982348" cy="2013540"/>
          </a:xfrm>
          <a:prstGeom prst="ellipse">
            <a:avLst/>
          </a:prstGeom>
          <a:ln w="57150">
            <a:solidFill>
              <a:srgbClr val="83A83F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FF1B0-EEBF-C439-B652-27B1DA70F5AC}"/>
              </a:ext>
            </a:extLst>
          </p:cNvPr>
          <p:cNvSpPr txBox="1"/>
          <p:nvPr/>
        </p:nvSpPr>
        <p:spPr>
          <a:xfrm>
            <a:off x="726166" y="5128054"/>
            <a:ext cx="212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2"/>
                </a:solidFill>
              </a:rPr>
              <a:t>Make changes as needed . . 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F8A8D6-35E4-70C1-71AF-AF2253A41A58}"/>
              </a:ext>
            </a:extLst>
          </p:cNvPr>
          <p:cNvSpPr txBox="1"/>
          <p:nvPr/>
        </p:nvSpPr>
        <p:spPr>
          <a:xfrm>
            <a:off x="6005389" y="5128053"/>
            <a:ext cx="22378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2"/>
                </a:solidFill>
              </a:rPr>
              <a:t>. . . praying for God’s guidance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A32CE2-6DBD-32EF-4903-59A6997A10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" t="-397" r="-579" b="31973"/>
          <a:stretch/>
        </p:blipFill>
        <p:spPr>
          <a:xfrm>
            <a:off x="4448432" y="472418"/>
            <a:ext cx="4454555" cy="2286000"/>
          </a:xfrm>
          <a:prstGeom prst="rect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09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  <p:bldP spid="5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2026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3" y="57114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48B24-DEC6-44CA-A081-8F52F514C7B6}"/>
              </a:ext>
            </a:extLst>
          </p:cNvPr>
          <p:cNvSpPr txBox="1"/>
          <p:nvPr/>
        </p:nvSpPr>
        <p:spPr>
          <a:xfrm>
            <a:off x="304800" y="3828345"/>
            <a:ext cx="2569029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Check the work translated in last session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9BE38-35A7-4804-B014-732871357EEE}"/>
              </a:ext>
            </a:extLst>
          </p:cNvPr>
          <p:cNvSpPr txBox="1"/>
          <p:nvPr/>
        </p:nvSpPr>
        <p:spPr>
          <a:xfrm>
            <a:off x="3575958" y="4013011"/>
            <a:ext cx="234587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Were there many errors?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C0DBF-8657-4386-BF90-4B9EDAC88F1C}"/>
              </a:ext>
            </a:extLst>
          </p:cNvPr>
          <p:cNvSpPr txBox="1"/>
          <p:nvPr/>
        </p:nvSpPr>
        <p:spPr>
          <a:xfrm>
            <a:off x="6359978" y="3828345"/>
            <a:ext cx="2479221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Did the checking steps improve the text?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BB9C398-6990-4559-BF0F-11195A707F39}"/>
              </a:ext>
            </a:extLst>
          </p:cNvPr>
          <p:cNvSpPr/>
          <p:nvPr/>
        </p:nvSpPr>
        <p:spPr>
          <a:xfrm>
            <a:off x="5693229" y="4072815"/>
            <a:ext cx="576944" cy="711389"/>
          </a:xfrm>
          <a:prstGeom prst="rightArrow">
            <a:avLst>
              <a:gd name="adj1" fmla="val 5262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23162A-D866-4707-8B98-73B1F1867012}"/>
              </a:ext>
            </a:extLst>
          </p:cNvPr>
          <p:cNvSpPr/>
          <p:nvPr/>
        </p:nvSpPr>
        <p:spPr>
          <a:xfrm>
            <a:off x="2910568" y="4072815"/>
            <a:ext cx="576944" cy="711389"/>
          </a:xfrm>
          <a:prstGeom prst="rightArrow">
            <a:avLst>
              <a:gd name="adj1" fmla="val 5262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62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ADB6C-6CB5-4D7C-AC09-B89C68326468}"/>
              </a:ext>
            </a:extLst>
          </p:cNvPr>
          <p:cNvSpPr txBox="1"/>
          <p:nvPr/>
        </p:nvSpPr>
        <p:spPr>
          <a:xfrm>
            <a:off x="2338225" y="3428998"/>
            <a:ext cx="4467549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What happens if you skip steps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507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46" y="729773"/>
            <a:ext cx="8813508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Checking Step 7: </a:t>
            </a:r>
          </a:p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 Words</a:t>
            </a:r>
          </a:p>
        </p:txBody>
      </p:sp>
      <p:pic>
        <p:nvPicPr>
          <p:cNvPr id="4" name="Picture 3" descr="Close up of checklist">
            <a:extLst>
              <a:ext uri="{FF2B5EF4-FFF2-40B4-BE49-F238E27FC236}">
                <a16:creationId xmlns:a16="http://schemas.microsoft.com/office/drawing/2014/main" id="{C043321D-215C-0991-09C3-87CD2567F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185" y="1930102"/>
            <a:ext cx="6693630" cy="446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7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D01E1C-1F6E-CBE1-A370-60A5B395D5B0}"/>
              </a:ext>
            </a:extLst>
          </p:cNvPr>
          <p:cNvSpPr txBox="1"/>
          <p:nvPr/>
        </p:nvSpPr>
        <p:spPr>
          <a:xfrm>
            <a:off x="3001524" y="115215"/>
            <a:ext cx="3146961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9620B-F786-03F1-6286-21F76DE5C7AA}"/>
              </a:ext>
            </a:extLst>
          </p:cNvPr>
          <p:cNvSpPr txBox="1"/>
          <p:nvPr/>
        </p:nvSpPr>
        <p:spPr>
          <a:xfrm>
            <a:off x="2758043" y="3659465"/>
            <a:ext cx="368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How would you define </a:t>
            </a:r>
            <a:br>
              <a:rPr lang="en-US" sz="2400" b="1" dirty="0"/>
            </a:br>
            <a:r>
              <a:rPr lang="en-US" sz="2400" b="1" dirty="0"/>
              <a:t>a key word?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65277-24F5-586E-BFE6-66A7BF6CF90A}"/>
              </a:ext>
            </a:extLst>
          </p:cNvPr>
          <p:cNvSpPr txBox="1"/>
          <p:nvPr/>
        </p:nvSpPr>
        <p:spPr>
          <a:xfrm>
            <a:off x="914400" y="1686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ACF36004-402F-430D-4E26-A025CE980CD6}"/>
              </a:ext>
            </a:extLst>
          </p:cNvPr>
          <p:cNvSpPr/>
          <p:nvPr/>
        </p:nvSpPr>
        <p:spPr>
          <a:xfrm>
            <a:off x="1341912" y="2588821"/>
            <a:ext cx="1947553" cy="2125683"/>
          </a:xfrm>
          <a:prstGeom prst="ellipse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393BBD-0193-6250-467C-709FE8414DE0}"/>
              </a:ext>
            </a:extLst>
          </p:cNvPr>
          <p:cNvSpPr/>
          <p:nvPr/>
        </p:nvSpPr>
        <p:spPr>
          <a:xfrm>
            <a:off x="1041467" y="2371502"/>
            <a:ext cx="2560320" cy="256032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words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C18D6E-9928-01EB-41B2-E27ED73909FB}"/>
              </a:ext>
            </a:extLst>
          </p:cNvPr>
          <p:cNvSpPr/>
          <p:nvPr/>
        </p:nvSpPr>
        <p:spPr>
          <a:xfrm>
            <a:off x="5542214" y="2371502"/>
            <a:ext cx="2560320" cy="2560320"/>
          </a:xfrm>
          <a:prstGeom prst="ellipse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Spiritual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D7B2C-2DA6-7D49-6200-8F1BA673F987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strong impact on meaning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D32D9-D453-EEF5-D244-BC2C3A2719BE}"/>
              </a:ext>
            </a:extLst>
          </p:cNvPr>
          <p:cNvSpPr txBox="1"/>
          <p:nvPr/>
        </p:nvSpPr>
        <p:spPr>
          <a:xfrm>
            <a:off x="2321626" y="5457540"/>
            <a:ext cx="450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Often repeated for emphasis</a:t>
            </a:r>
          </a:p>
        </p:txBody>
      </p:sp>
    </p:spTree>
    <p:extLst>
      <p:ext uri="{BB962C8B-B14F-4D97-AF65-F5344CB8AC3E}">
        <p14:creationId xmlns:p14="http://schemas.microsoft.com/office/powerpoint/2010/main" val="216178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D01E1C-1F6E-CBE1-A370-60A5B395D5B0}"/>
              </a:ext>
            </a:extLst>
          </p:cNvPr>
          <p:cNvSpPr txBox="1"/>
          <p:nvPr/>
        </p:nvSpPr>
        <p:spPr>
          <a:xfrm>
            <a:off x="2971800" y="-142504"/>
            <a:ext cx="3146961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9620B-F786-03F1-6286-21F76DE5C7AA}"/>
              </a:ext>
            </a:extLst>
          </p:cNvPr>
          <p:cNvSpPr txBox="1"/>
          <p:nvPr/>
        </p:nvSpPr>
        <p:spPr>
          <a:xfrm>
            <a:off x="1943099" y="3115545"/>
            <a:ext cx="5257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What earlier </a:t>
            </a:r>
            <a:r>
              <a:rPr lang="en-US" sz="2400" b="1" dirty="0"/>
              <a:t>steps </a:t>
            </a:r>
            <a:br>
              <a:rPr lang="en-US" sz="2400" b="1" dirty="0"/>
            </a:br>
            <a:r>
              <a:rPr lang="en-US" sz="2400" b="1" dirty="0"/>
              <a:t> might reveal errors?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8B542-A6AB-B01B-F75B-7A79990526F4}"/>
              </a:ext>
            </a:extLst>
          </p:cNvPr>
          <p:cNvSpPr txBox="1"/>
          <p:nvPr/>
        </p:nvSpPr>
        <p:spPr>
          <a:xfrm>
            <a:off x="2306780" y="4158097"/>
            <a:ext cx="4476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Why target these words?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35CBF6-0C15-1805-A9BB-F2A847970DB4}"/>
              </a:ext>
            </a:extLst>
          </p:cNvPr>
          <p:cNvSpPr/>
          <p:nvPr/>
        </p:nvSpPr>
        <p:spPr>
          <a:xfrm>
            <a:off x="2971800" y="5771408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B4EAEC-EF14-BDB6-607C-BE820AB705BA}"/>
              </a:ext>
            </a:extLst>
          </p:cNvPr>
          <p:cNvSpPr/>
          <p:nvPr/>
        </p:nvSpPr>
        <p:spPr>
          <a:xfrm>
            <a:off x="445254" y="5451452"/>
            <a:ext cx="2054431" cy="783193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hard to translate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9D0BF7-7797-4390-1BAC-7E488FE090FB}"/>
              </a:ext>
            </a:extLst>
          </p:cNvPr>
          <p:cNvSpPr/>
          <p:nvPr/>
        </p:nvSpPr>
        <p:spPr>
          <a:xfrm>
            <a:off x="6668030" y="5209552"/>
            <a:ext cx="2054431" cy="1123712"/>
          </a:xfrm>
          <a:prstGeom prst="roundRect">
            <a:avLst/>
          </a:prstGeom>
          <a:solidFill>
            <a:srgbClr val="B95659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precise equivalent</a:t>
            </a:r>
          </a:p>
        </p:txBody>
      </p:sp>
    </p:spTree>
    <p:extLst>
      <p:ext uri="{BB962C8B-B14F-4D97-AF65-F5344CB8AC3E}">
        <p14:creationId xmlns:p14="http://schemas.microsoft.com/office/powerpoint/2010/main" val="145992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2EB6F5-FBB2-13E4-6B70-7D9EA07851FC}"/>
              </a:ext>
            </a:extLst>
          </p:cNvPr>
          <p:cNvSpPr txBox="1"/>
          <p:nvPr/>
        </p:nvSpPr>
        <p:spPr>
          <a:xfrm>
            <a:off x="1211283" y="2161309"/>
            <a:ext cx="672143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God so loved the world, that he gave his only Son, that whoever believes in him will not perish but have eternal life.</a:t>
            </a:r>
          </a:p>
          <a:p>
            <a:endParaRPr lang="en-US" sz="2400" dirty="0"/>
          </a:p>
          <a:p>
            <a:pPr algn="r"/>
            <a:r>
              <a:rPr lang="en-US" sz="1600" b="1" dirty="0"/>
              <a:t>John 3:16 (ULB)</a:t>
            </a:r>
          </a:p>
        </p:txBody>
      </p:sp>
    </p:spTree>
    <p:extLst>
      <p:ext uri="{BB962C8B-B14F-4D97-AF65-F5344CB8AC3E}">
        <p14:creationId xmlns:p14="http://schemas.microsoft.com/office/powerpoint/2010/main" val="524576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2EB6F5-FBB2-13E4-6B70-7D9EA07851FC}"/>
              </a:ext>
            </a:extLst>
          </p:cNvPr>
          <p:cNvSpPr txBox="1"/>
          <p:nvPr/>
        </p:nvSpPr>
        <p:spPr>
          <a:xfrm>
            <a:off x="1211283" y="2161309"/>
            <a:ext cx="672143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</a:t>
            </a:r>
            <a:r>
              <a:rPr lang="en-US" sz="2800" dirty="0">
                <a:highlight>
                  <a:srgbClr val="FFFF00"/>
                </a:highlight>
              </a:rPr>
              <a:t>God</a:t>
            </a:r>
            <a:r>
              <a:rPr lang="en-US" sz="2800" dirty="0"/>
              <a:t> so </a:t>
            </a:r>
            <a:r>
              <a:rPr lang="en-US" sz="2800" dirty="0">
                <a:highlight>
                  <a:srgbClr val="FFFF00"/>
                </a:highlight>
              </a:rPr>
              <a:t>loved</a:t>
            </a:r>
            <a:r>
              <a:rPr lang="en-US" sz="2800" dirty="0"/>
              <a:t> the </a:t>
            </a:r>
            <a:r>
              <a:rPr lang="en-US" sz="2800" dirty="0">
                <a:highlight>
                  <a:srgbClr val="FFFF00"/>
                </a:highlight>
              </a:rPr>
              <a:t>world</a:t>
            </a:r>
            <a:r>
              <a:rPr lang="en-US" sz="2800" dirty="0"/>
              <a:t>, that he gave his </a:t>
            </a:r>
            <a:r>
              <a:rPr lang="en-US" sz="2800" dirty="0">
                <a:highlight>
                  <a:srgbClr val="FFFF00"/>
                </a:highlight>
              </a:rPr>
              <a:t>only</a:t>
            </a: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</a:rPr>
              <a:t>Son</a:t>
            </a:r>
            <a:r>
              <a:rPr lang="en-US" sz="2800" dirty="0"/>
              <a:t>, that whoever </a:t>
            </a:r>
            <a:r>
              <a:rPr lang="en-US" sz="2800" dirty="0">
                <a:highlight>
                  <a:srgbClr val="FFFF00"/>
                </a:highlight>
              </a:rPr>
              <a:t>believes</a:t>
            </a:r>
            <a:r>
              <a:rPr lang="en-US" sz="2800" dirty="0"/>
              <a:t> in him will not </a:t>
            </a:r>
            <a:r>
              <a:rPr lang="en-US" sz="2800" dirty="0">
                <a:highlight>
                  <a:srgbClr val="FFFF00"/>
                </a:highlight>
              </a:rPr>
              <a:t>perish</a:t>
            </a:r>
            <a:r>
              <a:rPr lang="en-US" sz="2800" dirty="0"/>
              <a:t> but have </a:t>
            </a:r>
            <a:r>
              <a:rPr lang="en-US" sz="2800" dirty="0">
                <a:highlight>
                  <a:srgbClr val="FFFF00"/>
                </a:highlight>
              </a:rPr>
              <a:t>eternal life</a:t>
            </a:r>
            <a:r>
              <a:rPr lang="en-US" sz="2800" dirty="0"/>
              <a:t>.</a:t>
            </a:r>
          </a:p>
          <a:p>
            <a:endParaRPr lang="en-US" sz="2400" dirty="0"/>
          </a:p>
          <a:p>
            <a:pPr algn="r"/>
            <a:r>
              <a:rPr lang="en-US" sz="1600" b="1" dirty="0"/>
              <a:t>John 3:16 (ULB)</a:t>
            </a:r>
          </a:p>
        </p:txBody>
      </p:sp>
    </p:spTree>
    <p:extLst>
      <p:ext uri="{BB962C8B-B14F-4D97-AF65-F5344CB8AC3E}">
        <p14:creationId xmlns:p14="http://schemas.microsoft.com/office/powerpoint/2010/main" val="660658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15131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2" y="176749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2664469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6424EC-6F9B-131A-68D4-11547CC310E0}"/>
              </a:ext>
            </a:extLst>
          </p:cNvPr>
          <p:cNvSpPr txBox="1"/>
          <p:nvPr/>
        </p:nvSpPr>
        <p:spPr>
          <a:xfrm>
            <a:off x="3176648" y="5156333"/>
            <a:ext cx="279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Luke 17</a:t>
            </a:r>
          </a:p>
        </p:txBody>
      </p:sp>
    </p:spTree>
    <p:extLst>
      <p:ext uri="{BB962C8B-B14F-4D97-AF65-F5344CB8AC3E}">
        <p14:creationId xmlns:p14="http://schemas.microsoft.com/office/powerpoint/2010/main" val="258332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D138-281F-6ACE-3E2F-A15F1F9F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42F2E-C1A2-6A1D-8BD2-9E787F6407E4}"/>
              </a:ext>
            </a:extLst>
          </p:cNvPr>
          <p:cNvSpPr txBox="1"/>
          <p:nvPr/>
        </p:nvSpPr>
        <p:spPr>
          <a:xfrm>
            <a:off x="2220685" y="0"/>
            <a:ext cx="470262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BB72D-0B73-B8F7-58A9-312B67645B69}"/>
              </a:ext>
            </a:extLst>
          </p:cNvPr>
          <p:cNvSpPr txBox="1"/>
          <p:nvPr/>
        </p:nvSpPr>
        <p:spPr>
          <a:xfrm>
            <a:off x="1045028" y="2921331"/>
            <a:ext cx="70539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Are the lists the same?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Are some words on everyone’s lists?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Why the differences?</a:t>
            </a:r>
          </a:p>
        </p:txBody>
      </p:sp>
    </p:spTree>
    <p:extLst>
      <p:ext uri="{BB962C8B-B14F-4D97-AF65-F5344CB8AC3E}">
        <p14:creationId xmlns:p14="http://schemas.microsoft.com/office/powerpoint/2010/main" val="118542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F4DD8-7F26-4972-94C0-69BDD6973314}"/>
              </a:ext>
            </a:extLst>
          </p:cNvPr>
          <p:cNvSpPr txBox="1"/>
          <p:nvPr/>
        </p:nvSpPr>
        <p:spPr>
          <a:xfrm>
            <a:off x="1243755" y="2446649"/>
            <a:ext cx="66564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Check translation for each key word.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Discuss difficult words and choose how to translate.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Create list to be used by all translators.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640738-B61C-EC3F-F353-04C8A3E3A339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What to do with the key word list</a:t>
            </a:r>
          </a:p>
        </p:txBody>
      </p:sp>
    </p:spTree>
    <p:extLst>
      <p:ext uri="{BB962C8B-B14F-4D97-AF65-F5344CB8AC3E}">
        <p14:creationId xmlns:p14="http://schemas.microsoft.com/office/powerpoint/2010/main" val="21816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CA9468-E556-1655-AB5E-6FD6D67C9517}"/>
              </a:ext>
            </a:extLst>
          </p:cNvPr>
          <p:cNvSpPr txBox="1"/>
          <p:nvPr/>
        </p:nvSpPr>
        <p:spPr>
          <a:xfrm>
            <a:off x="190411" y="5732103"/>
            <a:ext cx="8953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All Scripture taken from the English Unlocked Literal Bible (ULB), ©2017, 2022 Wycliffe Associates, Available at https://bibleineverylanguage.org/translations, licensed under the Creative Commons Attribution-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ShareAlike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 4.0 International License. </a:t>
            </a:r>
          </a:p>
          <a:p>
            <a:pPr marL="0" marR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The English ULB is based on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Text, CC BY-SA 4.0. The original work of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 is available at https://unfoldingword.bible/ult/.</a:t>
            </a:r>
          </a:p>
        </p:txBody>
      </p: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D61B65BC2620489977AC19E3D0F0D7" ma:contentTypeVersion="8" ma:contentTypeDescription="Create a new document." ma:contentTypeScope="" ma:versionID="b158ac5a7858ddf33303ab0e6a1ebb1e">
  <xsd:schema xmlns:xsd="http://www.w3.org/2001/XMLSchema" xmlns:xs="http://www.w3.org/2001/XMLSchema" xmlns:p="http://schemas.microsoft.com/office/2006/metadata/properties" xmlns:ns2="dd208db9-1446-42c5-a2ba-6edb048d778c" xmlns:ns3="df9e8f7b-edc3-48d8-b0f6-325d38f0409f" targetNamespace="http://schemas.microsoft.com/office/2006/metadata/properties" ma:root="true" ma:fieldsID="50405611e1c3d629c4c7e3c0101af012" ns2:_="" ns3:_="">
    <xsd:import namespace="dd208db9-1446-42c5-a2ba-6edb048d778c"/>
    <xsd:import namespace="df9e8f7b-edc3-48d8-b0f6-325d38f040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208db9-1446-42c5-a2ba-6edb048d77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e8f7b-edc3-48d8-b0f6-325d38f040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CD8AC3-D303-44F4-B354-311030A827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208db9-1446-42c5-a2ba-6edb048d778c"/>
    <ds:schemaRef ds:uri="df9e8f7b-edc3-48d8-b0f6-325d38f040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f9e8f7b-edc3-48d8-b0f6-325d38f0409f"/>
    <ds:schemaRef ds:uri="dd208db9-1446-42c5-a2ba-6edb048d778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7343</TotalTime>
  <Words>973</Words>
  <Application>Microsoft Office PowerPoint</Application>
  <PresentationFormat>On-screen Show (4:3)</PresentationFormat>
  <Paragraphs>140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system-ui</vt:lpstr>
      <vt:lpstr>Office Theme</vt:lpstr>
      <vt:lpstr>PowerPoint Presentation</vt:lpstr>
      <vt:lpstr>The Eight-Step Translation Method</vt:lpstr>
      <vt:lpstr>Step 5: Self-Edit</vt:lpstr>
      <vt:lpstr>Step 6: Peer-Check</vt:lpstr>
      <vt:lpstr>Step 7: Key Word Check</vt:lpstr>
      <vt:lpstr>Step 8: Verse-by-Verse Check</vt:lpstr>
      <vt:lpstr>Checking Steps Summarized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Debbie Shaw</cp:lastModifiedBy>
  <cp:revision>246</cp:revision>
  <dcterms:created xsi:type="dcterms:W3CDTF">2019-03-18T18:21:25Z</dcterms:created>
  <dcterms:modified xsi:type="dcterms:W3CDTF">2026-09-16T20:08:29Z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0x01010071D61B65BC2620489977AC19E3D0F0D7</vt:lpwstr>
  </property>
</Properties>
</file>