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260" r:id="rId5"/>
    <p:sldId id="292" r:id="rId6"/>
    <p:sldId id="286" r:id="rId7"/>
    <p:sldId id="287" r:id="rId8"/>
    <p:sldId id="289" r:id="rId9"/>
    <p:sldId id="290" r:id="rId10"/>
    <p:sldId id="28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A83F"/>
    <a:srgbClr val="C3DD93"/>
    <a:srgbClr val="716557"/>
    <a:srgbClr val="FBA93D"/>
    <a:srgbClr val="B956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4" autoAdjust="0"/>
    <p:restoredTop sz="95694" autoAdjust="0"/>
  </p:normalViewPr>
  <p:slideViewPr>
    <p:cSldViewPr snapToGrid="0">
      <p:cViewPr varScale="1">
        <p:scale>
          <a:sx n="115" d="100"/>
          <a:sy n="115" d="100"/>
        </p:scale>
        <p:origin x="143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343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E2903B1-52C5-4A15-8942-79D6C52317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1" b="9120"/>
          <a:stretch/>
        </p:blipFill>
        <p:spPr>
          <a:xfrm>
            <a:off x="-5542" y="2054831"/>
            <a:ext cx="9149542" cy="4654195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165253" y="576863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Church-Owned </a:t>
            </a:r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Bible Translation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49D504-46F0-4A4B-9416-D65BBF0F21F1}"/>
              </a:ext>
            </a:extLst>
          </p:cNvPr>
          <p:cNvSpPr/>
          <p:nvPr/>
        </p:nvSpPr>
        <p:spPr>
          <a:xfrm>
            <a:off x="3839268" y="1298671"/>
            <a:ext cx="1465466" cy="492443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2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Beliefs</a:t>
            </a:r>
          </a:p>
        </p:txBody>
      </p:sp>
    </p:spTree>
    <p:extLst>
      <p:ext uri="{BB962C8B-B14F-4D97-AF65-F5344CB8AC3E}">
        <p14:creationId xmlns:p14="http://schemas.microsoft.com/office/powerpoint/2010/main" val="212676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5A585C-182F-4097-AE7A-03F38E316BE5}"/>
              </a:ext>
            </a:extLst>
          </p:cNvPr>
          <p:cNvSpPr txBox="1"/>
          <p:nvPr/>
        </p:nvSpPr>
        <p:spPr>
          <a:xfrm>
            <a:off x="2521599" y="-464375"/>
            <a:ext cx="4100803" cy="778674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FADB6C-6CB5-4D7C-AC09-B89C68326468}"/>
              </a:ext>
            </a:extLst>
          </p:cNvPr>
          <p:cNvSpPr txBox="1"/>
          <p:nvPr/>
        </p:nvSpPr>
        <p:spPr>
          <a:xfrm>
            <a:off x="2623457" y="2743640"/>
            <a:ext cx="3897086" cy="18158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8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What do you think </a:t>
            </a:r>
            <a:r>
              <a:rPr lang="en-US" sz="2800" b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“Church-Owned”</a:t>
            </a:r>
            <a:r>
              <a:rPr lang="en-US" sz="2800" b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 </a:t>
            </a:r>
            <a:br>
              <a:rPr lang="en-US" sz="28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</a:br>
            <a:r>
              <a:rPr lang="en-US" sz="2800" b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Bible </a:t>
            </a:r>
            <a:r>
              <a:rPr lang="en-US" sz="2800" b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T</a:t>
            </a:r>
            <a:r>
              <a:rPr lang="en-US" sz="2800" b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ranslation </a:t>
            </a:r>
            <a:r>
              <a:rPr lang="en-US" sz="28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means?</a:t>
            </a:r>
            <a:endParaRPr lang="en-US" sz="2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917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EF111C5-B166-4BA2-8365-DEC464A747FC}"/>
              </a:ext>
            </a:extLst>
          </p:cNvPr>
          <p:cNvSpPr txBox="1"/>
          <p:nvPr/>
        </p:nvSpPr>
        <p:spPr>
          <a:xfrm>
            <a:off x="824845" y="1232432"/>
            <a:ext cx="2220685" cy="646986"/>
          </a:xfrm>
          <a:prstGeom prst="roundRect">
            <a:avLst/>
          </a:prstGeom>
          <a:solidFill>
            <a:schemeClr val="accent2"/>
          </a:solidFill>
        </p:spPr>
        <p:txBody>
          <a:bodyPr wrap="square" anchor="ctr">
            <a:spAutoFit/>
          </a:bodyPr>
          <a:lstStyle/>
          <a:p>
            <a:pPr algn="ctr"/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Ability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B699D-2B23-4CC1-B870-21A39D1AB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4831" y="4685015"/>
            <a:ext cx="4412797" cy="1846413"/>
          </a:xfrm>
        </p:spPr>
        <p:txBody>
          <a:bodyPr/>
          <a:lstStyle/>
          <a:p>
            <a:pPr>
              <a:spcBef>
                <a:spcPts val="800"/>
              </a:spcBef>
              <a:spcAft>
                <a:spcPts val="800"/>
              </a:spcAft>
              <a:buClr>
                <a:srgbClr val="B95659"/>
              </a:buClr>
            </a:pPr>
            <a:r>
              <a:rPr lang="en-US" dirty="0">
                <a:solidFill>
                  <a:schemeClr val="tx2"/>
                </a:solidFill>
              </a:rPr>
              <a:t>Know their language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and culture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rgbClr val="B95659"/>
              </a:buClr>
            </a:pPr>
            <a:r>
              <a:rPr lang="en-US" dirty="0">
                <a:solidFill>
                  <a:schemeClr val="tx2"/>
                </a:solidFill>
              </a:rPr>
              <a:t>Have shared meaning through oral translation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D29465-DE3C-41C4-AE19-ECCF5FACEC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9" b="3019"/>
          <a:stretch/>
        </p:blipFill>
        <p:spPr>
          <a:xfrm>
            <a:off x="4241344" y="755379"/>
            <a:ext cx="4339772" cy="3143250"/>
          </a:xfrm>
          <a:prstGeom prst="roundRect">
            <a:avLst>
              <a:gd name="adj" fmla="val 8702"/>
            </a:avLst>
          </a:prstGeom>
          <a:ln w="57150">
            <a:solidFill>
              <a:schemeClr val="accent2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E681DF8-EF2B-4E77-A6C4-FB2DE1C6960C}"/>
              </a:ext>
            </a:extLst>
          </p:cNvPr>
          <p:cNvSpPr txBox="1"/>
          <p:nvPr/>
        </p:nvSpPr>
        <p:spPr>
          <a:xfrm>
            <a:off x="4241344" y="4071308"/>
            <a:ext cx="433977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Local believers:</a:t>
            </a:r>
          </a:p>
        </p:txBody>
      </p:sp>
    </p:spTree>
    <p:extLst>
      <p:ext uri="{BB962C8B-B14F-4D97-AF65-F5344CB8AC3E}">
        <p14:creationId xmlns:p14="http://schemas.microsoft.com/office/powerpoint/2010/main" val="99088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74CE29-7276-482B-9500-2CB895B0AD6C}"/>
              </a:ext>
            </a:extLst>
          </p:cNvPr>
          <p:cNvSpPr txBox="1"/>
          <p:nvPr/>
        </p:nvSpPr>
        <p:spPr>
          <a:xfrm>
            <a:off x="940255" y="724274"/>
            <a:ext cx="2220685" cy="646986"/>
          </a:xfrm>
          <a:prstGeom prst="roundRect">
            <a:avLst/>
          </a:prstGeom>
          <a:solidFill>
            <a:srgbClr val="83A83F"/>
          </a:solidFill>
        </p:spPr>
        <p:txBody>
          <a:bodyPr wrap="square" anchor="ctr">
            <a:spAutoFit/>
          </a:bodyPr>
          <a:lstStyle/>
          <a:p>
            <a:pPr algn="ctr"/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Ability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7496FC-E881-464A-AD80-AD3FC3A4E267}"/>
              </a:ext>
            </a:extLst>
          </p:cNvPr>
          <p:cNvSpPr txBox="1"/>
          <p:nvPr/>
        </p:nvSpPr>
        <p:spPr>
          <a:xfrm>
            <a:off x="940255" y="2266915"/>
            <a:ext cx="2220685" cy="646986"/>
          </a:xfrm>
          <a:prstGeom prst="roundRect">
            <a:avLst/>
          </a:prstGeom>
          <a:solidFill>
            <a:schemeClr val="accent2"/>
          </a:solidFill>
        </p:spPr>
        <p:txBody>
          <a:bodyPr wrap="square" anchor="ctr">
            <a:spAutoFit/>
          </a:bodyPr>
          <a:lstStyle/>
          <a:p>
            <a:pPr algn="ctr"/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Authority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587509-A3CE-4898-9970-32B1A0FD4B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4" b="1714"/>
          <a:stretch/>
        </p:blipFill>
        <p:spPr>
          <a:xfrm>
            <a:off x="4241345" y="755379"/>
            <a:ext cx="4339772" cy="3143250"/>
          </a:xfrm>
          <a:prstGeom prst="roundRect">
            <a:avLst>
              <a:gd name="adj" fmla="val 8702"/>
            </a:avLst>
          </a:prstGeom>
          <a:ln w="57150">
            <a:solidFill>
              <a:schemeClr val="accent2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13EEB7-5253-432B-BC9E-A64222912B37}"/>
              </a:ext>
            </a:extLst>
          </p:cNvPr>
          <p:cNvSpPr txBox="1"/>
          <p:nvPr/>
        </p:nvSpPr>
        <p:spPr>
          <a:xfrm>
            <a:off x="4241344" y="4071308"/>
            <a:ext cx="4339772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God’s Spirit gives</a:t>
            </a:r>
            <a:br>
              <a:rPr lang="en-US" sz="2800" b="1" dirty="0">
                <a:solidFill>
                  <a:schemeClr val="accent2"/>
                </a:solidFill>
              </a:rPr>
            </a:br>
            <a:r>
              <a:rPr lang="en-US" sz="2800" b="1" dirty="0">
                <a:solidFill>
                  <a:schemeClr val="accent2"/>
                </a:solidFill>
              </a:rPr>
              <a:t>the local church: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4BFC1B0-77B0-498C-A351-A1CD9B6EDA48}"/>
              </a:ext>
            </a:extLst>
          </p:cNvPr>
          <p:cNvSpPr txBox="1">
            <a:spLocks/>
          </p:cNvSpPr>
          <p:nvPr/>
        </p:nvSpPr>
        <p:spPr>
          <a:xfrm>
            <a:off x="4204831" y="5198094"/>
            <a:ext cx="4412797" cy="1125085"/>
          </a:xfrm>
          <a:prstGeom prst="rect">
            <a:avLst/>
          </a:prstGeom>
        </p:spPr>
        <p:txBody>
          <a:bodyPr anchor="t" anchorCtr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800"/>
              </a:spcBef>
              <a:spcAft>
                <a:spcPts val="800"/>
              </a:spcAft>
              <a:buClr>
                <a:srgbClr val="B95659"/>
              </a:buClr>
            </a:pPr>
            <a:r>
              <a:rPr lang="en-US" dirty="0">
                <a:solidFill>
                  <a:schemeClr val="tx2"/>
                </a:solidFill>
              </a:rPr>
              <a:t>Wisdom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rgbClr val="B95659"/>
              </a:buClr>
            </a:pPr>
            <a:r>
              <a:rPr lang="en-US" dirty="0">
                <a:solidFill>
                  <a:schemeClr val="tx2"/>
                </a:solidFill>
              </a:rPr>
              <a:t>Authority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9CBC63-E6B6-4327-A140-A3C69B51C05E}"/>
              </a:ext>
            </a:extLst>
          </p:cNvPr>
          <p:cNvSpPr/>
          <p:nvPr/>
        </p:nvSpPr>
        <p:spPr>
          <a:xfrm>
            <a:off x="2562726" y="1106905"/>
            <a:ext cx="914400" cy="914400"/>
          </a:xfrm>
          <a:prstGeom prst="rect">
            <a:avLst/>
          </a:prstGeom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39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9EDC98B-C83A-C34B-AD55-EE18CF7F5947}"/>
              </a:ext>
            </a:extLst>
          </p:cNvPr>
          <p:cNvSpPr txBox="1"/>
          <p:nvPr/>
        </p:nvSpPr>
        <p:spPr>
          <a:xfrm>
            <a:off x="940255" y="724274"/>
            <a:ext cx="2220685" cy="646986"/>
          </a:xfrm>
          <a:prstGeom prst="roundRect">
            <a:avLst/>
          </a:prstGeom>
          <a:solidFill>
            <a:srgbClr val="83A83F"/>
          </a:solidFill>
        </p:spPr>
        <p:txBody>
          <a:bodyPr wrap="square" anchor="ctr">
            <a:spAutoFit/>
          </a:bodyPr>
          <a:lstStyle/>
          <a:p>
            <a:pPr algn="ctr"/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Ability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CD88C5-B957-754F-9090-D7BF928EF54A}"/>
              </a:ext>
            </a:extLst>
          </p:cNvPr>
          <p:cNvSpPr txBox="1"/>
          <p:nvPr/>
        </p:nvSpPr>
        <p:spPr>
          <a:xfrm>
            <a:off x="940255" y="2266915"/>
            <a:ext cx="2220685" cy="646986"/>
          </a:xfrm>
          <a:prstGeom prst="roundRect">
            <a:avLst/>
          </a:prstGeom>
          <a:solidFill>
            <a:srgbClr val="83A83F"/>
          </a:solidFill>
        </p:spPr>
        <p:txBody>
          <a:bodyPr wrap="square" anchor="ctr">
            <a:spAutoFit/>
          </a:bodyPr>
          <a:lstStyle/>
          <a:p>
            <a:pPr algn="ctr"/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Authority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40784B-17BC-AE4E-9BB5-0DB7E7CE9C8B}"/>
              </a:ext>
            </a:extLst>
          </p:cNvPr>
          <p:cNvSpPr txBox="1"/>
          <p:nvPr/>
        </p:nvSpPr>
        <p:spPr>
          <a:xfrm>
            <a:off x="370115" y="3809556"/>
            <a:ext cx="3360964" cy="646986"/>
          </a:xfrm>
          <a:prstGeom prst="roundRect">
            <a:avLst/>
          </a:prstGeom>
          <a:solidFill>
            <a:schemeClr val="accent2"/>
          </a:solidFill>
        </p:spPr>
        <p:txBody>
          <a:bodyPr wrap="square" anchor="ctr">
            <a:spAutoFit/>
          </a:bodyPr>
          <a:lstStyle/>
          <a:p>
            <a:pPr algn="ctr"/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Responsibility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72C4E5E-95BA-0F47-8DA2-BBB52FE20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" r="1047"/>
          <a:stretch/>
        </p:blipFill>
        <p:spPr>
          <a:xfrm>
            <a:off x="4157794" y="898989"/>
            <a:ext cx="4506869" cy="2598948"/>
          </a:xfrm>
          <a:prstGeom prst="roundRect">
            <a:avLst>
              <a:gd name="adj" fmla="val 8702"/>
            </a:avLst>
          </a:prstGeom>
          <a:ln w="57150">
            <a:solidFill>
              <a:schemeClr val="accent2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071C1A-19E1-407F-A63D-01473C5F064F}"/>
              </a:ext>
            </a:extLst>
          </p:cNvPr>
          <p:cNvSpPr txBox="1"/>
          <p:nvPr/>
        </p:nvSpPr>
        <p:spPr>
          <a:xfrm>
            <a:off x="4241344" y="3701438"/>
            <a:ext cx="4339772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The local church</a:t>
            </a:r>
            <a:br>
              <a:rPr lang="en-US" sz="2800" b="1" dirty="0">
                <a:solidFill>
                  <a:schemeClr val="accent2"/>
                </a:solidFill>
              </a:rPr>
            </a:br>
            <a:r>
              <a:rPr lang="en-US" sz="2800" b="1" dirty="0">
                <a:solidFill>
                  <a:schemeClr val="accent2"/>
                </a:solidFill>
              </a:rPr>
              <a:t>is responsible for: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4F9A69-55DC-4025-B93D-07FD2E333228}"/>
              </a:ext>
            </a:extLst>
          </p:cNvPr>
          <p:cNvSpPr txBox="1">
            <a:spLocks/>
          </p:cNvSpPr>
          <p:nvPr/>
        </p:nvSpPr>
        <p:spPr>
          <a:xfrm>
            <a:off x="4204831" y="4828224"/>
            <a:ext cx="4412797" cy="1449286"/>
          </a:xfrm>
          <a:prstGeom prst="rect">
            <a:avLst/>
          </a:prstGeom>
        </p:spPr>
        <p:txBody>
          <a:bodyPr anchor="t" anchorCtr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800"/>
              </a:spcBef>
              <a:spcAft>
                <a:spcPts val="800"/>
              </a:spcAft>
              <a:buClr>
                <a:srgbClr val="B95659"/>
              </a:buClr>
            </a:pPr>
            <a:r>
              <a:rPr lang="en-US" dirty="0">
                <a:solidFill>
                  <a:schemeClr val="tx2"/>
                </a:solidFill>
              </a:rPr>
              <a:t>Evangelism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rgbClr val="B95659"/>
              </a:buClr>
            </a:pPr>
            <a:r>
              <a:rPr lang="en-US" dirty="0">
                <a:solidFill>
                  <a:schemeClr val="tx2"/>
                </a:solidFill>
              </a:rPr>
              <a:t>Discipleship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rgbClr val="B95659"/>
              </a:buClr>
            </a:pPr>
            <a:r>
              <a:rPr lang="en-US" dirty="0">
                <a:solidFill>
                  <a:schemeClr val="tx2"/>
                </a:solidFill>
              </a:rPr>
              <a:t>Bible translation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69A79DC-113B-4AC0-8EF1-18A977B35E8F}"/>
              </a:ext>
            </a:extLst>
          </p:cNvPr>
          <p:cNvSpPr/>
          <p:nvPr/>
        </p:nvSpPr>
        <p:spPr>
          <a:xfrm>
            <a:off x="3031958" y="3497937"/>
            <a:ext cx="914400" cy="914400"/>
          </a:xfrm>
          <a:prstGeom prst="roundRect">
            <a:avLst/>
          </a:prstGeom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57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6F33E6-9F59-CB43-A8D9-CAB751B31210}"/>
              </a:ext>
            </a:extLst>
          </p:cNvPr>
          <p:cNvSpPr txBox="1"/>
          <p:nvPr/>
        </p:nvSpPr>
        <p:spPr>
          <a:xfrm>
            <a:off x="940255" y="724274"/>
            <a:ext cx="2220685" cy="646986"/>
          </a:xfrm>
          <a:prstGeom prst="roundRect">
            <a:avLst/>
          </a:prstGeom>
          <a:solidFill>
            <a:srgbClr val="83A83F"/>
          </a:solidFill>
        </p:spPr>
        <p:txBody>
          <a:bodyPr wrap="square" anchor="ctr">
            <a:spAutoFit/>
          </a:bodyPr>
          <a:lstStyle/>
          <a:p>
            <a:pPr algn="ctr"/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Ability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7C23DF-B7E2-9C45-87E1-3D6A97E6AE0D}"/>
              </a:ext>
            </a:extLst>
          </p:cNvPr>
          <p:cNvSpPr txBox="1"/>
          <p:nvPr/>
        </p:nvSpPr>
        <p:spPr>
          <a:xfrm>
            <a:off x="940255" y="2266915"/>
            <a:ext cx="2220685" cy="646986"/>
          </a:xfrm>
          <a:prstGeom prst="roundRect">
            <a:avLst/>
          </a:prstGeom>
          <a:solidFill>
            <a:srgbClr val="83A83F"/>
          </a:solidFill>
        </p:spPr>
        <p:txBody>
          <a:bodyPr wrap="square" anchor="ctr">
            <a:spAutoFit/>
          </a:bodyPr>
          <a:lstStyle/>
          <a:p>
            <a:pPr algn="ctr"/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Authority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9B4BC-CE4D-0A48-9084-2AC649073261}"/>
              </a:ext>
            </a:extLst>
          </p:cNvPr>
          <p:cNvSpPr txBox="1"/>
          <p:nvPr/>
        </p:nvSpPr>
        <p:spPr>
          <a:xfrm>
            <a:off x="370115" y="3809556"/>
            <a:ext cx="3360964" cy="646986"/>
          </a:xfrm>
          <a:prstGeom prst="roundRect">
            <a:avLst/>
          </a:prstGeom>
          <a:solidFill>
            <a:srgbClr val="83A83F"/>
          </a:solidFill>
        </p:spPr>
        <p:txBody>
          <a:bodyPr wrap="square" anchor="ctr">
            <a:spAutoFit/>
          </a:bodyPr>
          <a:lstStyle/>
          <a:p>
            <a:pPr algn="ctr"/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Responsibility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093B72-640D-8F4B-AE35-0EC80D3316E3}"/>
              </a:ext>
            </a:extLst>
          </p:cNvPr>
          <p:cNvSpPr txBox="1"/>
          <p:nvPr/>
        </p:nvSpPr>
        <p:spPr>
          <a:xfrm>
            <a:off x="370116" y="5352197"/>
            <a:ext cx="3360964" cy="646986"/>
          </a:xfrm>
          <a:prstGeom prst="roundRect">
            <a:avLst/>
          </a:prstGeom>
          <a:solidFill>
            <a:schemeClr val="accent2"/>
          </a:solidFill>
        </p:spPr>
        <p:txBody>
          <a:bodyPr wrap="square" anchor="ctr">
            <a:spAutoFit/>
          </a:bodyPr>
          <a:lstStyle/>
          <a:p>
            <a:pPr algn="ctr"/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Accountability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885E6F-8E6E-0445-A9A0-A3676534A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4" b="1714"/>
          <a:stretch/>
        </p:blipFill>
        <p:spPr>
          <a:xfrm>
            <a:off x="4241345" y="755379"/>
            <a:ext cx="4339772" cy="3143250"/>
          </a:xfrm>
          <a:prstGeom prst="roundRect">
            <a:avLst>
              <a:gd name="adj" fmla="val 8702"/>
            </a:avLst>
          </a:prstGeom>
          <a:ln w="57150">
            <a:solidFill>
              <a:schemeClr val="accent2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6E3C5E-AE39-45F3-B5F3-D5E8D96D6CDA}"/>
              </a:ext>
            </a:extLst>
          </p:cNvPr>
          <p:cNvSpPr txBox="1"/>
          <p:nvPr/>
        </p:nvSpPr>
        <p:spPr>
          <a:xfrm>
            <a:off x="4241344" y="4071308"/>
            <a:ext cx="4339772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Translators are accountable to: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2EAE1B-71CC-48C6-AB62-05616C8401A5}"/>
              </a:ext>
            </a:extLst>
          </p:cNvPr>
          <p:cNvSpPr txBox="1">
            <a:spLocks/>
          </p:cNvSpPr>
          <p:nvPr/>
        </p:nvSpPr>
        <p:spPr>
          <a:xfrm>
            <a:off x="4204831" y="5198094"/>
            <a:ext cx="4412797" cy="1125085"/>
          </a:xfrm>
          <a:prstGeom prst="rect">
            <a:avLst/>
          </a:prstGeom>
        </p:spPr>
        <p:txBody>
          <a:bodyPr anchor="t" anchorCtr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800"/>
              </a:spcBef>
              <a:spcAft>
                <a:spcPts val="800"/>
              </a:spcAft>
              <a:buClr>
                <a:srgbClr val="B95659"/>
              </a:buClr>
            </a:pPr>
            <a:r>
              <a:rPr lang="en-US" dirty="0">
                <a:solidFill>
                  <a:schemeClr val="tx2"/>
                </a:solidFill>
              </a:rPr>
              <a:t>God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rgbClr val="B95659"/>
              </a:buClr>
            </a:pPr>
            <a:r>
              <a:rPr lang="en-US" dirty="0">
                <a:solidFill>
                  <a:schemeClr val="tx2"/>
                </a:solidFill>
              </a:rPr>
              <a:t>Their community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F956AC3-AB30-4007-91A0-9223732E7C48}"/>
              </a:ext>
            </a:extLst>
          </p:cNvPr>
          <p:cNvSpPr/>
          <p:nvPr/>
        </p:nvSpPr>
        <p:spPr>
          <a:xfrm>
            <a:off x="-514905" y="1819922"/>
            <a:ext cx="914400" cy="914400"/>
          </a:xfrm>
          <a:prstGeom prst="roundRect">
            <a:avLst/>
          </a:prstGeom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B0E518-FCA1-424B-8646-DD86E4718CB5}"/>
              </a:ext>
            </a:extLst>
          </p:cNvPr>
          <p:cNvSpPr/>
          <p:nvPr/>
        </p:nvSpPr>
        <p:spPr>
          <a:xfrm>
            <a:off x="-692458" y="858817"/>
            <a:ext cx="914400" cy="914400"/>
          </a:xfrm>
          <a:prstGeom prst="roundRect">
            <a:avLst/>
          </a:prstGeom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794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280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17C5ECD5AE84588140775F5D9B6FC" ma:contentTypeVersion="10" ma:contentTypeDescription="Create a new document." ma:contentTypeScope="" ma:versionID="e03867d33dc1ec3a90248c3910a051a2">
  <xsd:schema xmlns:xsd="http://www.w3.org/2001/XMLSchema" xmlns:xs="http://www.w3.org/2001/XMLSchema" xmlns:p="http://schemas.microsoft.com/office/2006/metadata/properties" xmlns:ns2="fee82e44-1fa4-4144-8309-00fed2bf4198" xmlns:ns3="1a61c928-f5f6-4989-bd5d-cb8872a1b06d" targetNamespace="http://schemas.microsoft.com/office/2006/metadata/properties" ma:root="true" ma:fieldsID="b5c260609fc8b53aa4745875326c9dd6" ns2:_="" ns3:_="">
    <xsd:import namespace="fee82e44-1fa4-4144-8309-00fed2bf4198"/>
    <xsd:import namespace="1a61c928-f5f6-4989-bd5d-cb8872a1b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82e44-1fa4-4144-8309-00fed2bf4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1c928-f5f6-4989-bd5d-cb8872a1b0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870300-B03F-45F7-9154-521D8C74684E}">
  <ds:schemaRefs>
    <ds:schemaRef ds:uri="http://schemas.microsoft.com/office/2006/documentManagement/types"/>
    <ds:schemaRef ds:uri="dd208db9-1446-42c5-a2ba-6edb048d778c"/>
    <ds:schemaRef ds:uri="http://purl.org/dc/terms/"/>
    <ds:schemaRef ds:uri="http://purl.org/dc/dcmitype/"/>
    <ds:schemaRef ds:uri="df9e8f7b-edc3-48d8-b0f6-325d38f0409f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995F7D-D8C3-4887-8DAA-96CB409EA2E8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838</TotalTime>
  <Words>74</Words>
  <Application>Microsoft Macintosh PowerPoint</Application>
  <PresentationFormat>On-screen Show (4:3)</PresentationFormat>
  <Paragraphs>28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Tammy Enns</cp:lastModifiedBy>
  <cp:revision>161</cp:revision>
  <dcterms:created xsi:type="dcterms:W3CDTF">2019-03-18T18:21:25Z</dcterms:created>
  <dcterms:modified xsi:type="dcterms:W3CDTF">2025-11-18T17:06:58Z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0x0101002F017C5ECD5AE84588140775F5D9B6FC</vt:lpwstr>
  </property>
</Properties>
</file>