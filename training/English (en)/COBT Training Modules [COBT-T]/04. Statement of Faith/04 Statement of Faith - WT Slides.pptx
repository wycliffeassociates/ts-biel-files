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sldIdLst>
    <p:sldId id="260" r:id="rId5"/>
    <p:sldId id="286" r:id="rId6"/>
    <p:sldId id="291" r:id="rId7"/>
    <p:sldId id="290" r:id="rId8"/>
    <p:sldId id="302" r:id="rId9"/>
    <p:sldId id="299" r:id="rId10"/>
    <p:sldId id="300" r:id="rId11"/>
    <p:sldId id="281" r:id="rId12"/>
    <p:sldId id="282" r:id="rId13"/>
    <p:sldId id="283" r:id="rId14"/>
    <p:sldId id="284" r:id="rId15"/>
    <p:sldId id="301" r:id="rId16"/>
    <p:sldId id="298"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san Quigley" initials="SQ" lastIdx="11" clrIdx="0">
    <p:extLst>
      <p:ext uri="{19B8F6BF-5375-455C-9EA6-DF929625EA0E}">
        <p15:presenceInfo xmlns:p15="http://schemas.microsoft.com/office/powerpoint/2012/main" userId="S::susan_quigley@wycliffeassociates.org::b85b18d0-1c40-45ee-96a2-2a728d8725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83A83F"/>
    <a:srgbClr val="FBA93D"/>
    <a:srgbClr val="C3DD93"/>
    <a:srgbClr val="716557"/>
    <a:srgbClr val="B956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323" autoAdjust="0"/>
    <p:restoredTop sz="95646" autoAdjust="0"/>
  </p:normalViewPr>
  <p:slideViewPr>
    <p:cSldViewPr snapToGrid="0">
      <p:cViewPr varScale="1">
        <p:scale>
          <a:sx n="75" d="100"/>
          <a:sy n="75" d="100"/>
        </p:scale>
        <p:origin x="1238" y="53"/>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bie Shaw" userId="79bf7848-a030-4096-934a-3abbfde4984a" providerId="ADAL" clId="{8DE9E9FB-001C-4B84-83DE-E1F7ABB9FAA3}"/>
    <pc:docChg chg="custSel modSld">
      <pc:chgData name="Debbie Shaw" userId="79bf7848-a030-4096-934a-3abbfde4984a" providerId="ADAL" clId="{8DE9E9FB-001C-4B84-83DE-E1F7ABB9FAA3}" dt="2026-07-28T14:19:45.790" v="68" actId="1076"/>
      <pc:docMkLst>
        <pc:docMk/>
      </pc:docMkLst>
      <pc:sldChg chg="addSp delSp modSp mod modAnim">
        <pc:chgData name="Debbie Shaw" userId="79bf7848-a030-4096-934a-3abbfde4984a" providerId="ADAL" clId="{8DE9E9FB-001C-4B84-83DE-E1F7ABB9FAA3}" dt="2026-07-28T14:19:45.790" v="68" actId="1076"/>
        <pc:sldMkLst>
          <pc:docMk/>
          <pc:sldMk cId="3688703546" sldId="301"/>
        </pc:sldMkLst>
        <pc:spChg chg="mod">
          <ac:chgData name="Debbie Shaw" userId="79bf7848-a030-4096-934a-3abbfde4984a" providerId="ADAL" clId="{8DE9E9FB-001C-4B84-83DE-E1F7ABB9FAA3}" dt="2026-07-28T14:19:38.876" v="66" actId="1076"/>
          <ac:spMkLst>
            <pc:docMk/>
            <pc:sldMk cId="3688703546" sldId="301"/>
            <ac:spMk id="2" creationId="{B21D2EF1-2932-2550-BFFD-42E4D65AD770}"/>
          </ac:spMkLst>
        </pc:spChg>
        <pc:spChg chg="del">
          <ac:chgData name="Debbie Shaw" userId="79bf7848-a030-4096-934a-3abbfde4984a" providerId="ADAL" clId="{8DE9E9FB-001C-4B84-83DE-E1F7ABB9FAA3}" dt="2026-07-28T14:17:19.357" v="49" actId="21"/>
          <ac:spMkLst>
            <pc:docMk/>
            <pc:sldMk cId="3688703546" sldId="301"/>
            <ac:spMk id="3" creationId="{3AC5A005-D152-46D8-2C01-189D4BC80EC5}"/>
          </ac:spMkLst>
        </pc:spChg>
        <pc:spChg chg="mod">
          <ac:chgData name="Debbie Shaw" userId="79bf7848-a030-4096-934a-3abbfde4984a" providerId="ADAL" clId="{8DE9E9FB-001C-4B84-83DE-E1F7ABB9FAA3}" dt="2026-07-28T14:19:41.941" v="67"/>
          <ac:spMkLst>
            <pc:docMk/>
            <pc:sldMk cId="3688703546" sldId="301"/>
            <ac:spMk id="5" creationId="{E836114B-CF5A-6A87-7155-EF6EB907D1CE}"/>
          </ac:spMkLst>
        </pc:spChg>
        <pc:spChg chg="mod">
          <ac:chgData name="Debbie Shaw" userId="79bf7848-a030-4096-934a-3abbfde4984a" providerId="ADAL" clId="{8DE9E9FB-001C-4B84-83DE-E1F7ABB9FAA3}" dt="2026-07-28T14:19:41.941" v="67"/>
          <ac:spMkLst>
            <pc:docMk/>
            <pc:sldMk cId="3688703546" sldId="301"/>
            <ac:spMk id="6" creationId="{FFE86152-6B98-2FCA-E892-FCAF429B79AF}"/>
          </ac:spMkLst>
        </pc:spChg>
        <pc:spChg chg="mod">
          <ac:chgData name="Debbie Shaw" userId="79bf7848-a030-4096-934a-3abbfde4984a" providerId="ADAL" clId="{8DE9E9FB-001C-4B84-83DE-E1F7ABB9FAA3}" dt="2026-07-28T14:19:41.941" v="67"/>
          <ac:spMkLst>
            <pc:docMk/>
            <pc:sldMk cId="3688703546" sldId="301"/>
            <ac:spMk id="7" creationId="{6A67E08B-A62D-B466-5E85-D0B979F0A7EC}"/>
          </ac:spMkLst>
        </pc:spChg>
        <pc:grpChg chg="add mod">
          <ac:chgData name="Debbie Shaw" userId="79bf7848-a030-4096-934a-3abbfde4984a" providerId="ADAL" clId="{8DE9E9FB-001C-4B84-83DE-E1F7ABB9FAA3}" dt="2026-07-28T14:19:45.790" v="68" actId="1076"/>
          <ac:grpSpMkLst>
            <pc:docMk/>
            <pc:sldMk cId="3688703546" sldId="301"/>
            <ac:grpSpMk id="4" creationId="{E8809B40-59D7-6160-ED6D-A2F45D653DCB}"/>
          </ac:grpSpMkLst>
        </pc:grpChg>
        <pc:grpChg chg="mod">
          <ac:chgData name="Debbie Shaw" userId="79bf7848-a030-4096-934a-3abbfde4984a" providerId="ADAL" clId="{8DE9E9FB-001C-4B84-83DE-E1F7ABB9FAA3}" dt="2026-07-28T14:18:10.075" v="55" actId="1076"/>
          <ac:grpSpMkLst>
            <pc:docMk/>
            <pc:sldMk cId="3688703546" sldId="301"/>
            <ac:grpSpMk id="14" creationId="{67C3BB06-DC96-4810-9052-78C360033DE2}"/>
          </ac:grpSpMkLst>
        </pc:grpChg>
        <pc:grpChg chg="del">
          <ac:chgData name="Debbie Shaw" userId="79bf7848-a030-4096-934a-3abbfde4984a" providerId="ADAL" clId="{8DE9E9FB-001C-4B84-83DE-E1F7ABB9FAA3}" dt="2026-07-28T14:18:23.972" v="59" actId="21"/>
          <ac:grpSpMkLst>
            <pc:docMk/>
            <pc:sldMk cId="3688703546" sldId="301"/>
            <ac:grpSpMk id="30" creationId="{8FE68E50-9407-4D78-B696-D40BB471D9FA}"/>
          </ac:grpSpMkLst>
        </pc:grpChg>
        <pc:picChg chg="mod">
          <ac:chgData name="Debbie Shaw" userId="79bf7848-a030-4096-934a-3abbfde4984a" providerId="ADAL" clId="{8DE9E9FB-001C-4B84-83DE-E1F7ABB9FAA3}" dt="2026-07-28T14:18:13.349" v="56" actId="1076"/>
          <ac:picMkLst>
            <pc:docMk/>
            <pc:sldMk cId="3688703546" sldId="301"/>
            <ac:picMk id="12" creationId="{CB51DF5D-FE78-6295-BDA9-5F5918EAF94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AA070-92F4-A447-BB88-F5E94FF9CF8B}" type="datetimeFigureOut">
              <a:rPr lang="en-US" smtClean="0"/>
              <a:t>7/28/2026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9B3C9-13A9-6540-8F68-9A544DD081BF}" type="slidenum">
              <a:rPr lang="en-US" smtClean="0"/>
              <a:t>‹#›</a:t>
            </a:fld>
            <a:endParaRPr lang="en-US"/>
          </a:p>
        </p:txBody>
      </p:sp>
    </p:spTree>
    <p:extLst>
      <p:ext uri="{BB962C8B-B14F-4D97-AF65-F5344CB8AC3E}">
        <p14:creationId xmlns:p14="http://schemas.microsoft.com/office/powerpoint/2010/main" val="252134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39B3C9-13A9-6540-8F68-9A544DD081BF}" type="slidenum">
              <a:rPr lang="en-US" smtClean="0"/>
              <a:t>3</a:t>
            </a:fld>
            <a:endParaRPr lang="en-US"/>
          </a:p>
        </p:txBody>
      </p:sp>
    </p:spTree>
    <p:extLst>
      <p:ext uri="{BB962C8B-B14F-4D97-AF65-F5344CB8AC3E}">
        <p14:creationId xmlns:p14="http://schemas.microsoft.com/office/powerpoint/2010/main" val="3735445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2D176C0A-5C67-429D-B78E-C0F7FE360763}" type="datetimeFigureOut">
              <a:rPr lang="en-US" smtClean="0"/>
              <a:t>7/28/2026</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86A303C-F57A-46A0-A01E-607FF4D926B8}" type="slidenum">
              <a:rPr lang="en-US" smtClean="0"/>
              <a:t>‹#›</a:t>
            </a:fld>
            <a:endParaRPr lang="en-US"/>
          </a:p>
        </p:txBody>
      </p:sp>
    </p:spTree>
    <p:extLst>
      <p:ext uri="{BB962C8B-B14F-4D97-AF65-F5344CB8AC3E}">
        <p14:creationId xmlns:p14="http://schemas.microsoft.com/office/powerpoint/2010/main" val="214192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BAAEAE7B-3B5A-4C25-AC11-01A159AD8EE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19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3E46E85-8EF7-4D4E-A5B5-D327F4516A8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111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C7C6F9D-BB9E-4FC8-82AF-1EAB0656BA59}"/>
              </a:ext>
            </a:extLst>
          </p:cNvPr>
          <p:cNvPicPr>
            <a:picLocks noChangeAspect="1"/>
          </p:cNvPicPr>
          <p:nvPr/>
        </p:nvPicPr>
        <p:blipFill rotWithShape="1">
          <a:blip r:embed="rId2">
            <a:extLst>
              <a:ext uri="{28A0092B-C50C-407E-A947-70E740481C1C}">
                <a14:useLocalDpi xmlns:a14="http://schemas.microsoft.com/office/drawing/2010/main" val="0"/>
              </a:ext>
            </a:extLst>
          </a:blip>
          <a:srcRect b="6951"/>
          <a:stretch/>
        </p:blipFill>
        <p:spPr>
          <a:xfrm>
            <a:off x="-45720" y="1878650"/>
            <a:ext cx="9235440" cy="4837836"/>
          </a:xfrm>
          <a:prstGeom prst="rect">
            <a:avLst/>
          </a:prstGeom>
          <a:effectLst>
            <a:outerShdw blurRad="50800" dist="38100" dir="16200000" rotWithShape="0">
              <a:prstClr val="black">
                <a:alpha val="40000"/>
              </a:prstClr>
            </a:outerShdw>
          </a:effectLst>
        </p:spPr>
      </p:pic>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4694CCB8-A161-4308-BC33-DD746CEBFA8D}"/>
              </a:ext>
            </a:extLst>
          </p:cNvPr>
          <p:cNvSpPr/>
          <p:nvPr/>
        </p:nvSpPr>
        <p:spPr>
          <a:xfrm>
            <a:off x="165253" y="763115"/>
            <a:ext cx="8813508" cy="646331"/>
          </a:xfrm>
          <a:prstGeom prst="rect">
            <a:avLst/>
          </a:prstGeom>
        </p:spPr>
        <p:txBody>
          <a:bodyPr wrap="square" anchor="ctr">
            <a:spAutoFit/>
          </a:bodyPr>
          <a:lstStyle/>
          <a:p>
            <a:pPr algn="ctr"/>
            <a:r>
              <a:rPr lang="en-US" sz="3600" b="1" dirty="0">
                <a:solidFill>
                  <a:srgbClr val="B95659"/>
                </a:solidFill>
                <a:latin typeface="Arial" panose="020B0604020202020204" pitchFamily="34" charset="0"/>
                <a:ea typeface="+mj-ea"/>
                <a:cs typeface="Arial" panose="020B0604020202020204" pitchFamily="34" charset="0"/>
              </a:rPr>
              <a:t>Statement of Faith</a:t>
            </a:r>
          </a:p>
        </p:txBody>
      </p:sp>
    </p:spTree>
    <p:extLst>
      <p:ext uri="{BB962C8B-B14F-4D97-AF65-F5344CB8AC3E}">
        <p14:creationId xmlns:p14="http://schemas.microsoft.com/office/powerpoint/2010/main" val="2126766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5A585C-182F-4097-AE7A-03F38E316BE5}"/>
              </a:ext>
            </a:extLst>
          </p:cNvPr>
          <p:cNvSpPr txBox="1"/>
          <p:nvPr/>
        </p:nvSpPr>
        <p:spPr>
          <a:xfrm>
            <a:off x="2521599" y="-464375"/>
            <a:ext cx="4100803" cy="7786747"/>
          </a:xfrm>
          <a:prstGeom prst="rect">
            <a:avLst/>
          </a:prstGeom>
          <a:noFill/>
        </p:spPr>
        <p:txBody>
          <a:bodyPr wrap="square" rtlCol="0" anchor="ctr">
            <a:spAutoFit/>
          </a:bodyPr>
          <a:lstStyle/>
          <a:p>
            <a:pPr algn="ctr"/>
            <a:r>
              <a:rPr lang="en-US" sz="50000" dirty="0">
                <a:solidFill>
                  <a:schemeClr val="accent2">
                    <a:lumMod val="20000"/>
                    <a:lumOff val="80000"/>
                  </a:schemeClr>
                </a:solidFill>
                <a:latin typeface="Arial Black" panose="020B0A04020102020204" pitchFamily="34" charset="0"/>
              </a:rPr>
              <a:t>?</a:t>
            </a:r>
          </a:p>
        </p:txBody>
      </p:sp>
      <p:sp>
        <p:nvSpPr>
          <p:cNvPr id="3" name="TextBox 2">
            <a:extLst>
              <a:ext uri="{FF2B5EF4-FFF2-40B4-BE49-F238E27FC236}">
                <a16:creationId xmlns:a16="http://schemas.microsoft.com/office/drawing/2014/main" id="{26FADB6C-6CB5-4D7C-AC09-B89C68326468}"/>
              </a:ext>
            </a:extLst>
          </p:cNvPr>
          <p:cNvSpPr txBox="1"/>
          <p:nvPr/>
        </p:nvSpPr>
        <p:spPr>
          <a:xfrm>
            <a:off x="2623457" y="2959083"/>
            <a:ext cx="3897086" cy="1384995"/>
          </a:xfrm>
          <a:prstGeom prst="rect">
            <a:avLst/>
          </a:prstGeom>
          <a:noFill/>
        </p:spPr>
        <p:txBody>
          <a:bodyPr wrap="square" anchor="ctr">
            <a:spAutoFit/>
          </a:bodyPr>
          <a:lstStyle/>
          <a:p>
            <a:pPr algn="ctr"/>
            <a:r>
              <a:rPr lang="en-US" sz="2800" b="1" dirty="0">
                <a:solidFill>
                  <a:schemeClr val="tx2"/>
                </a:solidFill>
                <a:effectLst/>
                <a:latin typeface="Arial" panose="020B0604020202020204" pitchFamily="34" charset="0"/>
                <a:ea typeface="MS Mincho" panose="02020609040205080304" pitchFamily="49" charset="-128"/>
              </a:rPr>
              <a:t>What do you think of when </a:t>
            </a:r>
            <a:r>
              <a:rPr lang="en-US" sz="2800" b="1" dirty="0">
                <a:solidFill>
                  <a:schemeClr val="tx2"/>
                </a:solidFill>
                <a:latin typeface="Arial" panose="020B0604020202020204" pitchFamily="34" charset="0"/>
                <a:ea typeface="MS Mincho" panose="02020609040205080304" pitchFamily="49" charset="-128"/>
              </a:rPr>
              <a:t>I say the word</a:t>
            </a:r>
            <a:r>
              <a:rPr lang="en-US" sz="2800" b="1" dirty="0">
                <a:solidFill>
                  <a:schemeClr val="tx2"/>
                </a:solidFill>
                <a:effectLst/>
                <a:latin typeface="Arial" panose="020B0604020202020204" pitchFamily="34" charset="0"/>
                <a:ea typeface="MS Mincho" panose="02020609040205080304" pitchFamily="49" charset="-128"/>
              </a:rPr>
              <a:t> </a:t>
            </a:r>
            <a:endParaRPr lang="en-US" sz="2800" b="1" dirty="0">
              <a:solidFill>
                <a:schemeClr val="tx2"/>
              </a:solidFill>
              <a:latin typeface="Arial" panose="020B0604020202020204" pitchFamily="34" charset="0"/>
              <a:ea typeface="MS Mincho" panose="02020609040205080304" pitchFamily="49" charset="-128"/>
            </a:endParaRPr>
          </a:p>
          <a:p>
            <a:pPr algn="ctr"/>
            <a:r>
              <a:rPr lang="en-US" sz="2800" b="1" dirty="0">
                <a:solidFill>
                  <a:schemeClr val="tx2"/>
                </a:solidFill>
                <a:effectLst/>
                <a:latin typeface="Arial" panose="020B0604020202020204" pitchFamily="34" charset="0"/>
                <a:ea typeface="MS Mincho" panose="02020609040205080304" pitchFamily="49" charset="-128"/>
              </a:rPr>
              <a:t>“value”?</a:t>
            </a:r>
            <a:endParaRPr lang="en-US" sz="2800" b="1" dirty="0">
              <a:solidFill>
                <a:schemeClr val="tx2"/>
              </a:solidFill>
            </a:endParaRPr>
          </a:p>
        </p:txBody>
      </p:sp>
      <p:sp>
        <p:nvSpPr>
          <p:cNvPr id="2" name="TextBox 1">
            <a:extLst>
              <a:ext uri="{FF2B5EF4-FFF2-40B4-BE49-F238E27FC236}">
                <a16:creationId xmlns:a16="http://schemas.microsoft.com/office/drawing/2014/main" id="{62E5B412-E0B5-BF28-76C0-800C7A4946E7}"/>
              </a:ext>
            </a:extLst>
          </p:cNvPr>
          <p:cNvSpPr txBox="1"/>
          <p:nvPr/>
        </p:nvSpPr>
        <p:spPr>
          <a:xfrm>
            <a:off x="0" y="5535827"/>
            <a:ext cx="9144000" cy="1231106"/>
          </a:xfrm>
          <a:prstGeom prst="rect">
            <a:avLst/>
          </a:prstGeom>
          <a:noFill/>
        </p:spPr>
        <p:txBody>
          <a:bodyPr wrap="square" rtlCol="0">
            <a:spAutoFit/>
          </a:bodyPr>
          <a:lstStyle/>
          <a:p>
            <a:pPr algn="ctr"/>
            <a:r>
              <a:rPr lang="en-US" sz="2800" b="1" dirty="0">
                <a:solidFill>
                  <a:schemeClr val="tx2"/>
                </a:solidFill>
                <a:latin typeface="Arial" panose="020B0604020202020204" pitchFamily="34" charset="0"/>
                <a:ea typeface="MS Mincho" panose="02020609040205080304" pitchFamily="49" charset="-128"/>
              </a:rPr>
              <a:t>When we talk about “values,” we mean </a:t>
            </a:r>
          </a:p>
          <a:p>
            <a:pPr algn="ctr"/>
            <a:r>
              <a:rPr lang="en-US" sz="2800" b="1" dirty="0">
                <a:solidFill>
                  <a:schemeClr val="tx2"/>
                </a:solidFill>
                <a:latin typeface="Arial" panose="020B0604020202020204" pitchFamily="34" charset="0"/>
                <a:ea typeface="MS Mincho" panose="02020609040205080304" pitchFamily="49" charset="-128"/>
              </a:rPr>
              <a:t>the beliefs that define and guide the way we live. </a:t>
            </a:r>
          </a:p>
          <a:p>
            <a:endParaRPr lang="en-US" dirty="0"/>
          </a:p>
        </p:txBody>
      </p:sp>
    </p:spTree>
    <p:extLst>
      <p:ext uri="{BB962C8B-B14F-4D97-AF65-F5344CB8AC3E}">
        <p14:creationId xmlns:p14="http://schemas.microsoft.com/office/powerpoint/2010/main" val="834478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C3D8872-5056-45C3-9946-A3DBDCEC2F73}"/>
              </a:ext>
            </a:extLst>
          </p:cNvPr>
          <p:cNvSpPr txBox="1"/>
          <p:nvPr/>
        </p:nvSpPr>
        <p:spPr>
          <a:xfrm>
            <a:off x="1952367" y="2339274"/>
            <a:ext cx="6561438" cy="461665"/>
          </a:xfrm>
          <a:prstGeom prst="rect">
            <a:avLst/>
          </a:prstGeom>
          <a:noFill/>
        </p:spPr>
        <p:txBody>
          <a:bodyPr wrap="square">
            <a:spAutoFit/>
          </a:bodyPr>
          <a:lstStyle/>
          <a:p>
            <a:pPr algn="ctr"/>
            <a:r>
              <a:rPr lang="en-US" sz="2400" dirty="0">
                <a:latin typeface="Arial" panose="020B0604020202020204" pitchFamily="34" charset="0"/>
                <a:ea typeface="Calibri" panose="020F0502020204030204" pitchFamily="34" charset="0"/>
              </a:rPr>
              <a:t>We believe that the Bible is the Word of God.</a:t>
            </a:r>
            <a:endParaRPr lang="en-US" sz="2400" dirty="0"/>
          </a:p>
        </p:txBody>
      </p:sp>
      <p:pic>
        <p:nvPicPr>
          <p:cNvPr id="5" name="Picture 4">
            <a:extLst>
              <a:ext uri="{FF2B5EF4-FFF2-40B4-BE49-F238E27FC236}">
                <a16:creationId xmlns:a16="http://schemas.microsoft.com/office/drawing/2014/main" id="{7DDEA9A4-4E44-4BB5-9B53-B1046DE673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4712" y="576295"/>
            <a:ext cx="3243946" cy="978900"/>
          </a:xfrm>
          <a:prstGeom prst="rect">
            <a:avLst/>
          </a:prstGeom>
        </p:spPr>
      </p:pic>
      <p:pic>
        <p:nvPicPr>
          <p:cNvPr id="13" name="Picture 12">
            <a:extLst>
              <a:ext uri="{FF2B5EF4-FFF2-40B4-BE49-F238E27FC236}">
                <a16:creationId xmlns:a16="http://schemas.microsoft.com/office/drawing/2014/main" id="{408B2E0C-996A-0E58-5951-1577CA852F18}"/>
              </a:ext>
            </a:extLst>
          </p:cNvPr>
          <p:cNvPicPr>
            <a:picLocks/>
          </p:cNvPicPr>
          <p:nvPr/>
        </p:nvPicPr>
        <p:blipFill rotWithShape="1">
          <a:blip r:embed="rId4">
            <a:extLst>
              <a:ext uri="{28A0092B-C50C-407E-A947-70E740481C1C}">
                <a14:useLocalDpi xmlns:a14="http://schemas.microsoft.com/office/drawing/2010/main" val="0"/>
              </a:ext>
            </a:extLst>
          </a:blip>
          <a:srcRect l="25965" r="27247"/>
          <a:stretch/>
        </p:blipFill>
        <p:spPr>
          <a:xfrm>
            <a:off x="630195" y="1974811"/>
            <a:ext cx="1191663" cy="1190589"/>
          </a:xfrm>
          <a:prstGeom prst="ellipse">
            <a:avLst/>
          </a:prstGeom>
          <a:solidFill>
            <a:schemeClr val="accent1"/>
          </a:solidFill>
          <a:ln w="76200">
            <a:solidFill>
              <a:schemeClr val="accent1"/>
            </a:solidFill>
          </a:ln>
        </p:spPr>
      </p:pic>
      <p:sp>
        <p:nvSpPr>
          <p:cNvPr id="17" name="TextBox 16">
            <a:extLst>
              <a:ext uri="{FF2B5EF4-FFF2-40B4-BE49-F238E27FC236}">
                <a16:creationId xmlns:a16="http://schemas.microsoft.com/office/drawing/2014/main" id="{2B12681D-8C5C-1BC1-E75E-071C6320AFBB}"/>
              </a:ext>
            </a:extLst>
          </p:cNvPr>
          <p:cNvSpPr txBox="1"/>
          <p:nvPr/>
        </p:nvSpPr>
        <p:spPr>
          <a:xfrm>
            <a:off x="2211859" y="3585018"/>
            <a:ext cx="6301946" cy="830997"/>
          </a:xfrm>
          <a:prstGeom prst="rect">
            <a:avLst/>
          </a:prstGeom>
          <a:noFill/>
        </p:spPr>
        <p:txBody>
          <a:bodyPr wrap="square" rtlCol="0">
            <a:spAutoFit/>
          </a:bodyPr>
          <a:lstStyle/>
          <a:p>
            <a:r>
              <a:rPr lang="en-US" sz="2400" dirty="0"/>
              <a:t>We believe that the Bible changes lives and advances God’s kingdom.</a:t>
            </a:r>
          </a:p>
        </p:txBody>
      </p:sp>
      <p:pic>
        <p:nvPicPr>
          <p:cNvPr id="24" name="Picture 23">
            <a:extLst>
              <a:ext uri="{FF2B5EF4-FFF2-40B4-BE49-F238E27FC236}">
                <a16:creationId xmlns:a16="http://schemas.microsoft.com/office/drawing/2014/main" id="{89BA2819-86B6-DD78-7853-81A89EE9C13D}"/>
              </a:ext>
            </a:extLst>
          </p:cNvPr>
          <p:cNvPicPr>
            <a:picLocks/>
          </p:cNvPicPr>
          <p:nvPr/>
        </p:nvPicPr>
        <p:blipFill rotWithShape="1">
          <a:blip r:embed="rId5">
            <a:extLst>
              <a:ext uri="{28A0092B-C50C-407E-A947-70E740481C1C}">
                <a14:useLocalDpi xmlns:a14="http://schemas.microsoft.com/office/drawing/2010/main" val="0"/>
              </a:ext>
            </a:extLst>
          </a:blip>
          <a:srcRect r="28170"/>
          <a:stretch/>
        </p:blipFill>
        <p:spPr>
          <a:xfrm>
            <a:off x="630195" y="3391768"/>
            <a:ext cx="1226291" cy="1190589"/>
          </a:xfrm>
          <a:prstGeom prst="ellipse">
            <a:avLst/>
          </a:prstGeom>
          <a:ln w="76200">
            <a:solidFill>
              <a:srgbClr val="FBA93D"/>
            </a:solidFill>
          </a:ln>
        </p:spPr>
      </p:pic>
      <p:pic>
        <p:nvPicPr>
          <p:cNvPr id="26" name="Picture 25">
            <a:extLst>
              <a:ext uri="{FF2B5EF4-FFF2-40B4-BE49-F238E27FC236}">
                <a16:creationId xmlns:a16="http://schemas.microsoft.com/office/drawing/2014/main" id="{C93BEF59-4C33-1E6B-2325-7F1AE0E5338C}"/>
              </a:ext>
            </a:extLst>
          </p:cNvPr>
          <p:cNvPicPr>
            <a:picLocks noChangeAspect="1"/>
          </p:cNvPicPr>
          <p:nvPr/>
        </p:nvPicPr>
        <p:blipFill rotWithShape="1">
          <a:blip r:embed="rId6">
            <a:extLst>
              <a:ext uri="{28A0092B-C50C-407E-A947-70E740481C1C}">
                <a14:useLocalDpi xmlns:a14="http://schemas.microsoft.com/office/drawing/2010/main" val="0"/>
              </a:ext>
            </a:extLst>
          </a:blip>
          <a:srcRect l="43593" t="656" b="1"/>
          <a:stretch/>
        </p:blipFill>
        <p:spPr>
          <a:xfrm>
            <a:off x="666458" y="4808725"/>
            <a:ext cx="1285909" cy="1159978"/>
          </a:xfrm>
          <a:prstGeom prst="ellipse">
            <a:avLst/>
          </a:prstGeom>
          <a:ln w="76200">
            <a:solidFill>
              <a:srgbClr val="83A83F"/>
            </a:solidFill>
          </a:ln>
        </p:spPr>
      </p:pic>
      <p:sp>
        <p:nvSpPr>
          <p:cNvPr id="27" name="TextBox 26">
            <a:extLst>
              <a:ext uri="{FF2B5EF4-FFF2-40B4-BE49-F238E27FC236}">
                <a16:creationId xmlns:a16="http://schemas.microsoft.com/office/drawing/2014/main" id="{85C30ACF-19C3-21E2-DE88-14F210C061C7}"/>
              </a:ext>
            </a:extLst>
          </p:cNvPr>
          <p:cNvSpPr txBox="1"/>
          <p:nvPr/>
        </p:nvSpPr>
        <p:spPr>
          <a:xfrm>
            <a:off x="2311521" y="4973215"/>
            <a:ext cx="6166021" cy="830997"/>
          </a:xfrm>
          <a:prstGeom prst="rect">
            <a:avLst/>
          </a:prstGeom>
          <a:noFill/>
        </p:spPr>
        <p:txBody>
          <a:bodyPr wrap="square" rtlCol="0">
            <a:spAutoFit/>
          </a:bodyPr>
          <a:lstStyle/>
          <a:p>
            <a:r>
              <a:rPr lang="en-US" sz="2400" dirty="0"/>
              <a:t>We believe in the power of the Holy Spirit in the lives of believers.</a:t>
            </a:r>
          </a:p>
        </p:txBody>
      </p:sp>
    </p:spTree>
    <p:extLst>
      <p:ext uri="{BB962C8B-B14F-4D97-AF65-F5344CB8AC3E}">
        <p14:creationId xmlns:p14="http://schemas.microsoft.com/office/powerpoint/2010/main" val="237872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0-#ppt_w/2"/>
                                          </p:val>
                                        </p:tav>
                                        <p:tav tm="100000">
                                          <p:val>
                                            <p:strVal val="#ppt_x"/>
                                          </p:val>
                                        </p:tav>
                                      </p:tavLst>
                                    </p:anim>
                                    <p:anim calcmode="lin" valueType="num">
                                      <p:cBhvr additive="base">
                                        <p:cTn id="14" dur="500" fill="hold"/>
                                        <p:tgtEl>
                                          <p:spTgt spid="24"/>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0-#ppt_w/2"/>
                                          </p:val>
                                        </p:tav>
                                        <p:tav tm="100000">
                                          <p:val>
                                            <p:strVal val="#ppt_x"/>
                                          </p:val>
                                        </p:tav>
                                      </p:tavLst>
                                    </p:anim>
                                    <p:anim calcmode="lin" valueType="num">
                                      <p:cBhvr additive="base">
                                        <p:cTn id="1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fill="hold"/>
                                        <p:tgtEl>
                                          <p:spTgt spid="26"/>
                                        </p:tgtEl>
                                        <p:attrNameLst>
                                          <p:attrName>ppt_x</p:attrName>
                                        </p:attrNameLst>
                                      </p:cBhvr>
                                      <p:tavLst>
                                        <p:tav tm="0">
                                          <p:val>
                                            <p:strVal val="#ppt_x"/>
                                          </p:val>
                                        </p:tav>
                                        <p:tav tm="100000">
                                          <p:val>
                                            <p:strVal val="#ppt_x"/>
                                          </p:val>
                                        </p:tav>
                                      </p:tavLst>
                                    </p:anim>
                                    <p:anim calcmode="lin" valueType="num">
                                      <p:cBhvr additive="base">
                                        <p:cTn id="24" dur="500" fill="hold"/>
                                        <p:tgtEl>
                                          <p:spTgt spid="2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 calcmode="lin" valueType="num">
                                      <p:cBhvr additive="base">
                                        <p:cTn id="27" dur="500" fill="hold"/>
                                        <p:tgtEl>
                                          <p:spTgt spid="27"/>
                                        </p:tgtEl>
                                        <p:attrNameLst>
                                          <p:attrName>ppt_x</p:attrName>
                                        </p:attrNameLst>
                                      </p:cBhvr>
                                      <p:tavLst>
                                        <p:tav tm="0">
                                          <p:val>
                                            <p:strVal val="#ppt_x"/>
                                          </p:val>
                                        </p:tav>
                                        <p:tav tm="100000">
                                          <p:val>
                                            <p:strVal val="#ppt_x"/>
                                          </p:val>
                                        </p:tav>
                                      </p:tavLst>
                                    </p:anim>
                                    <p:anim calcmode="lin" valueType="num">
                                      <p:cBhvr additive="base">
                                        <p:cTn id="2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7"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9500A1-013B-4974-A74C-750419EBC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4712" y="576295"/>
            <a:ext cx="3243946" cy="978900"/>
          </a:xfrm>
          <a:prstGeom prst="rect">
            <a:avLst/>
          </a:prstGeom>
        </p:spPr>
      </p:pic>
      <p:sp>
        <p:nvSpPr>
          <p:cNvPr id="5" name="TextBox 4">
            <a:extLst>
              <a:ext uri="{FF2B5EF4-FFF2-40B4-BE49-F238E27FC236}">
                <a16:creationId xmlns:a16="http://schemas.microsoft.com/office/drawing/2014/main" id="{F9841455-BC55-4576-BD70-380E1F714FD8}"/>
              </a:ext>
            </a:extLst>
          </p:cNvPr>
          <p:cNvSpPr txBox="1"/>
          <p:nvPr/>
        </p:nvSpPr>
        <p:spPr>
          <a:xfrm>
            <a:off x="2285958" y="1912896"/>
            <a:ext cx="4572084" cy="923330"/>
          </a:xfrm>
          <a:prstGeom prst="rect">
            <a:avLst/>
          </a:prstGeom>
          <a:noFill/>
        </p:spPr>
        <p:txBody>
          <a:bodyPr wrap="square" rtlCol="0" anchor="ctr">
            <a:spAutoFit/>
          </a:bodyPr>
          <a:lstStyle/>
          <a:p>
            <a:pPr algn="ctr"/>
            <a:r>
              <a:rPr lang="en-US" sz="5400" dirty="0">
                <a:solidFill>
                  <a:schemeClr val="accent2"/>
                </a:solidFill>
                <a:latin typeface="Arial Black" panose="020B0A04020102020204" pitchFamily="34" charset="0"/>
              </a:rPr>
              <a:t>VISION:</a:t>
            </a:r>
          </a:p>
        </p:txBody>
      </p:sp>
      <p:sp>
        <p:nvSpPr>
          <p:cNvPr id="7" name="TextBox 6">
            <a:extLst>
              <a:ext uri="{FF2B5EF4-FFF2-40B4-BE49-F238E27FC236}">
                <a16:creationId xmlns:a16="http://schemas.microsoft.com/office/drawing/2014/main" id="{4E1A6BBE-A996-4E89-A8A0-7CF33BB65EB0}"/>
              </a:ext>
            </a:extLst>
          </p:cNvPr>
          <p:cNvSpPr txBox="1"/>
          <p:nvPr/>
        </p:nvSpPr>
        <p:spPr>
          <a:xfrm>
            <a:off x="1219200" y="2901540"/>
            <a:ext cx="6705600" cy="584775"/>
          </a:xfrm>
          <a:prstGeom prst="rect">
            <a:avLst/>
          </a:prstGeom>
          <a:noFill/>
        </p:spPr>
        <p:txBody>
          <a:bodyPr wrap="square" anchor="ctr">
            <a:spAutoFit/>
          </a:bodyPr>
          <a:lstStyle/>
          <a:p>
            <a:pPr marL="0" marR="0" algn="ctr" fontAlgn="base"/>
            <a:r>
              <a:rPr lang="en-US" sz="3200" b="1" dirty="0">
                <a:solidFill>
                  <a:schemeClr val="tx2"/>
                </a:solidFill>
                <a:latin typeface="Arial" panose="020B0604020202020204" pitchFamily="34" charset="0"/>
                <a:ea typeface="Calibri" panose="020F0502020204030204" pitchFamily="34" charset="0"/>
              </a:rPr>
              <a:t>A </a:t>
            </a:r>
            <a:r>
              <a:rPr lang="en-US" sz="3200" b="1" dirty="0">
                <a:solidFill>
                  <a:schemeClr val="tx2"/>
                </a:solidFill>
                <a:effectLst/>
                <a:latin typeface="Arial" panose="020B0604020202020204" pitchFamily="34" charset="0"/>
                <a:ea typeface="Calibri" panose="020F0502020204030204" pitchFamily="34" charset="0"/>
              </a:rPr>
              <a:t>Bible in every </a:t>
            </a:r>
            <a:r>
              <a:rPr lang="en-US" sz="3200" b="1" dirty="0">
                <a:solidFill>
                  <a:schemeClr val="tx2"/>
                </a:solidFill>
                <a:latin typeface="Arial" panose="020B0604020202020204" pitchFamily="34" charset="0"/>
                <a:ea typeface="Calibri" panose="020F0502020204030204" pitchFamily="34" charset="0"/>
              </a:rPr>
              <a:t>l</a:t>
            </a:r>
            <a:r>
              <a:rPr lang="en-US" sz="3200" b="1" dirty="0">
                <a:solidFill>
                  <a:schemeClr val="tx2"/>
                </a:solidFill>
                <a:effectLst/>
                <a:latin typeface="Arial" panose="020B0604020202020204" pitchFamily="34" charset="0"/>
                <a:ea typeface="Calibri" panose="020F0502020204030204" pitchFamily="34" charset="0"/>
              </a:rPr>
              <a:t>anguage</a:t>
            </a:r>
            <a:endParaRPr lang="en-US" sz="3200" dirty="0">
              <a:solidFill>
                <a:schemeClr val="tx2"/>
              </a:solidFill>
              <a:effectLst/>
              <a:latin typeface="Times New Roman" panose="02020603050405020304" pitchFamily="18" charset="0"/>
              <a:ea typeface="Calibri" panose="020F0502020204030204" pitchFamily="34" charset="0"/>
            </a:endParaRPr>
          </a:p>
        </p:txBody>
      </p:sp>
      <p:sp>
        <p:nvSpPr>
          <p:cNvPr id="13" name="TextBox 12">
            <a:extLst>
              <a:ext uri="{FF2B5EF4-FFF2-40B4-BE49-F238E27FC236}">
                <a16:creationId xmlns:a16="http://schemas.microsoft.com/office/drawing/2014/main" id="{9FE12999-5F76-46FD-A19D-3DF6548CA73E}"/>
              </a:ext>
            </a:extLst>
          </p:cNvPr>
          <p:cNvSpPr txBox="1"/>
          <p:nvPr/>
        </p:nvSpPr>
        <p:spPr>
          <a:xfrm>
            <a:off x="4819135" y="4691363"/>
            <a:ext cx="4118037" cy="1384995"/>
          </a:xfrm>
          <a:prstGeom prst="rect">
            <a:avLst/>
          </a:prstGeom>
          <a:noFill/>
        </p:spPr>
        <p:txBody>
          <a:bodyPr wrap="square" lIns="91440" tIns="45720" rIns="91440" bIns="45720" anchor="t">
            <a:spAutoFit/>
          </a:bodyPr>
          <a:lstStyle/>
          <a:p>
            <a:pPr algn="ctr"/>
            <a:r>
              <a:rPr lang="en-US" sz="2800" b="1" dirty="0">
                <a:solidFill>
                  <a:schemeClr val="tx2"/>
                </a:solidFill>
                <a:latin typeface="Arial"/>
                <a:ea typeface="MS Mincho"/>
                <a:cs typeface="Arial"/>
              </a:rPr>
              <a:t>Involving people </a:t>
            </a:r>
          </a:p>
          <a:p>
            <a:pPr algn="ctr"/>
            <a:r>
              <a:rPr lang="en-US" sz="2800" b="1" dirty="0">
                <a:solidFill>
                  <a:schemeClr val="tx2"/>
                </a:solidFill>
                <a:latin typeface="Arial"/>
                <a:ea typeface="MS Mincho"/>
                <a:cs typeface="Arial"/>
              </a:rPr>
              <a:t>in the advancement of Bible translation</a:t>
            </a:r>
          </a:p>
        </p:txBody>
      </p:sp>
      <p:pic>
        <p:nvPicPr>
          <p:cNvPr id="15" name="Picture 14">
            <a:extLst>
              <a:ext uri="{FF2B5EF4-FFF2-40B4-BE49-F238E27FC236}">
                <a16:creationId xmlns:a16="http://schemas.microsoft.com/office/drawing/2014/main" id="{31B55404-05DE-48F5-936D-2DDD22A6349E}"/>
              </a:ext>
            </a:extLst>
          </p:cNvPr>
          <p:cNvPicPr>
            <a:picLocks noChangeAspect="1"/>
          </p:cNvPicPr>
          <p:nvPr/>
        </p:nvPicPr>
        <p:blipFill>
          <a:blip r:embed="rId3">
            <a:extLst>
              <a:ext uri="{28A0092B-C50C-407E-A947-70E740481C1C}">
                <a14:useLocalDpi xmlns:a14="http://schemas.microsoft.com/office/drawing/2010/main" val="0"/>
              </a:ext>
            </a:extLst>
          </a:blip>
          <a:srcRect t="61" b="61"/>
          <a:stretch/>
        </p:blipFill>
        <p:spPr>
          <a:xfrm>
            <a:off x="192186" y="3768033"/>
            <a:ext cx="4586726" cy="2345093"/>
          </a:xfrm>
          <a:prstGeom prst="roundRect">
            <a:avLst>
              <a:gd name="adj" fmla="val 10900"/>
            </a:avLst>
          </a:prstGeom>
          <a:ln w="57150">
            <a:solidFill>
              <a:schemeClr val="accent3"/>
            </a:solidFill>
          </a:ln>
          <a:effectLst>
            <a:outerShdw blurRad="50800" dist="38100" dir="5400000" algn="t" rotWithShape="0">
              <a:prstClr val="black">
                <a:alpha val="40000"/>
              </a:prstClr>
            </a:outerShdw>
          </a:effectLst>
        </p:spPr>
      </p:pic>
      <p:sp>
        <p:nvSpPr>
          <p:cNvPr id="3" name="TextBox 2">
            <a:extLst>
              <a:ext uri="{FF2B5EF4-FFF2-40B4-BE49-F238E27FC236}">
                <a16:creationId xmlns:a16="http://schemas.microsoft.com/office/drawing/2014/main" id="{3EFC668A-01CD-7A08-B4E7-C96E3768BEB5}"/>
              </a:ext>
            </a:extLst>
          </p:cNvPr>
          <p:cNvSpPr txBox="1"/>
          <p:nvPr/>
        </p:nvSpPr>
        <p:spPr>
          <a:xfrm>
            <a:off x="4799023" y="3768033"/>
            <a:ext cx="4118038" cy="923330"/>
          </a:xfrm>
          <a:prstGeom prst="rect">
            <a:avLst/>
          </a:prstGeom>
          <a:noFill/>
        </p:spPr>
        <p:txBody>
          <a:bodyPr wrap="square" rtlCol="0">
            <a:spAutoFit/>
          </a:bodyPr>
          <a:lstStyle/>
          <a:p>
            <a:pPr algn="ctr"/>
            <a:r>
              <a:rPr lang="en-US" sz="5400" dirty="0">
                <a:solidFill>
                  <a:schemeClr val="accent2"/>
                </a:solidFill>
                <a:latin typeface="Arial Black" panose="020B0A04020102020204" pitchFamily="34" charset="0"/>
              </a:rPr>
              <a:t>MISSION:</a:t>
            </a:r>
            <a:endParaRPr lang="en-US" sz="5400" b="1" dirty="0">
              <a:latin typeface="+mj-lt"/>
            </a:endParaRPr>
          </a:p>
        </p:txBody>
      </p:sp>
    </p:spTree>
    <p:extLst>
      <p:ext uri="{BB962C8B-B14F-4D97-AF65-F5344CB8AC3E}">
        <p14:creationId xmlns:p14="http://schemas.microsoft.com/office/powerpoint/2010/main" val="4285908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p:tgtEl>
                                          <p:spTgt spid="7"/>
                                        </p:tgtEl>
                                        <p:attrNameLst>
                                          <p:attrName>ppt_y</p:attrName>
                                        </p:attrNameLst>
                                      </p:cBhvr>
                                      <p:tavLst>
                                        <p:tav tm="0">
                                          <p:val>
                                            <p:strVal val="#ppt_y+#ppt_h*1.125000"/>
                                          </p:val>
                                        </p:tav>
                                        <p:tav tm="100000">
                                          <p:val>
                                            <p:strVal val="#ppt_y"/>
                                          </p:val>
                                        </p:tav>
                                      </p:tavLst>
                                    </p:anim>
                                    <p:animEffect transition="in" filter="wipe(up)">
                                      <p:cBhvr>
                                        <p:cTn id="8" dur="100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dissolve">
                                      <p:cBhvr>
                                        <p:cTn id="13" dur="500"/>
                                        <p:tgtEl>
                                          <p:spTgt spid="3"/>
                                        </p:tgtEl>
                                      </p:cBhvr>
                                    </p:animEffect>
                                  </p:childTnLst>
                                </p:cTn>
                              </p:par>
                            </p:childTnLst>
                          </p:cTn>
                        </p:par>
                        <p:par>
                          <p:cTn id="14" fill="hold">
                            <p:stCondLst>
                              <p:cond delay="500"/>
                            </p:stCondLst>
                            <p:childTnLst>
                              <p:par>
                                <p:cTn id="15" presetID="12" presetClass="entr" presetSubtype="4"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1000"/>
                                        <p:tgtEl>
                                          <p:spTgt spid="13"/>
                                        </p:tgtEl>
                                        <p:attrNameLst>
                                          <p:attrName>ppt_y</p:attrName>
                                        </p:attrNameLst>
                                      </p:cBhvr>
                                      <p:tavLst>
                                        <p:tav tm="0">
                                          <p:val>
                                            <p:strVal val="#ppt_y+#ppt_h*1.125000"/>
                                          </p:val>
                                        </p:tav>
                                        <p:tav tm="100000">
                                          <p:val>
                                            <p:strVal val="#ppt_y"/>
                                          </p:val>
                                        </p:tav>
                                      </p:tavLst>
                                    </p:anim>
                                    <p:animEffect transition="in" filter="wipe(up)">
                                      <p:cBhvr>
                                        <p:cTn id="18"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5A585C-182F-4097-AE7A-03F38E316BE5}"/>
              </a:ext>
            </a:extLst>
          </p:cNvPr>
          <p:cNvSpPr txBox="1"/>
          <p:nvPr/>
        </p:nvSpPr>
        <p:spPr>
          <a:xfrm>
            <a:off x="2521599" y="-464375"/>
            <a:ext cx="4100803" cy="7786747"/>
          </a:xfrm>
          <a:prstGeom prst="rect">
            <a:avLst/>
          </a:prstGeom>
          <a:noFill/>
        </p:spPr>
        <p:txBody>
          <a:bodyPr wrap="square" rtlCol="0" anchor="ctr">
            <a:spAutoFit/>
          </a:bodyPr>
          <a:lstStyle/>
          <a:p>
            <a:pPr algn="ctr"/>
            <a:r>
              <a:rPr lang="en-US" sz="50000" dirty="0">
                <a:solidFill>
                  <a:schemeClr val="accent2">
                    <a:lumMod val="20000"/>
                    <a:lumOff val="80000"/>
                  </a:schemeClr>
                </a:solidFill>
                <a:latin typeface="Arial Black" panose="020B0A04020102020204" pitchFamily="34" charset="0"/>
              </a:rPr>
              <a:t>?</a:t>
            </a:r>
          </a:p>
        </p:txBody>
      </p:sp>
      <p:sp>
        <p:nvSpPr>
          <p:cNvPr id="3" name="TextBox 2">
            <a:extLst>
              <a:ext uri="{FF2B5EF4-FFF2-40B4-BE49-F238E27FC236}">
                <a16:creationId xmlns:a16="http://schemas.microsoft.com/office/drawing/2014/main" id="{26FADB6C-6CB5-4D7C-AC09-B89C68326468}"/>
              </a:ext>
            </a:extLst>
          </p:cNvPr>
          <p:cNvSpPr txBox="1"/>
          <p:nvPr/>
        </p:nvSpPr>
        <p:spPr>
          <a:xfrm>
            <a:off x="2623457" y="2959083"/>
            <a:ext cx="3897086" cy="1384995"/>
          </a:xfrm>
          <a:prstGeom prst="rect">
            <a:avLst/>
          </a:prstGeom>
          <a:noFill/>
        </p:spPr>
        <p:txBody>
          <a:bodyPr wrap="square" anchor="ctr">
            <a:spAutoFit/>
          </a:bodyPr>
          <a:lstStyle/>
          <a:p>
            <a:pPr algn="ctr"/>
            <a:r>
              <a:rPr lang="en-US" sz="2800" b="1" dirty="0">
                <a:solidFill>
                  <a:schemeClr val="tx2"/>
                </a:solidFill>
                <a:latin typeface="Arial" panose="020B0604020202020204" pitchFamily="34" charset="0"/>
                <a:ea typeface="MS Mincho" panose="02020609040205080304" pitchFamily="49" charset="-128"/>
              </a:rPr>
              <a:t>How does that vision and mission connect with our </a:t>
            </a:r>
            <a:r>
              <a:rPr lang="en-US" sz="2800" b="1" dirty="0">
                <a:solidFill>
                  <a:schemeClr val="tx2"/>
                </a:solidFill>
                <a:effectLst/>
                <a:latin typeface="Arial" panose="020B0604020202020204" pitchFamily="34" charset="0"/>
                <a:ea typeface="MS Mincho" panose="02020609040205080304" pitchFamily="49" charset="-128"/>
              </a:rPr>
              <a:t>value</a:t>
            </a:r>
            <a:r>
              <a:rPr lang="en-US" sz="2800" b="1" dirty="0">
                <a:solidFill>
                  <a:schemeClr val="tx2"/>
                </a:solidFill>
                <a:latin typeface="Arial" panose="020B0604020202020204" pitchFamily="34" charset="0"/>
                <a:ea typeface="MS Mincho" panose="02020609040205080304" pitchFamily="49" charset="-128"/>
              </a:rPr>
              <a:t>s?</a:t>
            </a:r>
            <a:endParaRPr lang="en-US" sz="2800" b="1" dirty="0">
              <a:solidFill>
                <a:schemeClr val="tx2"/>
              </a:solidFill>
            </a:endParaRPr>
          </a:p>
        </p:txBody>
      </p:sp>
    </p:spTree>
    <p:extLst>
      <p:ext uri="{BB962C8B-B14F-4D97-AF65-F5344CB8AC3E}">
        <p14:creationId xmlns:p14="http://schemas.microsoft.com/office/powerpoint/2010/main" val="3366674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6EBE484B-3D15-8EDA-E15B-263E750939E7}"/>
              </a:ext>
            </a:extLst>
          </p:cNvPr>
          <p:cNvSpPr/>
          <p:nvPr/>
        </p:nvSpPr>
        <p:spPr>
          <a:xfrm>
            <a:off x="1606378" y="2903749"/>
            <a:ext cx="6351373" cy="783193"/>
          </a:xfrm>
          <a:prstGeom prst="roundRect">
            <a:avLst/>
          </a:prstGeom>
          <a:solidFill>
            <a:srgbClr val="83A83F"/>
          </a:solidFill>
          <a:ln>
            <a:noFill/>
          </a:ln>
        </p:spPr>
        <p:txBody>
          <a:bodyPr wrap="square" rtlCol="0" anchor="ctr">
            <a:spAutoFit/>
          </a:bodyPr>
          <a:lstStyle/>
          <a:p>
            <a:pPr algn="ctr"/>
            <a:r>
              <a:rPr lang="en-US" sz="4000" dirty="0">
                <a:solidFill>
                  <a:schemeClr val="bg1"/>
                </a:solidFill>
                <a:latin typeface="Arial Black" panose="020B0A04020102020204" pitchFamily="34" charset="0"/>
              </a:rPr>
              <a:t>Every Language</a:t>
            </a:r>
            <a:endParaRPr lang="en-US" sz="4000" dirty="0">
              <a:solidFill>
                <a:schemeClr val="bg1"/>
              </a:solidFill>
            </a:endParaRPr>
          </a:p>
        </p:txBody>
      </p:sp>
      <p:pic>
        <p:nvPicPr>
          <p:cNvPr id="5" name="Picture 4">
            <a:extLst>
              <a:ext uri="{FF2B5EF4-FFF2-40B4-BE49-F238E27FC236}">
                <a16:creationId xmlns:a16="http://schemas.microsoft.com/office/drawing/2014/main" id="{BB462181-F541-144E-5354-BCC359B2B5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766" y="562752"/>
            <a:ext cx="3499537" cy="2213617"/>
          </a:xfrm>
          <a:prstGeom prst="roundRect">
            <a:avLst/>
          </a:prstGeom>
        </p:spPr>
      </p:pic>
      <p:pic>
        <p:nvPicPr>
          <p:cNvPr id="8" name="Picture 7">
            <a:extLst>
              <a:ext uri="{FF2B5EF4-FFF2-40B4-BE49-F238E27FC236}">
                <a16:creationId xmlns:a16="http://schemas.microsoft.com/office/drawing/2014/main" id="{21A51AF8-4676-CCCA-5362-E87CC02097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6011" y="493166"/>
            <a:ext cx="4776548" cy="2213616"/>
          </a:xfrm>
          <a:prstGeom prst="roundRect">
            <a:avLst/>
          </a:prstGeom>
        </p:spPr>
      </p:pic>
      <p:pic>
        <p:nvPicPr>
          <p:cNvPr id="12" name="Picture 11">
            <a:extLst>
              <a:ext uri="{FF2B5EF4-FFF2-40B4-BE49-F238E27FC236}">
                <a16:creationId xmlns:a16="http://schemas.microsoft.com/office/drawing/2014/main" id="{3A53E196-F291-9683-EC48-DB8BC34EA685}"/>
              </a:ext>
            </a:extLst>
          </p:cNvPr>
          <p:cNvPicPr>
            <a:picLocks noChangeAspect="1"/>
          </p:cNvPicPr>
          <p:nvPr/>
        </p:nvPicPr>
        <p:blipFill rotWithShape="1">
          <a:blip r:embed="rId4">
            <a:extLst>
              <a:ext uri="{28A0092B-C50C-407E-A947-70E740481C1C}">
                <a14:useLocalDpi xmlns:a14="http://schemas.microsoft.com/office/drawing/2010/main" val="0"/>
              </a:ext>
            </a:extLst>
          </a:blip>
          <a:srcRect l="15459" r="16280" b="6149"/>
          <a:stretch/>
        </p:blipFill>
        <p:spPr>
          <a:xfrm>
            <a:off x="5165124" y="3876773"/>
            <a:ext cx="3633669" cy="2577318"/>
          </a:xfrm>
          <a:prstGeom prst="roundRect">
            <a:avLst/>
          </a:prstGeom>
        </p:spPr>
      </p:pic>
      <p:pic>
        <p:nvPicPr>
          <p:cNvPr id="14" name="Picture 13">
            <a:extLst>
              <a:ext uri="{FF2B5EF4-FFF2-40B4-BE49-F238E27FC236}">
                <a16:creationId xmlns:a16="http://schemas.microsoft.com/office/drawing/2014/main" id="{7CD818AF-1D84-06D4-1724-814097DA02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8766" y="3951865"/>
            <a:ext cx="4215074" cy="2222655"/>
          </a:xfrm>
          <a:prstGeom prst="roundRect">
            <a:avLst/>
          </a:prstGeom>
        </p:spPr>
      </p:pic>
    </p:spTree>
    <p:extLst>
      <p:ext uri="{BB962C8B-B14F-4D97-AF65-F5344CB8AC3E}">
        <p14:creationId xmlns:p14="http://schemas.microsoft.com/office/powerpoint/2010/main" val="408794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par>
                                <p:cTn id="10" presetID="55"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ppt_w</p:attrName>
                                        </p:attrNameLst>
                                      </p:cBhvr>
                                      <p:tavLst>
                                        <p:tav tm="0">
                                          <p:val>
                                            <p:strVal val="#ppt_w*0.70"/>
                                          </p:val>
                                        </p:tav>
                                        <p:tav tm="100000">
                                          <p:val>
                                            <p:strVal val="#ppt_w"/>
                                          </p:val>
                                        </p:tav>
                                      </p:tavLst>
                                    </p:anim>
                                    <p:anim calcmode="lin" valueType="num">
                                      <p:cBhvr>
                                        <p:cTn id="13" dur="1000" fill="hold"/>
                                        <p:tgtEl>
                                          <p:spTgt spid="8"/>
                                        </p:tgtEl>
                                        <p:attrNameLst>
                                          <p:attrName>ppt_h</p:attrName>
                                        </p:attrNameLst>
                                      </p:cBhvr>
                                      <p:tavLst>
                                        <p:tav tm="0">
                                          <p:val>
                                            <p:strVal val="#ppt_h"/>
                                          </p:val>
                                        </p:tav>
                                        <p:tav tm="100000">
                                          <p:val>
                                            <p:strVal val="#ppt_h"/>
                                          </p:val>
                                        </p:tav>
                                      </p:tavLst>
                                    </p:anim>
                                    <p:animEffect transition="in" filter="fade">
                                      <p:cBhvr>
                                        <p:cTn id="14" dur="1000"/>
                                        <p:tgtEl>
                                          <p:spTgt spid="8"/>
                                        </p:tgtEl>
                                      </p:cBhvr>
                                    </p:animEffect>
                                  </p:childTnLst>
                                </p:cTn>
                              </p:par>
                              <p:par>
                                <p:cTn id="15" presetID="55"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1000" fill="hold"/>
                                        <p:tgtEl>
                                          <p:spTgt spid="14"/>
                                        </p:tgtEl>
                                        <p:attrNameLst>
                                          <p:attrName>ppt_w</p:attrName>
                                        </p:attrNameLst>
                                      </p:cBhvr>
                                      <p:tavLst>
                                        <p:tav tm="0">
                                          <p:val>
                                            <p:strVal val="#ppt_w*0.70"/>
                                          </p:val>
                                        </p:tav>
                                        <p:tav tm="100000">
                                          <p:val>
                                            <p:strVal val="#ppt_w"/>
                                          </p:val>
                                        </p:tav>
                                      </p:tavLst>
                                    </p:anim>
                                    <p:anim calcmode="lin" valueType="num">
                                      <p:cBhvr>
                                        <p:cTn id="18" dur="1000" fill="hold"/>
                                        <p:tgtEl>
                                          <p:spTgt spid="14"/>
                                        </p:tgtEl>
                                        <p:attrNameLst>
                                          <p:attrName>ppt_h</p:attrName>
                                        </p:attrNameLst>
                                      </p:cBhvr>
                                      <p:tavLst>
                                        <p:tav tm="0">
                                          <p:val>
                                            <p:strVal val="#ppt_h"/>
                                          </p:val>
                                        </p:tav>
                                        <p:tav tm="100000">
                                          <p:val>
                                            <p:strVal val="#ppt_h"/>
                                          </p:val>
                                        </p:tav>
                                      </p:tavLst>
                                    </p:anim>
                                    <p:animEffect transition="in" filter="fade">
                                      <p:cBhvr>
                                        <p:cTn id="19" dur="1000"/>
                                        <p:tgtEl>
                                          <p:spTgt spid="14"/>
                                        </p:tgtEl>
                                      </p:cBhvr>
                                    </p:animEffect>
                                  </p:childTnLst>
                                </p:cTn>
                              </p:par>
                              <p:par>
                                <p:cTn id="20" presetID="55"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1000" fill="hold"/>
                                        <p:tgtEl>
                                          <p:spTgt spid="12"/>
                                        </p:tgtEl>
                                        <p:attrNameLst>
                                          <p:attrName>ppt_w</p:attrName>
                                        </p:attrNameLst>
                                      </p:cBhvr>
                                      <p:tavLst>
                                        <p:tav tm="0">
                                          <p:val>
                                            <p:strVal val="#ppt_w*0.70"/>
                                          </p:val>
                                        </p:tav>
                                        <p:tav tm="100000">
                                          <p:val>
                                            <p:strVal val="#ppt_w"/>
                                          </p:val>
                                        </p:tav>
                                      </p:tavLst>
                                    </p:anim>
                                    <p:anim calcmode="lin" valueType="num">
                                      <p:cBhvr>
                                        <p:cTn id="23" dur="1000" fill="hold"/>
                                        <p:tgtEl>
                                          <p:spTgt spid="12"/>
                                        </p:tgtEl>
                                        <p:attrNameLst>
                                          <p:attrName>ppt_h</p:attrName>
                                        </p:attrNameLst>
                                      </p:cBhvr>
                                      <p:tavLst>
                                        <p:tav tm="0">
                                          <p:val>
                                            <p:strVal val="#ppt_h"/>
                                          </p:val>
                                        </p:tav>
                                        <p:tav tm="100000">
                                          <p:val>
                                            <p:strVal val="#ppt_h"/>
                                          </p:val>
                                        </p:tav>
                                      </p:tavLst>
                                    </p:anim>
                                    <p:animEffect transition="in" filter="fade">
                                      <p:cBhvr>
                                        <p:cTn id="24"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F1DA2B8F-0DA2-8C46-A1DC-C064E4CCE0B9}"/>
              </a:ext>
            </a:extLst>
          </p:cNvPr>
          <p:cNvSpPr/>
          <p:nvPr/>
        </p:nvSpPr>
        <p:spPr>
          <a:xfrm>
            <a:off x="568411" y="2922049"/>
            <a:ext cx="8007178" cy="786384"/>
          </a:xfrm>
          <a:prstGeom prst="roundRect">
            <a:avLst/>
          </a:prstGeom>
          <a:solidFill>
            <a:srgbClr val="83A83F"/>
          </a:solidFill>
          <a:ln>
            <a:noFill/>
          </a:ln>
        </p:spPr>
        <p:txBody>
          <a:bodyPr wrap="square" rtlCol="0" anchor="ctr">
            <a:spAutoFit/>
          </a:bodyPr>
          <a:lstStyle/>
          <a:p>
            <a:pPr algn="ctr"/>
            <a:r>
              <a:rPr lang="en-US" sz="4000" dirty="0">
                <a:solidFill>
                  <a:schemeClr val="bg1"/>
                </a:solidFill>
                <a:latin typeface="Arial Black" panose="020B0A04020102020204" pitchFamily="34" charset="0"/>
              </a:rPr>
              <a:t>The whole Body of Christ</a:t>
            </a:r>
            <a:endParaRPr lang="en-US" sz="4000" b="1" dirty="0">
              <a:solidFill>
                <a:schemeClr val="bg2"/>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6F06D370-D530-DBDB-0ED4-6819DA629D75}"/>
              </a:ext>
            </a:extLst>
          </p:cNvPr>
          <p:cNvPicPr>
            <a:picLocks noChangeAspect="1"/>
          </p:cNvPicPr>
          <p:nvPr/>
        </p:nvPicPr>
        <p:blipFill rotWithShape="1">
          <a:blip r:embed="rId2">
            <a:extLst>
              <a:ext uri="{28A0092B-C50C-407E-A947-70E740481C1C}">
                <a14:useLocalDpi xmlns:a14="http://schemas.microsoft.com/office/drawing/2010/main" val="0"/>
              </a:ext>
            </a:extLst>
          </a:blip>
          <a:srcRect l="6335" b="5826"/>
          <a:stretch/>
        </p:blipFill>
        <p:spPr>
          <a:xfrm>
            <a:off x="568411" y="3970616"/>
            <a:ext cx="4055078" cy="2059482"/>
          </a:xfrm>
          <a:prstGeom prst="roundRect">
            <a:avLst/>
          </a:prstGeom>
        </p:spPr>
      </p:pic>
      <p:pic>
        <p:nvPicPr>
          <p:cNvPr id="10" name="Picture 9">
            <a:extLst>
              <a:ext uri="{FF2B5EF4-FFF2-40B4-BE49-F238E27FC236}">
                <a16:creationId xmlns:a16="http://schemas.microsoft.com/office/drawing/2014/main" id="{5418A503-1B82-3ECE-26B0-4E45E5470408}"/>
              </a:ext>
            </a:extLst>
          </p:cNvPr>
          <p:cNvPicPr>
            <a:picLocks noChangeAspect="1"/>
          </p:cNvPicPr>
          <p:nvPr/>
        </p:nvPicPr>
        <p:blipFill rotWithShape="1">
          <a:blip r:embed="rId3">
            <a:extLst>
              <a:ext uri="{28A0092B-C50C-407E-A947-70E740481C1C}">
                <a14:useLocalDpi xmlns:a14="http://schemas.microsoft.com/office/drawing/2010/main" val="0"/>
              </a:ext>
            </a:extLst>
          </a:blip>
          <a:srcRect l="4016" t="2058" r="12422" b="22294"/>
          <a:stretch/>
        </p:blipFill>
        <p:spPr>
          <a:xfrm>
            <a:off x="4077730" y="410619"/>
            <a:ext cx="4497859" cy="2283181"/>
          </a:xfrm>
          <a:prstGeom prst="roundRect">
            <a:avLst/>
          </a:prstGeom>
        </p:spPr>
      </p:pic>
      <p:pic>
        <p:nvPicPr>
          <p:cNvPr id="12" name="Picture 11">
            <a:extLst>
              <a:ext uri="{FF2B5EF4-FFF2-40B4-BE49-F238E27FC236}">
                <a16:creationId xmlns:a16="http://schemas.microsoft.com/office/drawing/2014/main" id="{289A613D-7C08-1436-4C36-387AAB4C09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18617" y="3970615"/>
            <a:ext cx="3656972" cy="2452957"/>
          </a:xfrm>
          <a:prstGeom prst="roundRect">
            <a:avLst/>
          </a:prstGeom>
        </p:spPr>
      </p:pic>
      <p:pic>
        <p:nvPicPr>
          <p:cNvPr id="14" name="Picture 13">
            <a:extLst>
              <a:ext uri="{FF2B5EF4-FFF2-40B4-BE49-F238E27FC236}">
                <a16:creationId xmlns:a16="http://schemas.microsoft.com/office/drawing/2014/main" id="{B3F04B2B-3DA0-086E-E5F3-D411F4461218}"/>
              </a:ext>
            </a:extLst>
          </p:cNvPr>
          <p:cNvPicPr>
            <a:picLocks noChangeAspect="1"/>
          </p:cNvPicPr>
          <p:nvPr/>
        </p:nvPicPr>
        <p:blipFill rotWithShape="1">
          <a:blip r:embed="rId5">
            <a:extLst>
              <a:ext uri="{28A0092B-C50C-407E-A947-70E740481C1C}">
                <a14:useLocalDpi xmlns:a14="http://schemas.microsoft.com/office/drawing/2010/main" val="0"/>
              </a:ext>
            </a:extLst>
          </a:blip>
          <a:srcRect l="14411" r="9425"/>
          <a:stretch/>
        </p:blipFill>
        <p:spPr>
          <a:xfrm>
            <a:off x="568411" y="410619"/>
            <a:ext cx="3187415" cy="2234154"/>
          </a:xfrm>
          <a:prstGeom prst="roundRect">
            <a:avLst/>
          </a:prstGeom>
        </p:spPr>
      </p:pic>
    </p:spTree>
    <p:extLst>
      <p:ext uri="{BB962C8B-B14F-4D97-AF65-F5344CB8AC3E}">
        <p14:creationId xmlns:p14="http://schemas.microsoft.com/office/powerpoint/2010/main" val="3650695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1000" fill="hold"/>
                                        <p:tgtEl>
                                          <p:spTgt spid="14"/>
                                        </p:tgtEl>
                                        <p:attrNameLst>
                                          <p:attrName>ppt_w</p:attrName>
                                        </p:attrNameLst>
                                      </p:cBhvr>
                                      <p:tavLst>
                                        <p:tav tm="0">
                                          <p:val>
                                            <p:strVal val="#ppt_w*0.70"/>
                                          </p:val>
                                        </p:tav>
                                        <p:tav tm="100000">
                                          <p:val>
                                            <p:strVal val="#ppt_w"/>
                                          </p:val>
                                        </p:tav>
                                      </p:tavLst>
                                    </p:anim>
                                    <p:anim calcmode="lin" valueType="num">
                                      <p:cBhvr>
                                        <p:cTn id="8" dur="1000" fill="hold"/>
                                        <p:tgtEl>
                                          <p:spTgt spid="14"/>
                                        </p:tgtEl>
                                        <p:attrNameLst>
                                          <p:attrName>ppt_h</p:attrName>
                                        </p:attrNameLst>
                                      </p:cBhvr>
                                      <p:tavLst>
                                        <p:tav tm="0">
                                          <p:val>
                                            <p:strVal val="#ppt_h"/>
                                          </p:val>
                                        </p:tav>
                                        <p:tav tm="100000">
                                          <p:val>
                                            <p:strVal val="#ppt_h"/>
                                          </p:val>
                                        </p:tav>
                                      </p:tavLst>
                                    </p:anim>
                                    <p:animEffect transition="in" filter="fade">
                                      <p:cBhvr>
                                        <p:cTn id="9" dur="1000"/>
                                        <p:tgtEl>
                                          <p:spTgt spid="14"/>
                                        </p:tgtEl>
                                      </p:cBhvr>
                                    </p:animEffect>
                                  </p:childTnLst>
                                </p:cTn>
                              </p:par>
                              <p:par>
                                <p:cTn id="10" presetID="55"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strVal val="#ppt_w*0.70"/>
                                          </p:val>
                                        </p:tav>
                                        <p:tav tm="100000">
                                          <p:val>
                                            <p:strVal val="#ppt_w"/>
                                          </p:val>
                                        </p:tav>
                                      </p:tavLst>
                                    </p:anim>
                                    <p:anim calcmode="lin" valueType="num">
                                      <p:cBhvr>
                                        <p:cTn id="13" dur="1000" fill="hold"/>
                                        <p:tgtEl>
                                          <p:spTgt spid="6"/>
                                        </p:tgtEl>
                                        <p:attrNameLst>
                                          <p:attrName>ppt_h</p:attrName>
                                        </p:attrNameLst>
                                      </p:cBhvr>
                                      <p:tavLst>
                                        <p:tav tm="0">
                                          <p:val>
                                            <p:strVal val="#ppt_h"/>
                                          </p:val>
                                        </p:tav>
                                        <p:tav tm="100000">
                                          <p:val>
                                            <p:strVal val="#ppt_h"/>
                                          </p:val>
                                        </p:tav>
                                      </p:tavLst>
                                    </p:anim>
                                    <p:animEffect transition="in" filter="fade">
                                      <p:cBhvr>
                                        <p:cTn id="14" dur="1000"/>
                                        <p:tgtEl>
                                          <p:spTgt spid="6"/>
                                        </p:tgtEl>
                                      </p:cBhvr>
                                    </p:animEffect>
                                  </p:childTnLst>
                                </p:cTn>
                              </p:par>
                              <p:par>
                                <p:cTn id="15" presetID="55"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1000" fill="hold"/>
                                        <p:tgtEl>
                                          <p:spTgt spid="10"/>
                                        </p:tgtEl>
                                        <p:attrNameLst>
                                          <p:attrName>ppt_w</p:attrName>
                                        </p:attrNameLst>
                                      </p:cBhvr>
                                      <p:tavLst>
                                        <p:tav tm="0">
                                          <p:val>
                                            <p:strVal val="#ppt_w*0.70"/>
                                          </p:val>
                                        </p:tav>
                                        <p:tav tm="100000">
                                          <p:val>
                                            <p:strVal val="#ppt_w"/>
                                          </p:val>
                                        </p:tav>
                                      </p:tavLst>
                                    </p:anim>
                                    <p:anim calcmode="lin" valueType="num">
                                      <p:cBhvr>
                                        <p:cTn id="18" dur="1000" fill="hold"/>
                                        <p:tgtEl>
                                          <p:spTgt spid="10"/>
                                        </p:tgtEl>
                                        <p:attrNameLst>
                                          <p:attrName>ppt_h</p:attrName>
                                        </p:attrNameLst>
                                      </p:cBhvr>
                                      <p:tavLst>
                                        <p:tav tm="0">
                                          <p:val>
                                            <p:strVal val="#ppt_h"/>
                                          </p:val>
                                        </p:tav>
                                        <p:tav tm="100000">
                                          <p:val>
                                            <p:strVal val="#ppt_h"/>
                                          </p:val>
                                        </p:tav>
                                      </p:tavLst>
                                    </p:anim>
                                    <p:animEffect transition="in" filter="fade">
                                      <p:cBhvr>
                                        <p:cTn id="19" dur="1000"/>
                                        <p:tgtEl>
                                          <p:spTgt spid="10"/>
                                        </p:tgtEl>
                                      </p:cBhvr>
                                    </p:animEffect>
                                  </p:childTnLst>
                                </p:cTn>
                              </p:par>
                              <p:par>
                                <p:cTn id="20" presetID="55"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1000" fill="hold"/>
                                        <p:tgtEl>
                                          <p:spTgt spid="12"/>
                                        </p:tgtEl>
                                        <p:attrNameLst>
                                          <p:attrName>ppt_w</p:attrName>
                                        </p:attrNameLst>
                                      </p:cBhvr>
                                      <p:tavLst>
                                        <p:tav tm="0">
                                          <p:val>
                                            <p:strVal val="#ppt_w*0.70"/>
                                          </p:val>
                                        </p:tav>
                                        <p:tav tm="100000">
                                          <p:val>
                                            <p:strVal val="#ppt_w"/>
                                          </p:val>
                                        </p:tav>
                                      </p:tavLst>
                                    </p:anim>
                                    <p:anim calcmode="lin" valueType="num">
                                      <p:cBhvr>
                                        <p:cTn id="23" dur="1000" fill="hold"/>
                                        <p:tgtEl>
                                          <p:spTgt spid="12"/>
                                        </p:tgtEl>
                                        <p:attrNameLst>
                                          <p:attrName>ppt_h</p:attrName>
                                        </p:attrNameLst>
                                      </p:cBhvr>
                                      <p:tavLst>
                                        <p:tav tm="0">
                                          <p:val>
                                            <p:strVal val="#ppt_h"/>
                                          </p:val>
                                        </p:tav>
                                        <p:tav tm="100000">
                                          <p:val>
                                            <p:strVal val="#ppt_h"/>
                                          </p:val>
                                        </p:tav>
                                      </p:tavLst>
                                    </p:anim>
                                    <p:animEffect transition="in" filter="fade">
                                      <p:cBhvr>
                                        <p:cTn id="24"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D60427A-FA8D-4D6F-BEEE-EF28B635C870}"/>
              </a:ext>
            </a:extLst>
          </p:cNvPr>
          <p:cNvSpPr txBox="1"/>
          <p:nvPr/>
        </p:nvSpPr>
        <p:spPr>
          <a:xfrm>
            <a:off x="228599" y="2617116"/>
            <a:ext cx="3690257" cy="1323439"/>
          </a:xfrm>
          <a:prstGeom prst="rect">
            <a:avLst/>
          </a:prstGeom>
          <a:noFill/>
        </p:spPr>
        <p:txBody>
          <a:bodyPr wrap="square">
            <a:spAutoFit/>
          </a:bodyPr>
          <a:lstStyle/>
          <a:p>
            <a:pPr algn="ctr"/>
            <a:r>
              <a:rPr lang="en-US" sz="4000" b="1" dirty="0">
                <a:solidFill>
                  <a:schemeClr val="accent1"/>
                </a:solidFill>
                <a:latin typeface="Arial Black" panose="020B0A04020102020204" pitchFamily="34" charset="0"/>
                <a:ea typeface="MS Mincho" panose="02020609040205080304" pitchFamily="49" charset="-128"/>
                <a:cs typeface="Times New Roman" panose="02020603050405020304" pitchFamily="18" charset="0"/>
              </a:rPr>
              <a:t>S</a:t>
            </a:r>
            <a:r>
              <a:rPr lang="en-US" sz="4000" b="1" dirty="0">
                <a:solidFill>
                  <a:schemeClr val="accent1"/>
                </a:solidFill>
                <a:effectLst/>
                <a:latin typeface="Arial Black" panose="020B0A04020102020204" pitchFamily="34" charset="0"/>
                <a:ea typeface="MS Mincho" panose="02020609040205080304" pitchFamily="49" charset="-128"/>
                <a:cs typeface="Times New Roman" panose="02020603050405020304" pitchFamily="18" charset="0"/>
              </a:rPr>
              <a:t>tatement</a:t>
            </a:r>
            <a:br>
              <a:rPr lang="en-US" sz="4000" b="1" dirty="0">
                <a:solidFill>
                  <a:schemeClr val="accent1"/>
                </a:solidFill>
                <a:effectLst/>
                <a:latin typeface="Arial Black" panose="020B0A04020102020204" pitchFamily="34" charset="0"/>
                <a:ea typeface="MS Mincho" panose="02020609040205080304" pitchFamily="49" charset="-128"/>
                <a:cs typeface="Times New Roman" panose="02020603050405020304" pitchFamily="18" charset="0"/>
              </a:rPr>
            </a:br>
            <a:r>
              <a:rPr lang="en-US" sz="4000" b="1" dirty="0">
                <a:solidFill>
                  <a:schemeClr val="accent1"/>
                </a:solidFill>
                <a:effectLst/>
                <a:latin typeface="Arial Black" panose="020B0A04020102020204" pitchFamily="34" charset="0"/>
                <a:ea typeface="MS Mincho" panose="02020609040205080304" pitchFamily="49" charset="-128"/>
                <a:cs typeface="Times New Roman" panose="02020603050405020304" pitchFamily="18" charset="0"/>
              </a:rPr>
              <a:t>of Faith</a:t>
            </a:r>
            <a:endParaRPr lang="en-US" sz="4000" dirty="0">
              <a:solidFill>
                <a:schemeClr val="accent1"/>
              </a:solidFill>
              <a:latin typeface="Arial Black" panose="020B0A04020102020204" pitchFamily="34" charset="0"/>
            </a:endParaRPr>
          </a:p>
        </p:txBody>
      </p:sp>
      <p:sp>
        <p:nvSpPr>
          <p:cNvPr id="4" name="Equals 3">
            <a:extLst>
              <a:ext uri="{FF2B5EF4-FFF2-40B4-BE49-F238E27FC236}">
                <a16:creationId xmlns:a16="http://schemas.microsoft.com/office/drawing/2014/main" id="{A16234FC-BAF0-4A27-8BE5-0BB21FF6BDEC}"/>
              </a:ext>
            </a:extLst>
          </p:cNvPr>
          <p:cNvSpPr/>
          <p:nvPr/>
        </p:nvSpPr>
        <p:spPr>
          <a:xfrm>
            <a:off x="3875312" y="2897835"/>
            <a:ext cx="762000" cy="762000"/>
          </a:xfrm>
          <a:prstGeom prst="mathEqual">
            <a:avLst/>
          </a:prstGeom>
          <a:solidFill>
            <a:schemeClr val="accent3"/>
          </a:solidFill>
          <a:ln>
            <a:noFill/>
          </a:ln>
        </p:spPr>
        <p:txBody>
          <a:bodyPr wrap="square"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grpSp>
        <p:nvGrpSpPr>
          <p:cNvPr id="27" name="Group 26">
            <a:extLst>
              <a:ext uri="{FF2B5EF4-FFF2-40B4-BE49-F238E27FC236}">
                <a16:creationId xmlns:a16="http://schemas.microsoft.com/office/drawing/2014/main" id="{B78BC46F-5498-40BF-BC1E-B65A5173AB67}"/>
              </a:ext>
            </a:extLst>
          </p:cNvPr>
          <p:cNvGrpSpPr/>
          <p:nvPr/>
        </p:nvGrpSpPr>
        <p:grpSpPr>
          <a:xfrm>
            <a:off x="4809249" y="938860"/>
            <a:ext cx="3690257" cy="3106219"/>
            <a:chOff x="4834175" y="2294647"/>
            <a:chExt cx="3690257" cy="2282189"/>
          </a:xfrm>
        </p:grpSpPr>
        <p:pic>
          <p:nvPicPr>
            <p:cNvPr id="12" name="Picture 11">
              <a:extLst>
                <a:ext uri="{FF2B5EF4-FFF2-40B4-BE49-F238E27FC236}">
                  <a16:creationId xmlns:a16="http://schemas.microsoft.com/office/drawing/2014/main" id="{7C1B2FC6-A5AC-48AF-8E14-B983FCC4A5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9200" y="2294647"/>
              <a:ext cx="3500208" cy="731153"/>
            </a:xfrm>
            <a:prstGeom prst="rect">
              <a:avLst/>
            </a:prstGeom>
          </p:spPr>
        </p:pic>
        <p:sp>
          <p:nvSpPr>
            <p:cNvPr id="15" name="TextBox 14">
              <a:extLst>
                <a:ext uri="{FF2B5EF4-FFF2-40B4-BE49-F238E27FC236}">
                  <a16:creationId xmlns:a16="http://schemas.microsoft.com/office/drawing/2014/main" id="{D308ACD1-8A1F-4E56-B8B6-876EC811551F}"/>
                </a:ext>
              </a:extLst>
            </p:cNvPr>
            <p:cNvSpPr txBox="1"/>
            <p:nvPr/>
          </p:nvSpPr>
          <p:spPr>
            <a:xfrm>
              <a:off x="4834175" y="3295053"/>
              <a:ext cx="3690257" cy="1281783"/>
            </a:xfrm>
            <a:prstGeom prst="rect">
              <a:avLst/>
            </a:prstGeom>
            <a:noFill/>
          </p:spPr>
          <p:txBody>
            <a:bodyPr wrap="square">
              <a:spAutoFit/>
            </a:bodyPr>
            <a:lstStyle/>
            <a:p>
              <a:pPr algn="ctr"/>
              <a:endParaRPr lang="en-US" sz="4000" b="1" dirty="0">
                <a:solidFill>
                  <a:schemeClr val="accent2"/>
                </a:solidFill>
                <a:latin typeface="Arial Black" panose="020B0A04020102020204" pitchFamily="34" charset="0"/>
                <a:ea typeface="MS Mincho" panose="02020609040205080304" pitchFamily="49" charset="-128"/>
                <a:cs typeface="Times New Roman" panose="02020603050405020304" pitchFamily="18" charset="0"/>
              </a:endParaRPr>
            </a:p>
            <a:p>
              <a:pPr algn="ctr"/>
              <a:r>
                <a:rPr lang="en-US" sz="4000" b="1" dirty="0">
                  <a:solidFill>
                    <a:schemeClr val="accent2"/>
                  </a:solidFill>
                  <a:latin typeface="Arial Black" panose="020B0A04020102020204" pitchFamily="34" charset="0"/>
                  <a:ea typeface="MS Mincho" panose="02020609040205080304" pitchFamily="49" charset="-128"/>
                  <a:cs typeface="Times New Roman" panose="02020603050405020304" pitchFamily="18" charset="0"/>
                </a:rPr>
                <a:t>Core Beliefs</a:t>
              </a:r>
              <a:endParaRPr lang="en-US" sz="4000" dirty="0">
                <a:solidFill>
                  <a:schemeClr val="accent2"/>
                </a:solidFill>
                <a:latin typeface="Arial Black" panose="020B0A04020102020204" pitchFamily="34" charset="0"/>
              </a:endParaRPr>
            </a:p>
          </p:txBody>
        </p:sp>
      </p:grpSp>
      <p:grpSp>
        <p:nvGrpSpPr>
          <p:cNvPr id="26" name="Group 25">
            <a:extLst>
              <a:ext uri="{FF2B5EF4-FFF2-40B4-BE49-F238E27FC236}">
                <a16:creationId xmlns:a16="http://schemas.microsoft.com/office/drawing/2014/main" id="{D7D5FB04-A05B-4741-90BA-E3E4C48CBEE4}"/>
              </a:ext>
            </a:extLst>
          </p:cNvPr>
          <p:cNvGrpSpPr/>
          <p:nvPr/>
        </p:nvGrpSpPr>
        <p:grpSpPr>
          <a:xfrm>
            <a:off x="1333222" y="1073816"/>
            <a:ext cx="1481010" cy="1481010"/>
            <a:chOff x="1415141" y="1252249"/>
            <a:chExt cx="1481010" cy="1481010"/>
          </a:xfrm>
        </p:grpSpPr>
        <p:sp>
          <p:nvSpPr>
            <p:cNvPr id="19" name="Oval 18">
              <a:extLst>
                <a:ext uri="{FF2B5EF4-FFF2-40B4-BE49-F238E27FC236}">
                  <a16:creationId xmlns:a16="http://schemas.microsoft.com/office/drawing/2014/main" id="{3B0C5CFF-C70C-4D4E-AC53-ECC46CA27EFF}"/>
                </a:ext>
              </a:extLst>
            </p:cNvPr>
            <p:cNvSpPr/>
            <p:nvPr/>
          </p:nvSpPr>
          <p:spPr>
            <a:xfrm>
              <a:off x="1415141" y="1252249"/>
              <a:ext cx="1481010" cy="1481010"/>
            </a:xfrm>
            <a:prstGeom prst="ellipse">
              <a:avLst/>
            </a:prstGeom>
            <a:solidFill>
              <a:schemeClr val="accent1"/>
            </a:solidFill>
            <a:ln>
              <a:noFill/>
            </a:ln>
            <a:effectLst>
              <a:outerShdw blurRad="50800" dist="38100" dir="5400000" algn="t" rotWithShape="0">
                <a:prstClr val="black">
                  <a:alpha val="40000"/>
                </a:prstClr>
              </a:outerShdw>
            </a:effectLst>
          </p:spPr>
          <p:txBody>
            <a:bodyPr wrap="square"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pic>
          <p:nvPicPr>
            <p:cNvPr id="22" name="Picture 21">
              <a:extLst>
                <a:ext uri="{FF2B5EF4-FFF2-40B4-BE49-F238E27FC236}">
                  <a16:creationId xmlns:a16="http://schemas.microsoft.com/office/drawing/2014/main" id="{76091237-5966-4BC6-ABED-12AA60B2F9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0526" y="1489557"/>
              <a:ext cx="810240" cy="1028166"/>
            </a:xfrm>
            <a:prstGeom prst="rect">
              <a:avLst/>
            </a:prstGeom>
          </p:spPr>
        </p:pic>
      </p:grpSp>
      <p:grpSp>
        <p:nvGrpSpPr>
          <p:cNvPr id="25" name="Group 24">
            <a:extLst>
              <a:ext uri="{FF2B5EF4-FFF2-40B4-BE49-F238E27FC236}">
                <a16:creationId xmlns:a16="http://schemas.microsoft.com/office/drawing/2014/main" id="{54C6B0BD-2FCD-43CF-93BB-21C99F5DA435}"/>
              </a:ext>
            </a:extLst>
          </p:cNvPr>
          <p:cNvGrpSpPr/>
          <p:nvPr/>
        </p:nvGrpSpPr>
        <p:grpSpPr>
          <a:xfrm>
            <a:off x="5913873" y="3659835"/>
            <a:ext cx="1481010" cy="1481010"/>
            <a:chOff x="6008361" y="4280552"/>
            <a:chExt cx="1481010" cy="1481010"/>
          </a:xfrm>
        </p:grpSpPr>
        <p:sp>
          <p:nvSpPr>
            <p:cNvPr id="20" name="Oval 19">
              <a:extLst>
                <a:ext uri="{FF2B5EF4-FFF2-40B4-BE49-F238E27FC236}">
                  <a16:creationId xmlns:a16="http://schemas.microsoft.com/office/drawing/2014/main" id="{9360F47A-8707-4FDC-9D69-2A2BC2F071AA}"/>
                </a:ext>
              </a:extLst>
            </p:cNvPr>
            <p:cNvSpPr/>
            <p:nvPr/>
          </p:nvSpPr>
          <p:spPr>
            <a:xfrm>
              <a:off x="6008361" y="4280552"/>
              <a:ext cx="1481010" cy="1481010"/>
            </a:xfrm>
            <a:prstGeom prst="ellipse">
              <a:avLst/>
            </a:prstGeom>
            <a:solidFill>
              <a:schemeClr val="accent2"/>
            </a:solidFill>
            <a:ln>
              <a:noFill/>
            </a:ln>
            <a:effectLst>
              <a:outerShdw blurRad="50800" dist="38100" dir="5400000" algn="t" rotWithShape="0">
                <a:prstClr val="black">
                  <a:alpha val="40000"/>
                </a:prstClr>
              </a:outerShdw>
            </a:effectLst>
          </p:spPr>
          <p:txBody>
            <a:bodyPr wrap="square"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pic>
          <p:nvPicPr>
            <p:cNvPr id="24" name="Picture 23">
              <a:extLst>
                <a:ext uri="{FF2B5EF4-FFF2-40B4-BE49-F238E27FC236}">
                  <a16:creationId xmlns:a16="http://schemas.microsoft.com/office/drawing/2014/main" id="{39D18607-CA33-4C63-AB8B-CFCBC6CE4E20}"/>
                </a:ext>
              </a:extLst>
            </p:cNvPr>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6191787" y="4517790"/>
              <a:ext cx="1101590" cy="1050524"/>
            </a:xfrm>
            <a:prstGeom prst="rect">
              <a:avLst/>
            </a:prstGeom>
          </p:spPr>
        </p:pic>
      </p:grpSp>
    </p:spTree>
    <p:extLst>
      <p:ext uri="{BB962C8B-B14F-4D97-AF65-F5344CB8AC3E}">
        <p14:creationId xmlns:p14="http://schemas.microsoft.com/office/powerpoint/2010/main" val="3933001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79FEB7-171A-45B7-8DAE-8D77772A6112}"/>
              </a:ext>
            </a:extLst>
          </p:cNvPr>
          <p:cNvSpPr txBox="1"/>
          <p:nvPr/>
        </p:nvSpPr>
        <p:spPr>
          <a:xfrm>
            <a:off x="2726872" y="723075"/>
            <a:ext cx="3690257" cy="1323439"/>
          </a:xfrm>
          <a:prstGeom prst="rect">
            <a:avLst/>
          </a:prstGeom>
          <a:noFill/>
        </p:spPr>
        <p:txBody>
          <a:bodyPr wrap="square">
            <a:spAutoFit/>
          </a:bodyPr>
          <a:lstStyle/>
          <a:p>
            <a:pPr algn="ctr"/>
            <a:r>
              <a:rPr lang="en-US" sz="4000" b="1" dirty="0">
                <a:solidFill>
                  <a:schemeClr val="accent1"/>
                </a:solidFill>
                <a:latin typeface="Arial Black" panose="020B0A04020102020204" pitchFamily="34" charset="0"/>
                <a:ea typeface="MS Mincho" panose="02020609040205080304" pitchFamily="49" charset="-128"/>
                <a:cs typeface="Times New Roman" panose="02020603050405020304" pitchFamily="18" charset="0"/>
              </a:rPr>
              <a:t>S</a:t>
            </a:r>
            <a:r>
              <a:rPr lang="en-US" sz="4000" b="1" dirty="0">
                <a:solidFill>
                  <a:schemeClr val="accent1"/>
                </a:solidFill>
                <a:effectLst/>
                <a:latin typeface="Arial Black" panose="020B0A04020102020204" pitchFamily="34" charset="0"/>
                <a:ea typeface="MS Mincho" panose="02020609040205080304" pitchFamily="49" charset="-128"/>
                <a:cs typeface="Times New Roman" panose="02020603050405020304" pitchFamily="18" charset="0"/>
              </a:rPr>
              <a:t>tatement</a:t>
            </a:r>
            <a:br>
              <a:rPr lang="en-US" sz="4000" b="1" dirty="0">
                <a:solidFill>
                  <a:schemeClr val="accent1"/>
                </a:solidFill>
                <a:effectLst/>
                <a:latin typeface="Arial Black" panose="020B0A04020102020204" pitchFamily="34" charset="0"/>
                <a:ea typeface="MS Mincho" panose="02020609040205080304" pitchFamily="49" charset="-128"/>
                <a:cs typeface="Times New Roman" panose="02020603050405020304" pitchFamily="18" charset="0"/>
              </a:rPr>
            </a:br>
            <a:r>
              <a:rPr lang="en-US" sz="4000" b="1" dirty="0">
                <a:solidFill>
                  <a:schemeClr val="accent1"/>
                </a:solidFill>
                <a:effectLst/>
                <a:latin typeface="Arial Black" panose="020B0A04020102020204" pitchFamily="34" charset="0"/>
                <a:ea typeface="MS Mincho" panose="02020609040205080304" pitchFamily="49" charset="-128"/>
                <a:cs typeface="Times New Roman" panose="02020603050405020304" pitchFamily="18" charset="0"/>
              </a:rPr>
              <a:t>of Faith</a:t>
            </a:r>
            <a:endParaRPr lang="en-US" sz="4000" dirty="0">
              <a:solidFill>
                <a:schemeClr val="accent1"/>
              </a:solidFill>
              <a:latin typeface="Arial Black" panose="020B0A04020102020204" pitchFamily="34" charset="0"/>
            </a:endParaRPr>
          </a:p>
        </p:txBody>
      </p:sp>
      <p:sp>
        <p:nvSpPr>
          <p:cNvPr id="3" name="Arrow: Down 2">
            <a:extLst>
              <a:ext uri="{FF2B5EF4-FFF2-40B4-BE49-F238E27FC236}">
                <a16:creationId xmlns:a16="http://schemas.microsoft.com/office/drawing/2014/main" id="{37634793-F443-4E90-A96B-4067C8331509}"/>
              </a:ext>
            </a:extLst>
          </p:cNvPr>
          <p:cNvSpPr/>
          <p:nvPr/>
        </p:nvSpPr>
        <p:spPr>
          <a:xfrm>
            <a:off x="4038601" y="2133411"/>
            <a:ext cx="1066799" cy="729343"/>
          </a:xfrm>
          <a:prstGeom prst="downArrow">
            <a:avLst/>
          </a:prstGeom>
          <a:solidFill>
            <a:schemeClr val="accent3"/>
          </a:solidFill>
          <a:ln>
            <a:noFill/>
          </a:ln>
        </p:spPr>
        <p:txBody>
          <a:bodyPr wrap="square"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27DB7230-AAEB-4BC9-981D-606E7DB8CFD6}"/>
              </a:ext>
            </a:extLst>
          </p:cNvPr>
          <p:cNvSpPr txBox="1"/>
          <p:nvPr/>
        </p:nvSpPr>
        <p:spPr>
          <a:xfrm>
            <a:off x="1842407" y="2949651"/>
            <a:ext cx="5459186" cy="707886"/>
          </a:xfrm>
          <a:prstGeom prst="rect">
            <a:avLst/>
          </a:prstGeom>
          <a:noFill/>
        </p:spPr>
        <p:txBody>
          <a:bodyPr wrap="square">
            <a:spAutoFit/>
          </a:bodyPr>
          <a:lstStyle/>
          <a:p>
            <a:pPr algn="ctr"/>
            <a:r>
              <a:rPr lang="en-US" sz="4000" b="1" dirty="0">
                <a:solidFill>
                  <a:schemeClr val="accent2"/>
                </a:solidFill>
                <a:latin typeface="Arial Black" panose="020B0A04020102020204" pitchFamily="34" charset="0"/>
                <a:ea typeface="MS Mincho" panose="02020609040205080304" pitchFamily="49" charset="-128"/>
                <a:cs typeface="Times New Roman" panose="02020603050405020304" pitchFamily="18" charset="0"/>
              </a:rPr>
              <a:t>Primary Beliefs</a:t>
            </a:r>
            <a:endParaRPr lang="en-US" sz="4000" dirty="0">
              <a:solidFill>
                <a:schemeClr val="accent2"/>
              </a:solidFill>
              <a:latin typeface="Arial Black" panose="020B0A04020102020204" pitchFamily="34" charset="0"/>
            </a:endParaRPr>
          </a:p>
        </p:txBody>
      </p:sp>
      <p:pic>
        <p:nvPicPr>
          <p:cNvPr id="11" name="Picture 10">
            <a:extLst>
              <a:ext uri="{FF2B5EF4-FFF2-40B4-BE49-F238E27FC236}">
                <a16:creationId xmlns:a16="http://schemas.microsoft.com/office/drawing/2014/main" id="{D1A2ECC5-BD51-4A3F-9DFD-6A0E02BAB33F}"/>
              </a:ext>
            </a:extLst>
          </p:cNvPr>
          <p:cNvPicPr>
            <a:picLocks noChangeAspect="1"/>
          </p:cNvPicPr>
          <p:nvPr/>
        </p:nvPicPr>
        <p:blipFill rotWithShape="1">
          <a:blip r:embed="rId2">
            <a:extLst>
              <a:ext uri="{28A0092B-C50C-407E-A947-70E740481C1C}">
                <a14:useLocalDpi xmlns:a14="http://schemas.microsoft.com/office/drawing/2010/main" val="0"/>
              </a:ext>
            </a:extLst>
          </a:blip>
          <a:srcRect l="17555" r="14936"/>
          <a:stretch/>
        </p:blipFill>
        <p:spPr>
          <a:xfrm>
            <a:off x="3400549" y="3907405"/>
            <a:ext cx="2342902" cy="2340790"/>
          </a:xfrm>
          <a:prstGeom prst="ellipse">
            <a:avLst/>
          </a:prstGeom>
          <a:ln w="57150">
            <a:solidFill>
              <a:schemeClr val="accent2"/>
            </a:solidFill>
          </a:ln>
          <a:effectLst>
            <a:outerShdw blurRad="190500" algn="tl" rotWithShape="0">
              <a:srgbClr val="000000">
                <a:alpha val="70000"/>
              </a:srgbClr>
            </a:outerShdw>
          </a:effectLst>
        </p:spPr>
      </p:pic>
    </p:spTree>
    <p:extLst>
      <p:ext uri="{BB962C8B-B14F-4D97-AF65-F5344CB8AC3E}">
        <p14:creationId xmlns:p14="http://schemas.microsoft.com/office/powerpoint/2010/main" val="1993137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1000" fill="hold"/>
                                        <p:tgtEl>
                                          <p:spTgt spid="9"/>
                                        </p:tgtEl>
                                        <p:attrNameLst>
                                          <p:attrName>ppt_w</p:attrName>
                                        </p:attrNameLst>
                                      </p:cBhvr>
                                      <p:tavLst>
                                        <p:tav tm="0">
                                          <p:val>
                                            <p:strVal val="#ppt_w*0.70"/>
                                          </p:val>
                                        </p:tav>
                                        <p:tav tm="100000">
                                          <p:val>
                                            <p:strVal val="#ppt_w"/>
                                          </p:val>
                                        </p:tav>
                                      </p:tavLst>
                                    </p:anim>
                                    <p:anim calcmode="lin" valueType="num">
                                      <p:cBhvr>
                                        <p:cTn id="13" dur="1000" fill="hold"/>
                                        <p:tgtEl>
                                          <p:spTgt spid="9"/>
                                        </p:tgtEl>
                                        <p:attrNameLst>
                                          <p:attrName>ppt_h</p:attrName>
                                        </p:attrNameLst>
                                      </p:cBhvr>
                                      <p:tavLst>
                                        <p:tav tm="0">
                                          <p:val>
                                            <p:strVal val="#ppt_h"/>
                                          </p:val>
                                        </p:tav>
                                        <p:tav tm="100000">
                                          <p:val>
                                            <p:strVal val="#ppt_h"/>
                                          </p:val>
                                        </p:tav>
                                      </p:tavLst>
                                    </p:anim>
                                    <p:animEffect transition="in" filter="fade">
                                      <p:cBhvr>
                                        <p:cTn id="14" dur="10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1000" fill="hold"/>
                                        <p:tgtEl>
                                          <p:spTgt spid="11"/>
                                        </p:tgtEl>
                                        <p:attrNameLst>
                                          <p:attrName>ppt_w</p:attrName>
                                        </p:attrNameLst>
                                      </p:cBhvr>
                                      <p:tavLst>
                                        <p:tav tm="0">
                                          <p:val>
                                            <p:strVal val="#ppt_w*0.70"/>
                                          </p:val>
                                        </p:tav>
                                        <p:tav tm="100000">
                                          <p:val>
                                            <p:strVal val="#ppt_w"/>
                                          </p:val>
                                        </p:tav>
                                      </p:tavLst>
                                    </p:anim>
                                    <p:anim calcmode="lin" valueType="num">
                                      <p:cBhvr>
                                        <p:cTn id="20" dur="1000" fill="hold"/>
                                        <p:tgtEl>
                                          <p:spTgt spid="11"/>
                                        </p:tgtEl>
                                        <p:attrNameLst>
                                          <p:attrName>ppt_h</p:attrName>
                                        </p:attrNameLst>
                                      </p:cBhvr>
                                      <p:tavLst>
                                        <p:tav tm="0">
                                          <p:val>
                                            <p:strVal val="#ppt_h"/>
                                          </p:val>
                                        </p:tav>
                                        <p:tav tm="100000">
                                          <p:val>
                                            <p:strVal val="#ppt_h"/>
                                          </p:val>
                                        </p:tav>
                                      </p:tavLst>
                                    </p:anim>
                                    <p:animEffect transition="in" filter="fade">
                                      <p:cBhvr>
                                        <p:cTn id="21"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D4ACE8-F806-4EFB-B431-BDC77F73AB56}"/>
              </a:ext>
            </a:extLst>
          </p:cNvPr>
          <p:cNvSpPr txBox="1"/>
          <p:nvPr/>
        </p:nvSpPr>
        <p:spPr>
          <a:xfrm>
            <a:off x="95787" y="1449698"/>
            <a:ext cx="4219020" cy="2554545"/>
          </a:xfrm>
          <a:prstGeom prst="rect">
            <a:avLst/>
          </a:prstGeom>
          <a:noFill/>
        </p:spPr>
        <p:txBody>
          <a:bodyPr wrap="square">
            <a:spAutoFit/>
          </a:bodyPr>
          <a:lstStyle/>
          <a:p>
            <a:pPr algn="ctr"/>
            <a:r>
              <a:rPr lang="en-US" sz="4000" b="1" dirty="0">
                <a:solidFill>
                  <a:schemeClr val="accent2"/>
                </a:solidFill>
                <a:latin typeface="Arial Black" panose="020B0A04020102020204" pitchFamily="34" charset="0"/>
                <a:ea typeface="MS Mincho" panose="02020609040205080304" pitchFamily="49" charset="-128"/>
                <a:cs typeface="Times New Roman" panose="02020603050405020304" pitchFamily="18" charset="0"/>
              </a:rPr>
              <a:t>Varied</a:t>
            </a:r>
            <a:br>
              <a:rPr lang="en-US" sz="4000" b="1" dirty="0">
                <a:solidFill>
                  <a:schemeClr val="accent2"/>
                </a:solidFill>
                <a:latin typeface="Arial Black" panose="020B0A04020102020204" pitchFamily="34" charset="0"/>
                <a:ea typeface="MS Mincho" panose="02020609040205080304" pitchFamily="49" charset="-128"/>
                <a:cs typeface="Times New Roman" panose="02020603050405020304" pitchFamily="18" charset="0"/>
              </a:rPr>
            </a:br>
            <a:r>
              <a:rPr lang="en-US" sz="4000" b="1" dirty="0">
                <a:solidFill>
                  <a:schemeClr val="accent2"/>
                </a:solidFill>
                <a:latin typeface="Arial Black" panose="020B0A04020102020204" pitchFamily="34" charset="0"/>
                <a:ea typeface="MS Mincho" panose="02020609040205080304" pitchFamily="49" charset="-128"/>
                <a:cs typeface="Times New Roman" panose="02020603050405020304" pitchFamily="18" charset="0"/>
              </a:rPr>
              <a:t>non-primary beliefs are</a:t>
            </a:r>
            <a:br>
              <a:rPr lang="en-US" sz="4000" b="1" dirty="0">
                <a:solidFill>
                  <a:schemeClr val="accent2"/>
                </a:solidFill>
                <a:latin typeface="Arial Black" panose="020B0A04020102020204" pitchFamily="34" charset="0"/>
                <a:ea typeface="MS Mincho" panose="02020609040205080304" pitchFamily="49" charset="-128"/>
                <a:cs typeface="Times New Roman" panose="02020603050405020304" pitchFamily="18" charset="0"/>
              </a:rPr>
            </a:br>
            <a:r>
              <a:rPr lang="en-US" sz="4000" b="1" dirty="0">
                <a:solidFill>
                  <a:schemeClr val="accent2"/>
                </a:solidFill>
                <a:latin typeface="Arial Black" panose="020B0A04020102020204" pitchFamily="34" charset="0"/>
                <a:ea typeface="MS Mincho" panose="02020609040205080304" pitchFamily="49" charset="-128"/>
                <a:cs typeface="Times New Roman" panose="02020603050405020304" pitchFamily="18" charset="0"/>
              </a:rPr>
              <a:t>OK</a:t>
            </a:r>
            <a:endParaRPr lang="en-US" sz="4000" dirty="0">
              <a:solidFill>
                <a:schemeClr val="accent2"/>
              </a:solidFill>
              <a:latin typeface="Arial Black" panose="020B0A04020102020204" pitchFamily="34" charset="0"/>
            </a:endParaRPr>
          </a:p>
        </p:txBody>
      </p:sp>
      <p:grpSp>
        <p:nvGrpSpPr>
          <p:cNvPr id="14" name="Group 13">
            <a:extLst>
              <a:ext uri="{FF2B5EF4-FFF2-40B4-BE49-F238E27FC236}">
                <a16:creationId xmlns:a16="http://schemas.microsoft.com/office/drawing/2014/main" id="{2F45995B-A103-4CAA-99E3-A177B5CC3C85}"/>
              </a:ext>
            </a:extLst>
          </p:cNvPr>
          <p:cNvGrpSpPr/>
          <p:nvPr/>
        </p:nvGrpSpPr>
        <p:grpSpPr>
          <a:xfrm>
            <a:off x="5629706" y="1757475"/>
            <a:ext cx="1938991" cy="1938991"/>
            <a:chOff x="6193217" y="2790578"/>
            <a:chExt cx="1729312" cy="1729312"/>
          </a:xfrm>
        </p:grpSpPr>
        <p:sp>
          <p:nvSpPr>
            <p:cNvPr id="8" name="Oval 7">
              <a:extLst>
                <a:ext uri="{FF2B5EF4-FFF2-40B4-BE49-F238E27FC236}">
                  <a16:creationId xmlns:a16="http://schemas.microsoft.com/office/drawing/2014/main" id="{366CC8A9-37E6-4179-A8F8-383BB3556A3A}"/>
                </a:ext>
              </a:extLst>
            </p:cNvPr>
            <p:cNvSpPr/>
            <p:nvPr/>
          </p:nvSpPr>
          <p:spPr>
            <a:xfrm>
              <a:off x="6193217" y="2790578"/>
              <a:ext cx="1729312" cy="1729312"/>
            </a:xfrm>
            <a:prstGeom prst="ellipse">
              <a:avLst/>
            </a:prstGeom>
            <a:solidFill>
              <a:schemeClr val="accent4"/>
            </a:solidFill>
            <a:ln>
              <a:noFill/>
            </a:ln>
            <a:effectLst>
              <a:outerShdw blurRad="50800" dist="38100" dir="5400000" algn="t" rotWithShape="0">
                <a:prstClr val="black">
                  <a:alpha val="40000"/>
                </a:prstClr>
              </a:outerShdw>
            </a:effectLst>
          </p:spPr>
          <p:txBody>
            <a:bodyPr wrap="square"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DF9C58A2-7DA3-4E5B-AA68-7C962F20E7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5670" y="2969434"/>
              <a:ext cx="964406" cy="1371600"/>
            </a:xfrm>
            <a:prstGeom prst="rect">
              <a:avLst/>
            </a:prstGeom>
          </p:spPr>
        </p:pic>
        <p:grpSp>
          <p:nvGrpSpPr>
            <p:cNvPr id="13" name="Group 12">
              <a:extLst>
                <a:ext uri="{FF2B5EF4-FFF2-40B4-BE49-F238E27FC236}">
                  <a16:creationId xmlns:a16="http://schemas.microsoft.com/office/drawing/2014/main" id="{733A6293-A1C2-49AB-8854-FAFA2D86F58E}"/>
                </a:ext>
              </a:extLst>
            </p:cNvPr>
            <p:cNvGrpSpPr/>
            <p:nvPr/>
          </p:nvGrpSpPr>
          <p:grpSpPr>
            <a:xfrm>
              <a:off x="6796814" y="3358700"/>
              <a:ext cx="522119" cy="859275"/>
              <a:chOff x="6868886" y="3487965"/>
              <a:chExt cx="422625" cy="695533"/>
            </a:xfrm>
          </p:grpSpPr>
          <p:sp>
            <p:nvSpPr>
              <p:cNvPr id="11" name="Rectangle 10">
                <a:extLst>
                  <a:ext uri="{FF2B5EF4-FFF2-40B4-BE49-F238E27FC236}">
                    <a16:creationId xmlns:a16="http://schemas.microsoft.com/office/drawing/2014/main" id="{CE9B8DE2-7359-4111-B787-3213329727C6}"/>
                  </a:ext>
                </a:extLst>
              </p:cNvPr>
              <p:cNvSpPr/>
              <p:nvPr/>
            </p:nvSpPr>
            <p:spPr>
              <a:xfrm>
                <a:off x="6868886" y="3636725"/>
                <a:ext cx="422625" cy="125107"/>
              </a:xfrm>
              <a:prstGeom prst="rect">
                <a:avLst/>
              </a:prstGeom>
              <a:solidFill>
                <a:schemeClr val="accent4"/>
              </a:solidFill>
              <a:ln>
                <a:noFill/>
              </a:ln>
            </p:spPr>
            <p:txBody>
              <a:bodyPr wrap="square"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43453118-0CF5-421B-A15B-20CA655A1390}"/>
                  </a:ext>
                </a:extLst>
              </p:cNvPr>
              <p:cNvSpPr/>
              <p:nvPr/>
            </p:nvSpPr>
            <p:spPr>
              <a:xfrm rot="5400000">
                <a:off x="6728612" y="3773178"/>
                <a:ext cx="695533" cy="125107"/>
              </a:xfrm>
              <a:prstGeom prst="rect">
                <a:avLst/>
              </a:prstGeom>
              <a:solidFill>
                <a:schemeClr val="accent4"/>
              </a:solidFill>
              <a:ln>
                <a:noFill/>
              </a:ln>
            </p:spPr>
            <p:txBody>
              <a:bodyPr wrap="square"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grpSp>
      </p:grpSp>
      <p:sp>
        <p:nvSpPr>
          <p:cNvPr id="15" name="Arrow: Right 14">
            <a:extLst>
              <a:ext uri="{FF2B5EF4-FFF2-40B4-BE49-F238E27FC236}">
                <a16:creationId xmlns:a16="http://schemas.microsoft.com/office/drawing/2014/main" id="{AB38DE0C-14A5-4107-B561-48B0F079FC41}"/>
              </a:ext>
            </a:extLst>
          </p:cNvPr>
          <p:cNvSpPr/>
          <p:nvPr/>
        </p:nvSpPr>
        <p:spPr>
          <a:xfrm>
            <a:off x="4415192" y="2231540"/>
            <a:ext cx="785688" cy="990861"/>
          </a:xfrm>
          <a:prstGeom prst="rightArrow">
            <a:avLst>
              <a:gd name="adj1" fmla="val 58789"/>
              <a:gd name="adj2" fmla="val 50000"/>
            </a:avLst>
          </a:prstGeom>
          <a:solidFill>
            <a:schemeClr val="accent3"/>
          </a:solidFill>
          <a:ln>
            <a:noFill/>
          </a:ln>
        </p:spPr>
        <p:txBody>
          <a:bodyPr wrap="square"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0A040B57-3B93-4220-B547-7D606E289852}"/>
              </a:ext>
            </a:extLst>
          </p:cNvPr>
          <p:cNvSpPr txBox="1"/>
          <p:nvPr/>
        </p:nvSpPr>
        <p:spPr>
          <a:xfrm>
            <a:off x="4516218" y="3766228"/>
            <a:ext cx="4165966" cy="1631216"/>
          </a:xfrm>
          <a:prstGeom prst="rect">
            <a:avLst/>
          </a:prstGeom>
          <a:noFill/>
        </p:spPr>
        <p:txBody>
          <a:bodyPr wrap="square" anchor="ctr">
            <a:spAutoFit/>
          </a:bodyPr>
          <a:lstStyle/>
          <a:p>
            <a:pPr algn="ctr"/>
            <a:r>
              <a:rPr lang="en-US" sz="3600" dirty="0">
                <a:solidFill>
                  <a:schemeClr val="accent4"/>
                </a:solidFill>
                <a:effectLst/>
                <a:latin typeface="Arial Black" panose="020B0A04020102020204" pitchFamily="34" charset="0"/>
                <a:ea typeface="Calibri" panose="020F0502020204030204" pitchFamily="34" charset="0"/>
              </a:rPr>
              <a:t>Example:</a:t>
            </a:r>
          </a:p>
          <a:p>
            <a:pPr algn="ctr"/>
            <a:r>
              <a:rPr lang="en-US" sz="3200" dirty="0">
                <a:solidFill>
                  <a:schemeClr val="tx2"/>
                </a:solidFill>
                <a:effectLst/>
                <a:latin typeface="Arial" panose="020B0604020202020204" pitchFamily="34" charset="0"/>
                <a:ea typeface="Calibri" panose="020F0502020204030204" pitchFamily="34" charset="0"/>
              </a:rPr>
              <a:t>baptism by immersion or by sprinkling</a:t>
            </a:r>
            <a:endParaRPr lang="en-US" sz="3200" dirty="0">
              <a:solidFill>
                <a:schemeClr val="tx2"/>
              </a:solidFill>
            </a:endParaRPr>
          </a:p>
        </p:txBody>
      </p:sp>
    </p:spTree>
    <p:extLst>
      <p:ext uri="{BB962C8B-B14F-4D97-AF65-F5344CB8AC3E}">
        <p14:creationId xmlns:p14="http://schemas.microsoft.com/office/powerpoint/2010/main" val="2139999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par>
                                <p:cTn id="8" presetID="22" presetClass="entr" presetSubtype="4"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down)">
                                      <p:cBhvr>
                                        <p:cTn id="10" dur="500"/>
                                        <p:tgtEl>
                                          <p:spTgt spid="1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AAD7BB7-92AE-4F16-9DC9-4A7C88F20850}"/>
              </a:ext>
            </a:extLst>
          </p:cNvPr>
          <p:cNvSpPr txBox="1"/>
          <p:nvPr/>
        </p:nvSpPr>
        <p:spPr>
          <a:xfrm>
            <a:off x="2726872" y="451796"/>
            <a:ext cx="3690257" cy="1938992"/>
          </a:xfrm>
          <a:prstGeom prst="rect">
            <a:avLst/>
          </a:prstGeom>
          <a:noFill/>
        </p:spPr>
        <p:txBody>
          <a:bodyPr wrap="square">
            <a:spAutoFit/>
          </a:bodyPr>
          <a:lstStyle/>
          <a:p>
            <a:pPr algn="ctr"/>
            <a:r>
              <a:rPr lang="en-US" sz="4000" b="1" dirty="0">
                <a:solidFill>
                  <a:schemeClr val="accent1"/>
                </a:solidFill>
                <a:latin typeface="Arial Black" panose="020B0A04020102020204" pitchFamily="34" charset="0"/>
                <a:ea typeface="MS Mincho" panose="02020609040205080304" pitchFamily="49" charset="-128"/>
                <a:cs typeface="Times New Roman" panose="02020603050405020304" pitchFamily="18" charset="0"/>
              </a:rPr>
              <a:t>S</a:t>
            </a:r>
            <a:r>
              <a:rPr lang="en-US" sz="4000" b="1" dirty="0">
                <a:solidFill>
                  <a:schemeClr val="accent1"/>
                </a:solidFill>
                <a:effectLst/>
                <a:latin typeface="Arial Black" panose="020B0A04020102020204" pitchFamily="34" charset="0"/>
                <a:ea typeface="MS Mincho" panose="02020609040205080304" pitchFamily="49" charset="-128"/>
                <a:cs typeface="Times New Roman" panose="02020603050405020304" pitchFamily="18" charset="0"/>
              </a:rPr>
              <a:t>tatement</a:t>
            </a:r>
            <a:br>
              <a:rPr lang="en-US" sz="4000" b="1" dirty="0">
                <a:solidFill>
                  <a:schemeClr val="accent1"/>
                </a:solidFill>
                <a:effectLst/>
                <a:latin typeface="Arial Black" panose="020B0A04020102020204" pitchFamily="34" charset="0"/>
                <a:ea typeface="MS Mincho" panose="02020609040205080304" pitchFamily="49" charset="-128"/>
                <a:cs typeface="Times New Roman" panose="02020603050405020304" pitchFamily="18" charset="0"/>
              </a:rPr>
            </a:br>
            <a:r>
              <a:rPr lang="en-US" sz="4000" b="1" dirty="0">
                <a:solidFill>
                  <a:schemeClr val="accent1"/>
                </a:solidFill>
                <a:effectLst/>
                <a:latin typeface="Arial Black" panose="020B0A04020102020204" pitchFamily="34" charset="0"/>
                <a:ea typeface="MS Mincho" panose="02020609040205080304" pitchFamily="49" charset="-128"/>
                <a:cs typeface="Times New Roman" panose="02020603050405020304" pitchFamily="18" charset="0"/>
              </a:rPr>
              <a:t>of Faith</a:t>
            </a:r>
          </a:p>
          <a:p>
            <a:pPr algn="ctr"/>
            <a:r>
              <a:rPr lang="en-US" sz="4000" dirty="0">
                <a:solidFill>
                  <a:schemeClr val="accent1"/>
                </a:solidFill>
                <a:ea typeface="MS Mincho" panose="02020609040205080304" pitchFamily="49" charset="-128"/>
                <a:cs typeface="Times New Roman" panose="02020603050405020304" pitchFamily="18" charset="0"/>
              </a:rPr>
              <a:t>encourages:</a:t>
            </a:r>
            <a:endParaRPr lang="en-US" sz="4000" dirty="0">
              <a:solidFill>
                <a:schemeClr val="accent1"/>
              </a:solidFill>
            </a:endParaRPr>
          </a:p>
        </p:txBody>
      </p:sp>
      <p:pic>
        <p:nvPicPr>
          <p:cNvPr id="5" name="Picture 4">
            <a:extLst>
              <a:ext uri="{FF2B5EF4-FFF2-40B4-BE49-F238E27FC236}">
                <a16:creationId xmlns:a16="http://schemas.microsoft.com/office/drawing/2014/main" id="{E1120C8C-E996-4751-AF25-B760CBCDFDA0}"/>
              </a:ext>
            </a:extLst>
          </p:cNvPr>
          <p:cNvPicPr>
            <a:picLocks noChangeAspect="1"/>
          </p:cNvPicPr>
          <p:nvPr/>
        </p:nvPicPr>
        <p:blipFill rotWithShape="1">
          <a:blip r:embed="rId2">
            <a:extLst>
              <a:ext uri="{28A0092B-C50C-407E-A947-70E740481C1C}">
                <a14:useLocalDpi xmlns:a14="http://schemas.microsoft.com/office/drawing/2010/main" val="0"/>
              </a:ext>
            </a:extLst>
          </a:blip>
          <a:srcRect l="6154" t="-315" r="18575" b="315"/>
          <a:stretch/>
        </p:blipFill>
        <p:spPr>
          <a:xfrm>
            <a:off x="3098907" y="3025613"/>
            <a:ext cx="2946186" cy="2943161"/>
          </a:xfrm>
          <a:prstGeom prst="ellipse">
            <a:avLst/>
          </a:prstGeom>
          <a:ln w="57150">
            <a:solidFill>
              <a:schemeClr val="accent2"/>
            </a:solidFill>
          </a:ln>
          <a:effectLst>
            <a:outerShdw blurRad="190500" algn="tl" rotWithShape="0">
              <a:srgbClr val="000000">
                <a:alpha val="70000"/>
              </a:srgbClr>
            </a:outerShdw>
          </a:effectLst>
        </p:spPr>
      </p:pic>
      <p:sp>
        <p:nvSpPr>
          <p:cNvPr id="7" name="Oval 6">
            <a:extLst>
              <a:ext uri="{FF2B5EF4-FFF2-40B4-BE49-F238E27FC236}">
                <a16:creationId xmlns:a16="http://schemas.microsoft.com/office/drawing/2014/main" id="{B33D645A-C6B0-474F-9464-3567C6966339}"/>
              </a:ext>
            </a:extLst>
          </p:cNvPr>
          <p:cNvSpPr/>
          <p:nvPr/>
        </p:nvSpPr>
        <p:spPr>
          <a:xfrm>
            <a:off x="476904" y="2843599"/>
            <a:ext cx="2249968" cy="2249968"/>
          </a:xfrm>
          <a:prstGeom prst="ellipse">
            <a:avLst/>
          </a:prstGeom>
          <a:solidFill>
            <a:schemeClr val="accent2"/>
          </a:solidFill>
          <a:ln>
            <a:noFill/>
          </a:ln>
          <a:effectLst>
            <a:outerShdw blurRad="50800" dist="38100" dir="5400000" algn="t" rotWithShape="0">
              <a:prstClr val="black">
                <a:alpha val="40000"/>
              </a:prstClr>
            </a:outerShdw>
          </a:effectLst>
        </p:spPr>
        <p:txBody>
          <a:bodyPr wrap="none" rtlCol="0" anchor="ctr">
            <a:noAutofit/>
          </a:bodyPr>
          <a:lstStyle/>
          <a:p>
            <a:pPr algn="ctr"/>
            <a:r>
              <a:rPr lang="en-US" sz="2800" dirty="0">
                <a:solidFill>
                  <a:schemeClr val="bg1"/>
                </a:solidFill>
                <a:latin typeface="Arial" panose="020B0604020202020204" pitchFamily="34" charset="0"/>
                <a:cs typeface="Arial" panose="020B0604020202020204" pitchFamily="34" charset="0"/>
              </a:rPr>
              <a:t>what is</a:t>
            </a:r>
            <a:br>
              <a:rPr lang="en-US" sz="2800" dirty="0">
                <a:solidFill>
                  <a:schemeClr val="bg1"/>
                </a:solidFill>
                <a:latin typeface="Arial" panose="020B0604020202020204" pitchFamily="34" charset="0"/>
                <a:cs typeface="Arial" panose="020B0604020202020204" pitchFamily="34" charset="0"/>
              </a:rPr>
            </a:br>
            <a:r>
              <a:rPr lang="en-US" sz="2800" dirty="0">
                <a:solidFill>
                  <a:schemeClr val="bg1"/>
                </a:solidFill>
                <a:latin typeface="Arial" panose="020B0604020202020204" pitchFamily="34" charset="0"/>
                <a:cs typeface="Arial" panose="020B0604020202020204" pitchFamily="34" charset="0"/>
              </a:rPr>
              <a:t>most</a:t>
            </a:r>
            <a:br>
              <a:rPr lang="en-US" sz="2800" dirty="0">
                <a:solidFill>
                  <a:schemeClr val="bg1"/>
                </a:solidFill>
                <a:latin typeface="Arial" panose="020B0604020202020204" pitchFamily="34" charset="0"/>
                <a:cs typeface="Arial" panose="020B0604020202020204" pitchFamily="34" charset="0"/>
              </a:rPr>
            </a:br>
            <a:r>
              <a:rPr lang="en-US" sz="2800" dirty="0">
                <a:solidFill>
                  <a:schemeClr val="bg1"/>
                </a:solidFill>
                <a:latin typeface="Arial" panose="020B0604020202020204" pitchFamily="34" charset="0"/>
                <a:cs typeface="Arial" panose="020B0604020202020204" pitchFamily="34" charset="0"/>
              </a:rPr>
              <a:t>important</a:t>
            </a:r>
          </a:p>
        </p:txBody>
      </p:sp>
      <p:sp>
        <p:nvSpPr>
          <p:cNvPr id="8" name="Oval 7">
            <a:extLst>
              <a:ext uri="{FF2B5EF4-FFF2-40B4-BE49-F238E27FC236}">
                <a16:creationId xmlns:a16="http://schemas.microsoft.com/office/drawing/2014/main" id="{71A5A433-661D-48B0-916B-E3E37CCF8325}"/>
              </a:ext>
            </a:extLst>
          </p:cNvPr>
          <p:cNvSpPr/>
          <p:nvPr/>
        </p:nvSpPr>
        <p:spPr>
          <a:xfrm>
            <a:off x="6045093" y="2296574"/>
            <a:ext cx="1451789" cy="1451789"/>
          </a:xfrm>
          <a:prstGeom prst="ellipse">
            <a:avLst/>
          </a:prstGeom>
          <a:solidFill>
            <a:schemeClr val="accent2"/>
          </a:solidFill>
          <a:ln>
            <a:noFill/>
          </a:ln>
          <a:effectLst>
            <a:outerShdw blurRad="50800" dist="38100" dir="5400000" algn="t" rotWithShape="0">
              <a:prstClr val="black">
                <a:alpha val="40000"/>
              </a:prstClr>
            </a:outerShdw>
          </a:effectLst>
        </p:spPr>
        <p:txBody>
          <a:bodyPr wrap="none" rtlCol="0" anchor="ctr">
            <a:noAutofit/>
          </a:bodyPr>
          <a:lstStyle/>
          <a:p>
            <a:pPr algn="ctr"/>
            <a:r>
              <a:rPr lang="en-US" sz="2800" dirty="0">
                <a:solidFill>
                  <a:schemeClr val="bg1"/>
                </a:solidFill>
                <a:latin typeface="Arial" panose="020B0604020202020204" pitchFamily="34" charset="0"/>
                <a:cs typeface="Arial" panose="020B0604020202020204" pitchFamily="34" charset="0"/>
              </a:rPr>
              <a:t>unity</a:t>
            </a:r>
          </a:p>
        </p:txBody>
      </p:sp>
      <p:sp>
        <p:nvSpPr>
          <p:cNvPr id="9" name="Oval 8">
            <a:extLst>
              <a:ext uri="{FF2B5EF4-FFF2-40B4-BE49-F238E27FC236}">
                <a16:creationId xmlns:a16="http://schemas.microsoft.com/office/drawing/2014/main" id="{CCFA03C3-343E-441C-BAB2-0D994F432EBE}"/>
              </a:ext>
            </a:extLst>
          </p:cNvPr>
          <p:cNvSpPr/>
          <p:nvPr/>
        </p:nvSpPr>
        <p:spPr>
          <a:xfrm>
            <a:off x="6326668" y="4065776"/>
            <a:ext cx="2340428" cy="2340428"/>
          </a:xfrm>
          <a:prstGeom prst="ellipse">
            <a:avLst/>
          </a:prstGeom>
          <a:solidFill>
            <a:schemeClr val="accent2"/>
          </a:solidFill>
          <a:ln>
            <a:noFill/>
          </a:ln>
          <a:effectLst>
            <a:outerShdw blurRad="50800" dist="38100" dir="5400000" algn="t" rotWithShape="0">
              <a:prstClr val="black">
                <a:alpha val="40000"/>
              </a:prstClr>
            </a:outerShdw>
          </a:effectLst>
        </p:spPr>
        <p:txBody>
          <a:bodyPr wrap="none" rtlCol="0" anchor="b">
            <a:noAutofit/>
          </a:bodyPr>
          <a:lstStyle/>
          <a:p>
            <a:pPr algn="ctr"/>
            <a:r>
              <a:rPr lang="en-US" sz="2800" dirty="0">
                <a:solidFill>
                  <a:schemeClr val="bg1"/>
                </a:solidFill>
                <a:latin typeface="Arial" panose="020B0604020202020204" pitchFamily="34" charset="0"/>
                <a:cs typeface="Arial" panose="020B0604020202020204" pitchFamily="34" charset="0"/>
              </a:rPr>
              <a:t>a</a:t>
            </a:r>
            <a:br>
              <a:rPr lang="en-US" sz="2800" dirty="0">
                <a:solidFill>
                  <a:schemeClr val="bg1"/>
                </a:solidFill>
                <a:latin typeface="Arial" panose="020B0604020202020204" pitchFamily="34" charset="0"/>
                <a:cs typeface="Arial" panose="020B0604020202020204" pitchFamily="34" charset="0"/>
              </a:rPr>
            </a:br>
            <a:r>
              <a:rPr lang="en-US" sz="2800" dirty="0">
                <a:solidFill>
                  <a:schemeClr val="bg1"/>
                </a:solidFill>
                <a:latin typeface="Arial" panose="020B0604020202020204" pitchFamily="34" charset="0"/>
                <a:cs typeface="Arial" panose="020B0604020202020204" pitchFamily="34" charset="0"/>
              </a:rPr>
              <a:t>foundation</a:t>
            </a:r>
            <a:br>
              <a:rPr lang="en-US" sz="2800" dirty="0">
                <a:solidFill>
                  <a:schemeClr val="bg1"/>
                </a:solidFill>
                <a:latin typeface="Arial" panose="020B0604020202020204" pitchFamily="34" charset="0"/>
                <a:cs typeface="Arial" panose="020B0604020202020204" pitchFamily="34" charset="0"/>
              </a:rPr>
            </a:br>
            <a:r>
              <a:rPr lang="en-US" sz="2800" dirty="0">
                <a:solidFill>
                  <a:schemeClr val="bg1"/>
                </a:solidFill>
                <a:latin typeface="Arial" panose="020B0604020202020204" pitchFamily="34" charset="0"/>
                <a:cs typeface="Arial" panose="020B0604020202020204" pitchFamily="34" charset="0"/>
              </a:rPr>
              <a:t>for working</a:t>
            </a:r>
            <a:br>
              <a:rPr lang="en-US" sz="2800" dirty="0">
                <a:solidFill>
                  <a:schemeClr val="bg1"/>
                </a:solidFill>
                <a:latin typeface="Arial" panose="020B0604020202020204" pitchFamily="34" charset="0"/>
                <a:cs typeface="Arial" panose="020B0604020202020204" pitchFamily="34" charset="0"/>
              </a:rPr>
            </a:br>
            <a:r>
              <a:rPr lang="en-US" sz="2800" dirty="0">
                <a:solidFill>
                  <a:schemeClr val="bg1"/>
                </a:solidFill>
                <a:latin typeface="Arial" panose="020B0604020202020204" pitchFamily="34" charset="0"/>
                <a:cs typeface="Arial" panose="020B0604020202020204" pitchFamily="34" charset="0"/>
              </a:rPr>
              <a:t>together</a:t>
            </a:r>
          </a:p>
        </p:txBody>
      </p:sp>
    </p:spTree>
    <p:extLst>
      <p:ext uri="{BB962C8B-B14F-4D97-AF65-F5344CB8AC3E}">
        <p14:creationId xmlns:p14="http://schemas.microsoft.com/office/powerpoint/2010/main" val="1402606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67C3BB06-DC96-4810-9052-78C360033DE2}"/>
              </a:ext>
            </a:extLst>
          </p:cNvPr>
          <p:cNvGrpSpPr/>
          <p:nvPr/>
        </p:nvGrpSpPr>
        <p:grpSpPr>
          <a:xfrm>
            <a:off x="198120" y="247651"/>
            <a:ext cx="8747760" cy="172822"/>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2" name="TextBox 1">
            <a:extLst>
              <a:ext uri="{FF2B5EF4-FFF2-40B4-BE49-F238E27FC236}">
                <a16:creationId xmlns:a16="http://schemas.microsoft.com/office/drawing/2014/main" id="{B21D2EF1-2932-2550-BFFD-42E4D65AD770}"/>
              </a:ext>
            </a:extLst>
          </p:cNvPr>
          <p:cNvSpPr txBox="1"/>
          <p:nvPr/>
        </p:nvSpPr>
        <p:spPr>
          <a:xfrm>
            <a:off x="574040" y="1256248"/>
            <a:ext cx="7995920" cy="5170646"/>
          </a:xfrm>
          <a:prstGeom prst="rect">
            <a:avLst/>
          </a:prstGeom>
          <a:noFill/>
        </p:spPr>
        <p:txBody>
          <a:bodyPr wrap="square" rtlCol="0">
            <a:spAutoFit/>
          </a:bodyPr>
          <a:lstStyle/>
          <a:p>
            <a:pPr>
              <a:spcBef>
                <a:spcPts val="600"/>
              </a:spcBef>
              <a:spcAft>
                <a:spcPts val="600"/>
              </a:spcAft>
            </a:pPr>
            <a:r>
              <a:rPr lang="en-US" dirty="0"/>
              <a:t>1. We affirm the divine inspiration and consequent authority of the Scriptures for faith and practice.</a:t>
            </a:r>
          </a:p>
          <a:p>
            <a:pPr>
              <a:spcBef>
                <a:spcPts val="600"/>
              </a:spcBef>
              <a:spcAft>
                <a:spcPts val="600"/>
              </a:spcAft>
            </a:pPr>
            <a:r>
              <a:rPr lang="en-US" dirty="0"/>
              <a:t>2. We affirm that there is one God, eternally existing in three persons: Father, Son, and Holy Spirit.</a:t>
            </a:r>
          </a:p>
          <a:p>
            <a:pPr>
              <a:spcBef>
                <a:spcPts val="600"/>
              </a:spcBef>
              <a:spcAft>
                <a:spcPts val="600"/>
              </a:spcAft>
            </a:pPr>
            <a:r>
              <a:rPr lang="en-US" dirty="0"/>
              <a:t>3. We affirm the fall of man, the consequent moral depravity and sinfulness of all humanity, God’s righteous judgment against sin, and every person’s need for salvation by God’s grace through Jesus Christ.</a:t>
            </a:r>
          </a:p>
          <a:p>
            <a:pPr>
              <a:spcBef>
                <a:spcPts val="600"/>
              </a:spcBef>
              <a:spcAft>
                <a:spcPts val="600"/>
              </a:spcAft>
            </a:pPr>
            <a:r>
              <a:rPr lang="en-US" dirty="0"/>
              <a:t>4. We affirm that Jesus Christ died as a substitute for sinners, bearing the death they deserved, and that God raised him from the dead.</a:t>
            </a:r>
          </a:p>
          <a:p>
            <a:pPr>
              <a:spcBef>
                <a:spcPts val="600"/>
              </a:spcBef>
              <a:spcAft>
                <a:spcPts val="600"/>
              </a:spcAft>
            </a:pPr>
            <a:r>
              <a:rPr lang="en-US" dirty="0"/>
              <a:t>5. We affirm that salvation is God’s gracious gift, received through faith in Jesus Christ.</a:t>
            </a:r>
          </a:p>
          <a:p>
            <a:pPr>
              <a:spcBef>
                <a:spcPts val="600"/>
              </a:spcBef>
              <a:spcAft>
                <a:spcPts val="600"/>
              </a:spcAft>
            </a:pPr>
            <a:r>
              <a:rPr lang="en-US" dirty="0"/>
              <a:t>6. We affirm that the Lord Jesus Christ will return personally in glory and judge the world.</a:t>
            </a:r>
          </a:p>
          <a:p>
            <a:pPr>
              <a:spcBef>
                <a:spcPts val="600"/>
              </a:spcBef>
              <a:spcAft>
                <a:spcPts val="600"/>
              </a:spcAft>
            </a:pPr>
            <a:r>
              <a:rPr lang="en-US" dirty="0"/>
              <a:t>7. We affirm the bodily resurrection of all people, the saved to eternal life and the lost to eternal punishment.</a:t>
            </a:r>
          </a:p>
        </p:txBody>
      </p:sp>
      <p:pic>
        <p:nvPicPr>
          <p:cNvPr id="12" name="Picture 11">
            <a:extLst>
              <a:ext uri="{FF2B5EF4-FFF2-40B4-BE49-F238E27FC236}">
                <a16:creationId xmlns:a16="http://schemas.microsoft.com/office/drawing/2014/main" id="{CB51DF5D-FE78-6295-BDA9-5F5918EAF9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5520" y="471273"/>
            <a:ext cx="2432960" cy="734175"/>
          </a:xfrm>
          <a:prstGeom prst="rect">
            <a:avLst/>
          </a:prstGeom>
        </p:spPr>
      </p:pic>
      <p:grpSp>
        <p:nvGrpSpPr>
          <p:cNvPr id="4" name="Group 3">
            <a:extLst>
              <a:ext uri="{FF2B5EF4-FFF2-40B4-BE49-F238E27FC236}">
                <a16:creationId xmlns:a16="http://schemas.microsoft.com/office/drawing/2014/main" id="{E8809B40-59D7-6160-ED6D-A2F45D653DCB}"/>
              </a:ext>
            </a:extLst>
          </p:cNvPr>
          <p:cNvGrpSpPr/>
          <p:nvPr/>
        </p:nvGrpSpPr>
        <p:grpSpPr>
          <a:xfrm>
            <a:off x="198120" y="6426894"/>
            <a:ext cx="8747760" cy="172822"/>
            <a:chOff x="-172745" y="0"/>
            <a:chExt cx="9399460" cy="230430"/>
          </a:xfrm>
        </p:grpSpPr>
        <p:sp>
          <p:nvSpPr>
            <p:cNvPr id="5" name="Parallelogram 4">
              <a:extLst>
                <a:ext uri="{FF2B5EF4-FFF2-40B4-BE49-F238E27FC236}">
                  <a16:creationId xmlns:a16="http://schemas.microsoft.com/office/drawing/2014/main" id="{E836114B-CF5A-6A87-7155-EF6EB907D1CE}"/>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Parallelogram 5">
              <a:extLst>
                <a:ext uri="{FF2B5EF4-FFF2-40B4-BE49-F238E27FC236}">
                  <a16:creationId xmlns:a16="http://schemas.microsoft.com/office/drawing/2014/main" id="{FFE86152-6B98-2FCA-E892-FCAF429B79AF}"/>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Parallelogram 6">
              <a:extLst>
                <a:ext uri="{FF2B5EF4-FFF2-40B4-BE49-F238E27FC236}">
                  <a16:creationId xmlns:a16="http://schemas.microsoft.com/office/drawing/2014/main" id="{6A67E08B-A62D-B466-5E85-D0B979F0A7EC}"/>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Tree>
    <p:extLst>
      <p:ext uri="{BB962C8B-B14F-4D97-AF65-F5344CB8AC3E}">
        <p14:creationId xmlns:p14="http://schemas.microsoft.com/office/powerpoint/2010/main" val="3688703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2505D1F-3A67-4829-9B5F-B0E46A8B0F83}"/>
              </a:ext>
            </a:extLst>
          </p:cNvPr>
          <p:cNvGrpSpPr/>
          <p:nvPr/>
        </p:nvGrpSpPr>
        <p:grpSpPr>
          <a:xfrm>
            <a:off x="3168868" y="1282383"/>
            <a:ext cx="4658565" cy="4293235"/>
            <a:chOff x="3295841" y="1476633"/>
            <a:chExt cx="4237002" cy="3904732"/>
          </a:xfrm>
        </p:grpSpPr>
        <p:sp>
          <p:nvSpPr>
            <p:cNvPr id="9" name="Parallelogram 8">
              <a:extLst>
                <a:ext uri="{FF2B5EF4-FFF2-40B4-BE49-F238E27FC236}">
                  <a16:creationId xmlns:a16="http://schemas.microsoft.com/office/drawing/2014/main" id="{08D91778-2757-49F2-AB09-6D33F8844D1F}"/>
                </a:ext>
              </a:extLst>
            </p:cNvPr>
            <p:cNvSpPr/>
            <p:nvPr/>
          </p:nvSpPr>
          <p:spPr>
            <a:xfrm>
              <a:off x="5009589" y="1476633"/>
              <a:ext cx="2523254" cy="3904732"/>
            </a:xfrm>
            <a:prstGeom prst="parallelogram">
              <a:avLst>
                <a:gd name="adj" fmla="val 66953"/>
              </a:avLst>
            </a:prstGeom>
            <a:solidFill>
              <a:srgbClr val="716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4B6A9ACA-1A35-4D56-B557-3E39AD46DB07}"/>
                </a:ext>
              </a:extLst>
            </p:cNvPr>
            <p:cNvSpPr/>
            <p:nvPr/>
          </p:nvSpPr>
          <p:spPr>
            <a:xfrm>
              <a:off x="3295841" y="1476633"/>
              <a:ext cx="2523254" cy="3904732"/>
            </a:xfrm>
            <a:prstGeom prst="parallelogram">
              <a:avLst>
                <a:gd name="adj" fmla="val 66953"/>
              </a:avLst>
            </a:prstGeom>
            <a:solidFill>
              <a:srgbClr val="716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908733BA-FB7E-4EFA-9273-D97BE08650A6}"/>
              </a:ext>
            </a:extLst>
          </p:cNvPr>
          <p:cNvGrpSpPr/>
          <p:nvPr/>
        </p:nvGrpSpPr>
        <p:grpSpPr>
          <a:xfrm>
            <a:off x="1316567" y="1282383"/>
            <a:ext cx="6480241" cy="4293235"/>
            <a:chOff x="1611158" y="1476633"/>
            <a:chExt cx="5893831" cy="3904732"/>
          </a:xfrm>
        </p:grpSpPr>
        <p:sp>
          <p:nvSpPr>
            <p:cNvPr id="12" name="Parallelogram 11">
              <a:extLst>
                <a:ext uri="{FF2B5EF4-FFF2-40B4-BE49-F238E27FC236}">
                  <a16:creationId xmlns:a16="http://schemas.microsoft.com/office/drawing/2014/main" id="{2EA235FE-2138-4C48-8303-9EBAE28CFED5}"/>
                </a:ext>
              </a:extLst>
            </p:cNvPr>
            <p:cNvSpPr/>
            <p:nvPr/>
          </p:nvSpPr>
          <p:spPr>
            <a:xfrm flipH="1">
              <a:off x="1611158" y="1476633"/>
              <a:ext cx="2523254" cy="3904732"/>
            </a:xfrm>
            <a:prstGeom prst="parallelogram">
              <a:avLst>
                <a:gd name="adj" fmla="val 6695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arallelogram 12">
              <a:extLst>
                <a:ext uri="{FF2B5EF4-FFF2-40B4-BE49-F238E27FC236}">
                  <a16:creationId xmlns:a16="http://schemas.microsoft.com/office/drawing/2014/main" id="{A229B89D-5031-4F4F-AEEF-E8A1CDAD73B1}"/>
                </a:ext>
              </a:extLst>
            </p:cNvPr>
            <p:cNvSpPr/>
            <p:nvPr/>
          </p:nvSpPr>
          <p:spPr>
            <a:xfrm flipH="1">
              <a:off x="3323695" y="1476633"/>
              <a:ext cx="2523254" cy="3904732"/>
            </a:xfrm>
            <a:prstGeom prst="parallelogram">
              <a:avLst>
                <a:gd name="adj" fmla="val 6695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AC879204-E238-4190-946B-412A71DC4296}"/>
                </a:ext>
              </a:extLst>
            </p:cNvPr>
            <p:cNvSpPr/>
            <p:nvPr/>
          </p:nvSpPr>
          <p:spPr>
            <a:xfrm flipH="1">
              <a:off x="4981735" y="1476633"/>
              <a:ext cx="2523254" cy="3904732"/>
            </a:xfrm>
            <a:prstGeom prst="parallelogram">
              <a:avLst>
                <a:gd name="adj" fmla="val 6695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F00D8846-597B-4195-9B2F-1C48DB7B74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531" y="2269865"/>
            <a:ext cx="7116980" cy="2147636"/>
          </a:xfrm>
          <a:prstGeom prst="rect">
            <a:avLst/>
          </a:prstGeom>
        </p:spPr>
      </p:pic>
      <p:grpSp>
        <p:nvGrpSpPr>
          <p:cNvPr id="6" name="Group 5">
            <a:extLst>
              <a:ext uri="{FF2B5EF4-FFF2-40B4-BE49-F238E27FC236}">
                <a16:creationId xmlns:a16="http://schemas.microsoft.com/office/drawing/2014/main" id="{8F406A7A-4372-4E9E-89C1-D5203C798C8D}"/>
              </a:ext>
            </a:extLst>
          </p:cNvPr>
          <p:cNvGrpSpPr/>
          <p:nvPr/>
        </p:nvGrpSpPr>
        <p:grpSpPr>
          <a:xfrm>
            <a:off x="-127730" y="0"/>
            <a:ext cx="9399460" cy="230430"/>
            <a:chOff x="-172745" y="0"/>
            <a:chExt cx="9399460" cy="230430"/>
          </a:xfrm>
        </p:grpSpPr>
        <p:sp>
          <p:nvSpPr>
            <p:cNvPr id="20" name="Parallelogram 19">
              <a:extLst>
                <a:ext uri="{FF2B5EF4-FFF2-40B4-BE49-F238E27FC236}">
                  <a16:creationId xmlns:a16="http://schemas.microsoft.com/office/drawing/2014/main" id="{ED1D0F24-F56E-4F72-861D-C7F91EB5ABFD}"/>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arallelogram 20">
              <a:extLst>
                <a:ext uri="{FF2B5EF4-FFF2-40B4-BE49-F238E27FC236}">
                  <a16:creationId xmlns:a16="http://schemas.microsoft.com/office/drawing/2014/main" id="{6243CFFB-28EB-42A0-AF4F-2F6045FA5F1F}"/>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arallelogram 17">
              <a:extLst>
                <a:ext uri="{FF2B5EF4-FFF2-40B4-BE49-F238E27FC236}">
                  <a16:creationId xmlns:a16="http://schemas.microsoft.com/office/drawing/2014/main" id="{206BA820-028D-4AFE-A8C1-DAD65677009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81115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3000" fill="hold"/>
                                        <p:tgtEl>
                                          <p:spTgt spid="16"/>
                                        </p:tgtEl>
                                        <p:attrNameLst>
                                          <p:attrName>ppt_x</p:attrName>
                                        </p:attrNameLst>
                                      </p:cBhvr>
                                      <p:tavLst>
                                        <p:tav tm="0">
                                          <p:val>
                                            <p:strVal val="1+#ppt_w/2"/>
                                          </p:val>
                                        </p:tav>
                                        <p:tav tm="100000">
                                          <p:val>
                                            <p:strVal val="#ppt_x"/>
                                          </p:val>
                                        </p:tav>
                                      </p:tavLst>
                                    </p:anim>
                                    <p:anim calcmode="lin" valueType="num">
                                      <p:cBhvr additive="base">
                                        <p:cTn id="8" dur="30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3000" fill="hold"/>
                                        <p:tgtEl>
                                          <p:spTgt spid="17"/>
                                        </p:tgtEl>
                                        <p:attrNameLst>
                                          <p:attrName>ppt_x</p:attrName>
                                        </p:attrNameLst>
                                      </p:cBhvr>
                                      <p:tavLst>
                                        <p:tav tm="0">
                                          <p:val>
                                            <p:strVal val="0-#ppt_w/2"/>
                                          </p:val>
                                        </p:tav>
                                        <p:tav tm="100000">
                                          <p:val>
                                            <p:strVal val="#ppt_x"/>
                                          </p:val>
                                        </p:tav>
                                      </p:tavLst>
                                    </p:anim>
                                    <p:anim calcmode="lin" valueType="num">
                                      <p:cBhvr additive="base">
                                        <p:cTn id="12" dur="3000" fill="hold"/>
                                        <p:tgtEl>
                                          <p:spTgt spid="17"/>
                                        </p:tgtEl>
                                        <p:attrNameLst>
                                          <p:attrName>ppt_y</p:attrName>
                                        </p:attrNameLst>
                                      </p:cBhvr>
                                      <p:tavLst>
                                        <p:tav tm="0">
                                          <p:val>
                                            <p:strVal val="#ppt_y"/>
                                          </p:val>
                                        </p:tav>
                                        <p:tav tm="100000">
                                          <p:val>
                                            <p:strVal val="#ppt_y"/>
                                          </p:val>
                                        </p:tav>
                                      </p:tavLst>
                                    </p:anim>
                                  </p:childTnLst>
                                </p:cTn>
                              </p:par>
                            </p:childTnLst>
                          </p:cTn>
                        </p:par>
                        <p:par>
                          <p:cTn id="13" fill="hold">
                            <p:stCondLst>
                              <p:cond delay="3000"/>
                            </p:stCondLst>
                            <p:childTnLst>
                              <p:par>
                                <p:cTn id="14" presetID="10" presetClass="exit" presetSubtype="0" fill="hold" nodeType="afterEffect">
                                  <p:stCondLst>
                                    <p:cond delay="1000"/>
                                  </p:stCondLst>
                                  <p:childTnLst>
                                    <p:animEffect transition="out" filter="fade">
                                      <p:cBhvr>
                                        <p:cTn id="15" dur="500"/>
                                        <p:tgtEl>
                                          <p:spTgt spid="16"/>
                                        </p:tgtEl>
                                      </p:cBhvr>
                                    </p:animEffect>
                                    <p:set>
                                      <p:cBhvr>
                                        <p:cTn id="16" dur="1" fill="hold">
                                          <p:stCondLst>
                                            <p:cond delay="499"/>
                                          </p:stCondLst>
                                        </p:cTn>
                                        <p:tgtEl>
                                          <p:spTgt spid="16"/>
                                        </p:tgtEl>
                                        <p:attrNameLst>
                                          <p:attrName>style.visibility</p:attrName>
                                        </p:attrNameLst>
                                      </p:cBhvr>
                                      <p:to>
                                        <p:strVal val="hidden"/>
                                      </p:to>
                                    </p:set>
                                  </p:childTnLst>
                                </p:cTn>
                              </p:par>
                              <p:par>
                                <p:cTn id="17" presetID="10" presetClass="exit" presetSubtype="0" fill="hold" nodeType="withEffect">
                                  <p:stCondLst>
                                    <p:cond delay="1000"/>
                                  </p:stCondLst>
                                  <p:childTnLst>
                                    <p:animEffect transition="out" filter="fade">
                                      <p:cBhvr>
                                        <p:cTn id="18" dur="500"/>
                                        <p:tgtEl>
                                          <p:spTgt spid="17"/>
                                        </p:tgtEl>
                                      </p:cBhvr>
                                    </p:animEffect>
                                    <p:set>
                                      <p:cBhvr>
                                        <p:cTn id="19" dur="1" fill="hold">
                                          <p:stCondLst>
                                            <p:cond delay="499"/>
                                          </p:stCondLst>
                                        </p:cTn>
                                        <p:tgtEl>
                                          <p:spTgt spid="17"/>
                                        </p:tgtEl>
                                        <p:attrNameLst>
                                          <p:attrName>style.visibility</p:attrName>
                                        </p:attrNameLst>
                                      </p:cBhvr>
                                      <p:to>
                                        <p:strVal val="hidden"/>
                                      </p:to>
                                    </p:set>
                                  </p:childTnLst>
                                </p:cTn>
                              </p:par>
                            </p:childTnLst>
                          </p:cTn>
                        </p:par>
                        <p:par>
                          <p:cTn id="20" fill="hold">
                            <p:stCondLst>
                              <p:cond delay="4500"/>
                            </p:stCondLst>
                            <p:childTnLst>
                              <p:par>
                                <p:cTn id="21" presetID="10"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1D61B65BC2620489977AC19E3D0F0D7" ma:contentTypeVersion="13" ma:contentTypeDescription="Create a new document." ma:contentTypeScope="" ma:versionID="8a831be9947c06829626ef4c3ae04f7e">
  <xsd:schema xmlns:xsd="http://www.w3.org/2001/XMLSchema" xmlns:xs="http://www.w3.org/2001/XMLSchema" xmlns:p="http://schemas.microsoft.com/office/2006/metadata/properties" xmlns:ns2="dd208db9-1446-42c5-a2ba-6edb048d778c" xmlns:ns3="df9e8f7b-edc3-48d8-b0f6-325d38f0409f" targetNamespace="http://schemas.microsoft.com/office/2006/metadata/properties" ma:root="true" ma:fieldsID="78c4f0b40700243a6cd3bae50c44ab61" ns2:_="" ns3:_="">
    <xsd:import namespace="dd208db9-1446-42c5-a2ba-6edb048d778c"/>
    <xsd:import namespace="df9e8f7b-edc3-48d8-b0f6-325d38f0409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208db9-1446-42c5-a2ba-6edb048d778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f9e8f7b-edc3-48d8-b0f6-325d38f0409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78770A-F6AC-406B-AF0D-88CBCF36B701}">
  <ds:schemaRefs>
    <ds:schemaRef ds:uri="http://schemas.microsoft.com/sharepoint/v3/contenttype/forms"/>
  </ds:schemaRefs>
</ds:datastoreItem>
</file>

<file path=customXml/itemProps2.xml><?xml version="1.0" encoding="utf-8"?>
<ds:datastoreItem xmlns:ds="http://schemas.openxmlformats.org/officeDocument/2006/customXml" ds:itemID="{DD870300-B03F-45F7-9154-521D8C74684E}">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80823E8-0E00-4FE7-8FBA-EE106405AA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d208db9-1446-42c5-a2ba-6edb048d778c"/>
    <ds:schemaRef ds:uri="df9e8f7b-edc3-48d8-b0f6-325d38f0409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1711</TotalTime>
  <Words>329</Words>
  <Application>Microsoft Office PowerPoint</Application>
  <PresentationFormat>On-screen Show (4:3)</PresentationFormat>
  <Paragraphs>39</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MS Mincho</vt:lpstr>
      <vt:lpstr>Arial</vt:lpstr>
      <vt:lpstr>Arial Black</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Debbie Shaw</cp:lastModifiedBy>
  <cp:revision>196</cp:revision>
  <dcterms:created xsi:type="dcterms:W3CDTF">2019-03-18T18:21:25Z</dcterms:created>
  <dcterms:modified xsi:type="dcterms:W3CDTF">2026-07-28T14:19:51Z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0x01010071D61B65BC2620489977AC19E3D0F0D7</vt:lpwstr>
  </property>
</Properties>
</file>