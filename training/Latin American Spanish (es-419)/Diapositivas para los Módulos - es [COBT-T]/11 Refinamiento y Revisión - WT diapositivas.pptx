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6"/>
  </p:notesMasterIdLst>
  <p:sldIdLst>
    <p:sldId id="260" r:id="rId5"/>
    <p:sldId id="300" r:id="rId6"/>
    <p:sldId id="292" r:id="rId7"/>
    <p:sldId id="301" r:id="rId8"/>
    <p:sldId id="305" r:id="rId9"/>
    <p:sldId id="311" r:id="rId10"/>
    <p:sldId id="312" r:id="rId11"/>
    <p:sldId id="313" r:id="rId12"/>
    <p:sldId id="310" r:id="rId13"/>
    <p:sldId id="293" r:id="rId14"/>
    <p:sldId id="280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san Quigley" initials="SQ" lastIdx="11" clrIdx="0">
    <p:extLst>
      <p:ext uri="{19B8F6BF-5375-455C-9EA6-DF929625EA0E}">
        <p15:presenceInfo xmlns:p15="http://schemas.microsoft.com/office/powerpoint/2012/main" userId="S::susan_quigley@wycliffeassociates.org::b85b18d0-1c40-45ee-96a2-2a728d87251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63C"/>
    <a:srgbClr val="83A83F"/>
    <a:srgbClr val="FBA93D"/>
    <a:srgbClr val="BED98B"/>
    <a:srgbClr val="A4D75E"/>
    <a:srgbClr val="93BE4D"/>
    <a:srgbClr val="FB0000"/>
    <a:srgbClr val="E40000"/>
    <a:srgbClr val="EAEAEA"/>
    <a:srgbClr val="C3DD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130" autoAdjust="0"/>
    <p:restoredTop sz="95668" autoAdjust="0"/>
  </p:normalViewPr>
  <p:slideViewPr>
    <p:cSldViewPr snapToGrid="0">
      <p:cViewPr varScale="1">
        <p:scale>
          <a:sx n="113" d="100"/>
          <a:sy n="113" d="100"/>
        </p:scale>
        <p:origin x="616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AA070-92F4-A447-BB88-F5E94FF9CF8B}" type="datetimeFigureOut">
              <a:rPr lang="en-US" smtClean="0"/>
              <a:t>4/15/25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9B3C9-13A9-6540-8F68-9A544DD0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44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04/2025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9B3C9-13A9-6540-8F68-9A544DD081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851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213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176C0A-5C67-429D-B78E-C0F7FE360763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86A303C-F57A-46A0-A01E-607FF4D92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27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486219-3A02-4B8F-9654-356937189673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054180"/>
          </a:xfrm>
        </p:spPr>
        <p:txBody>
          <a:bodyPr>
            <a:noAutofit/>
          </a:bodyPr>
          <a:lstStyle>
            <a:lvl1pPr>
              <a:defRPr>
                <a:solidFill>
                  <a:srgbClr val="716557"/>
                </a:solidFill>
              </a:defRPr>
            </a:lvl1pPr>
            <a:lvl2pPr>
              <a:defRPr>
                <a:solidFill>
                  <a:srgbClr val="716557"/>
                </a:solidFill>
              </a:defRPr>
            </a:lvl2pPr>
            <a:lvl3pPr>
              <a:defRPr>
                <a:solidFill>
                  <a:srgbClr val="716557"/>
                </a:solidFill>
              </a:defRPr>
            </a:lvl3pPr>
            <a:lvl4pPr>
              <a:defRPr>
                <a:solidFill>
                  <a:srgbClr val="716557"/>
                </a:solidFill>
              </a:defRPr>
            </a:lvl4pPr>
            <a:lvl5pPr>
              <a:defRPr>
                <a:solidFill>
                  <a:srgbClr val="71655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8217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AAEAE7B-3B5A-4C25-AC11-01A159AD8EE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199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3E46E85-8EF7-4D4E-A5B5-D327F4516A8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111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0331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544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4A6EBA-C09E-4484-BE1B-D3F5496F27F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1" t="16014" r="9874" b="24231"/>
          <a:stretch/>
        </p:blipFill>
        <p:spPr>
          <a:xfrm>
            <a:off x="0" y="2002766"/>
            <a:ext cx="9143613" cy="4625666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C3BB06-DC96-4810-9052-78C360033DE2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BDDEFAAC-BD0D-4CE4-A84C-E2C0D572185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718F57D-568A-4411-872B-CCC9EC910064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A5CE28D8-9450-411C-889B-C94762FAB4B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4694CCB8-A161-4308-BC33-DD746CEBFA8D}"/>
              </a:ext>
            </a:extLst>
          </p:cNvPr>
          <p:cNvSpPr/>
          <p:nvPr/>
        </p:nvSpPr>
        <p:spPr>
          <a:xfrm>
            <a:off x="165253" y="763115"/>
            <a:ext cx="8813508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3600" b="1" dirty="0" err="1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Refinamiento</a:t>
            </a:r>
            <a:r>
              <a:rPr lang="en-US" sz="3600" b="1" dirty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y </a:t>
            </a:r>
            <a:r>
              <a:rPr lang="en-US" sz="3600" b="1" dirty="0" err="1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Revisión</a:t>
            </a:r>
            <a:endParaRPr lang="en-US" sz="3600" b="1" dirty="0">
              <a:solidFill>
                <a:srgbClr val="B95659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766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8202B2F-1632-4B91-8092-B1C82784B313}"/>
              </a:ext>
            </a:extLst>
          </p:cNvPr>
          <p:cNvSpPr/>
          <p:nvPr/>
        </p:nvSpPr>
        <p:spPr>
          <a:xfrm>
            <a:off x="3755571" y="2324674"/>
            <a:ext cx="5388429" cy="24976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rtlCol="0" anchor="ctr">
            <a:no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007297-B443-43EA-ADFE-3FABCD20B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Después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Pasos de AMATB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D1B243-5544-41F5-8F66-CA1878BAD8D9}"/>
              </a:ext>
            </a:extLst>
          </p:cNvPr>
          <p:cNvSpPr txBox="1"/>
          <p:nvPr/>
        </p:nvSpPr>
        <p:spPr>
          <a:xfrm>
            <a:off x="4593775" y="2447785"/>
            <a:ext cx="3921576" cy="224676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2800" dirty="0"/>
              <a:t>Comentario y recomendaciones </a:t>
            </a:r>
            <a:br>
              <a:rPr lang="es-ES" sz="2800" dirty="0"/>
            </a:br>
            <a:r>
              <a:rPr lang="es-ES" sz="2800" dirty="0"/>
              <a:t>de parte de </a:t>
            </a:r>
            <a:br>
              <a:rPr lang="es-ES" sz="2800" dirty="0"/>
            </a:br>
            <a:r>
              <a:rPr lang="es-ES" sz="2800" dirty="0"/>
              <a:t>otros cristianos </a:t>
            </a:r>
            <a:br>
              <a:rPr lang="es-ES" sz="2800" dirty="0"/>
            </a:br>
            <a:r>
              <a:rPr lang="es-ES" sz="2800" dirty="0"/>
              <a:t>en su comunidad </a:t>
            </a:r>
            <a:endParaRPr lang="en-US" sz="2800" dirty="0">
              <a:solidFill>
                <a:schemeClr val="tx2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09519F5-0D1B-4D1A-9CC3-F66BCC1503F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2" t="710" r="32785" b="16970"/>
          <a:stretch/>
        </p:blipFill>
        <p:spPr>
          <a:xfrm>
            <a:off x="1099803" y="1878358"/>
            <a:ext cx="3396637" cy="3390329"/>
          </a:xfrm>
          <a:prstGeom prst="ellipse">
            <a:avLst/>
          </a:prstGeom>
          <a:ln w="5715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50708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bstract steps on a light green pastel background">
            <a:extLst>
              <a:ext uri="{FF2B5EF4-FFF2-40B4-BE49-F238E27FC236}">
                <a16:creationId xmlns:a16="http://schemas.microsoft.com/office/drawing/2014/main" id="{2CBB03EA-2249-179A-EE61-4DC506949BB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38" r="1081"/>
          <a:stretch/>
        </p:blipFill>
        <p:spPr>
          <a:xfrm>
            <a:off x="0" y="217361"/>
            <a:ext cx="9144000" cy="65294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F179ED-8453-6268-2191-F2C454379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Refinamiento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46264-AB0B-619A-1DDA-44C38628E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8142" y="4502642"/>
            <a:ext cx="1546139" cy="450357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>
                <a:solidFill>
                  <a:schemeClr val="tx1"/>
                </a:solidFill>
              </a:rPr>
              <a:t>Asegurar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C2C98A-684B-0267-B8A9-D8D11F61F6AE}"/>
              </a:ext>
            </a:extLst>
          </p:cNvPr>
          <p:cNvSpPr txBox="1"/>
          <p:nvPr/>
        </p:nvSpPr>
        <p:spPr>
          <a:xfrm>
            <a:off x="4707926" y="2414861"/>
            <a:ext cx="2360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puede</a:t>
            </a:r>
            <a:r>
              <a:rPr lang="en-US" sz="2400" b="1" dirty="0"/>
              <a:t> </a:t>
            </a:r>
            <a:r>
              <a:rPr lang="en-US" sz="2400" b="1" dirty="0" err="1"/>
              <a:t>hacerse</a:t>
            </a:r>
            <a:endParaRPr lang="en-US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8A0797-A589-5970-916B-FF9F43E4CA91}"/>
              </a:ext>
            </a:extLst>
          </p:cNvPr>
          <p:cNvSpPr txBox="1"/>
          <p:nvPr/>
        </p:nvSpPr>
        <p:spPr>
          <a:xfrm>
            <a:off x="6697365" y="1748210"/>
            <a:ext cx="1865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aún</a:t>
            </a:r>
            <a:r>
              <a:rPr lang="en-US" sz="2400" b="1" dirty="0"/>
              <a:t> </a:t>
            </a:r>
            <a:r>
              <a:rPr lang="en-US" sz="2400" b="1" dirty="0" err="1"/>
              <a:t>mejor</a:t>
            </a:r>
            <a:r>
              <a:rPr lang="en-US" sz="2400" b="1" dirty="0"/>
              <a:t>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FA1313-A9D3-094F-04D0-19BC18ED2921}"/>
              </a:ext>
            </a:extLst>
          </p:cNvPr>
          <p:cNvSpPr txBox="1"/>
          <p:nvPr/>
        </p:nvSpPr>
        <p:spPr>
          <a:xfrm>
            <a:off x="2446637" y="3776474"/>
            <a:ext cx="1526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que algo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166F71-A57B-A837-FF60-758D3763C01F}"/>
              </a:ext>
            </a:extLst>
          </p:cNvPr>
          <p:cNvSpPr txBox="1"/>
          <p:nvPr/>
        </p:nvSpPr>
        <p:spPr>
          <a:xfrm>
            <a:off x="3577278" y="3111668"/>
            <a:ext cx="2131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que </a:t>
            </a:r>
            <a:r>
              <a:rPr lang="en-US" sz="2400" b="1" dirty="0" err="1"/>
              <a:t>está</a:t>
            </a:r>
            <a:r>
              <a:rPr lang="en-US" sz="2400" b="1" dirty="0"/>
              <a:t> bien</a:t>
            </a:r>
          </a:p>
        </p:txBody>
      </p:sp>
    </p:spTree>
    <p:extLst>
      <p:ext uri="{BB962C8B-B14F-4D97-AF65-F5344CB8AC3E}">
        <p14:creationId xmlns:p14="http://schemas.microsoft.com/office/powerpoint/2010/main" val="3252457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7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0A7C64-9B50-4C56-91FF-E4A1C90EC3AB}"/>
              </a:ext>
            </a:extLst>
          </p:cNvPr>
          <p:cNvSpPr txBox="1"/>
          <p:nvPr/>
        </p:nvSpPr>
        <p:spPr>
          <a:xfrm>
            <a:off x="222750" y="345717"/>
            <a:ext cx="3451586" cy="650947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417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CBE7CC-7684-45E7-8E21-DEF6C8C1AB2C}"/>
              </a:ext>
            </a:extLst>
          </p:cNvPr>
          <p:cNvSpPr txBox="1"/>
          <p:nvPr/>
        </p:nvSpPr>
        <p:spPr>
          <a:xfrm>
            <a:off x="0" y="3259953"/>
            <a:ext cx="3897086" cy="10772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3200" b="1" dirty="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</a:rPr>
              <a:t>¿Por </a:t>
            </a:r>
            <a:r>
              <a:rPr lang="en-US" sz="3200" b="1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</a:rPr>
              <a:t>qué</a:t>
            </a:r>
            <a:r>
              <a:rPr lang="en-US" sz="32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incluir</a:t>
            </a:r>
            <a:r>
              <a:rPr lang="en-US" sz="32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 a </a:t>
            </a:r>
            <a:r>
              <a:rPr lang="en-US" sz="3200" b="1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otras</a:t>
            </a:r>
            <a:r>
              <a:rPr lang="en-US" sz="32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 personas?</a:t>
            </a:r>
            <a:endParaRPr lang="en-US" sz="3200" b="1" dirty="0">
              <a:solidFill>
                <a:schemeClr val="tx2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4930D70-9464-4C14-8C05-31A1F09D535F}"/>
              </a:ext>
            </a:extLst>
          </p:cNvPr>
          <p:cNvSpPr/>
          <p:nvPr/>
        </p:nvSpPr>
        <p:spPr>
          <a:xfrm>
            <a:off x="4119836" y="1754659"/>
            <a:ext cx="1711575" cy="1713783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noAutofit/>
          </a:bodyPr>
          <a:lstStyle/>
          <a:p>
            <a:pPr algn="ctr"/>
            <a:endParaRPr lang="en-US" sz="2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Ojos </a:t>
            </a:r>
          </a:p>
          <a:p>
            <a:pPr algn="ctr"/>
            <a:r>
              <a:rPr lang="en-US" sz="2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frescos</a:t>
            </a:r>
            <a:br>
              <a:rPr lang="en-US" sz="2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91C5FCF-85A0-4273-B44D-B64A12138D41}"/>
              </a:ext>
            </a:extLst>
          </p:cNvPr>
          <p:cNvSpPr/>
          <p:nvPr/>
        </p:nvSpPr>
        <p:spPr>
          <a:xfrm>
            <a:off x="4131869" y="3565717"/>
            <a:ext cx="2103120" cy="210312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A63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noAutofit/>
          </a:bodyPr>
          <a:lstStyle/>
          <a:p>
            <a:pPr algn="ctr"/>
            <a:r>
              <a:rPr lang="en-US" sz="2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</a:t>
            </a:r>
            <a:r>
              <a:rPr lang="en-US" sz="26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sz="2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2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mayor</a:t>
            </a:r>
            <a:br>
              <a:rPr lang="en-US" sz="2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6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aceptación</a:t>
            </a:r>
            <a:endParaRPr lang="en-US" sz="2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0436799-AA1A-498D-B68E-41D7567B4CF9}"/>
              </a:ext>
            </a:extLst>
          </p:cNvPr>
          <p:cNvSpPr>
            <a:spLocks noChangeAspect="1"/>
          </p:cNvSpPr>
          <p:nvPr/>
        </p:nvSpPr>
        <p:spPr>
          <a:xfrm>
            <a:off x="6302696" y="3574412"/>
            <a:ext cx="1920240" cy="192024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noAutofit/>
          </a:bodyPr>
          <a:lstStyle/>
          <a:p>
            <a:pPr algn="ctr"/>
            <a:r>
              <a:rPr lang="en-US" sz="26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Avanzar</a:t>
            </a:r>
            <a:r>
              <a:rPr lang="en-US" sz="2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endParaRPr lang="en-US" sz="2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6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evangelio</a:t>
            </a:r>
            <a:endParaRPr lang="en-US" sz="2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5AD9707-3F7D-4081-134E-895F4BA29A23}"/>
              </a:ext>
            </a:extLst>
          </p:cNvPr>
          <p:cNvSpPr/>
          <p:nvPr/>
        </p:nvSpPr>
        <p:spPr>
          <a:xfrm>
            <a:off x="607835" y="5586092"/>
            <a:ext cx="2681416" cy="44267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Eclesiastés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4:9⎼12 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577B408-789A-44B9-D762-1E1A35DD3DB4}"/>
              </a:ext>
            </a:extLst>
          </p:cNvPr>
          <p:cNvSpPr>
            <a:spLocks/>
          </p:cNvSpPr>
          <p:nvPr/>
        </p:nvSpPr>
        <p:spPr>
          <a:xfrm>
            <a:off x="5899118" y="1371157"/>
            <a:ext cx="2194560" cy="2194560"/>
          </a:xfrm>
          <a:prstGeom prst="ellipse">
            <a:avLst/>
          </a:prstGeom>
          <a:solidFill>
            <a:schemeClr val="bg1"/>
          </a:solidFill>
          <a:ln w="57150">
            <a:solidFill>
              <a:srgbClr val="83A83F"/>
            </a:solidFill>
          </a:ln>
        </p:spPr>
        <p:txBody>
          <a:bodyPr rtlCol="0" anchor="ctr">
            <a:spAutoFit/>
          </a:bodyPr>
          <a:lstStyle/>
          <a:p>
            <a:pPr algn="ctr"/>
            <a:r>
              <a:rPr lang="en-US" sz="26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Afirmen</a:t>
            </a:r>
            <a:endParaRPr lang="en-US" sz="2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6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2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trabajo</a:t>
            </a:r>
            <a:endParaRPr lang="en-US" sz="2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184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2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3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8" grpId="0" animBg="1"/>
      <p:bldP spid="2" grpId="0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08371-9EFA-4EB0-A65F-96A12F788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Recursos</a:t>
            </a:r>
            <a:r>
              <a:rPr lang="en-US" dirty="0"/>
              <a:t> para </a:t>
            </a:r>
            <a:r>
              <a:rPr lang="en-US" dirty="0" err="1"/>
              <a:t>Refinamiento</a:t>
            </a:r>
            <a:endParaRPr lang="en-US" dirty="0"/>
          </a:p>
        </p:txBody>
      </p:sp>
      <p:pic>
        <p:nvPicPr>
          <p:cNvPr id="3" name="Content Placeholder 4" descr="A green hexagon with white letters&#10;&#10;Description automatically generated">
            <a:extLst>
              <a:ext uri="{FF2B5EF4-FFF2-40B4-BE49-F238E27FC236}">
                <a16:creationId xmlns:a16="http://schemas.microsoft.com/office/drawing/2014/main" id="{6AD8A50C-D302-B02A-D484-7E6302B30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6913" y="1236804"/>
            <a:ext cx="1508897" cy="15287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B9A75D-AE0C-1C85-2800-4EC52AD9A38C}"/>
              </a:ext>
            </a:extLst>
          </p:cNvPr>
          <p:cNvSpPr txBox="1"/>
          <p:nvPr/>
        </p:nvSpPr>
        <p:spPr>
          <a:xfrm>
            <a:off x="2271387" y="2793969"/>
            <a:ext cx="403124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 err="1">
                <a:solidFill>
                  <a:schemeClr val="tx2"/>
                </a:solidFill>
              </a:rPr>
              <a:t>Guía</a:t>
            </a:r>
            <a:r>
              <a:rPr lang="en-US" sz="2600" b="1" dirty="0">
                <a:solidFill>
                  <a:schemeClr val="tx2"/>
                </a:solidFill>
              </a:rPr>
              <a:t> de </a:t>
            </a:r>
            <a:r>
              <a:rPr lang="en-US" sz="2600" b="1" dirty="0" err="1">
                <a:solidFill>
                  <a:schemeClr val="tx2"/>
                </a:solidFill>
              </a:rPr>
              <a:t>los</a:t>
            </a:r>
            <a:r>
              <a:rPr lang="en-US" sz="2600" b="1" dirty="0">
                <a:solidFill>
                  <a:schemeClr val="tx2"/>
                </a:solidFill>
              </a:rPr>
              <a:t> </a:t>
            </a:r>
            <a:r>
              <a:rPr lang="en-US" sz="2600" b="1" dirty="0" err="1">
                <a:solidFill>
                  <a:schemeClr val="tx2"/>
                </a:solidFill>
              </a:rPr>
              <a:t>Revisores</a:t>
            </a:r>
            <a:r>
              <a:rPr lang="en-US" sz="2600" b="1" dirty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217E3F-6FC9-13AA-644D-B8E022D9127B}"/>
              </a:ext>
            </a:extLst>
          </p:cNvPr>
          <p:cNvSpPr txBox="1"/>
          <p:nvPr/>
        </p:nvSpPr>
        <p:spPr>
          <a:xfrm>
            <a:off x="1384451" y="3901878"/>
            <a:ext cx="59930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>
                <a:solidFill>
                  <a:srgbClr val="83A83F"/>
                </a:solidFill>
              </a:rPr>
              <a:t>Está</a:t>
            </a:r>
            <a:r>
              <a:rPr lang="en-US" sz="2400" b="1" dirty="0">
                <a:solidFill>
                  <a:srgbClr val="83A83F"/>
                </a:solidFill>
              </a:rPr>
              <a:t> </a:t>
            </a:r>
            <a:r>
              <a:rPr lang="en-US" sz="2400" b="1" dirty="0" err="1">
                <a:solidFill>
                  <a:srgbClr val="83A83F"/>
                </a:solidFill>
              </a:rPr>
              <a:t>diponible</a:t>
            </a:r>
            <a:r>
              <a:rPr lang="en-US" sz="2400" b="1" dirty="0">
                <a:solidFill>
                  <a:srgbClr val="83A83F"/>
                </a:solidFill>
              </a:rPr>
              <a:t> </a:t>
            </a:r>
            <a:r>
              <a:rPr lang="en-US" sz="2400" b="1" dirty="0" err="1">
                <a:solidFill>
                  <a:srgbClr val="83A83F"/>
                </a:solidFill>
              </a:rPr>
              <a:t>en</a:t>
            </a:r>
            <a:r>
              <a:rPr lang="en-US" sz="2400" b="1" dirty="0">
                <a:solidFill>
                  <a:srgbClr val="83A83F"/>
                </a:solidFill>
              </a:rPr>
              <a:t> forma PDF </a:t>
            </a:r>
            <a:r>
              <a:rPr lang="en-US" sz="2400" b="1" dirty="0" err="1">
                <a:solidFill>
                  <a:srgbClr val="83A83F"/>
                </a:solidFill>
              </a:rPr>
              <a:t>en</a:t>
            </a:r>
            <a:endParaRPr lang="en-US" sz="2400" b="1" dirty="0">
              <a:solidFill>
                <a:srgbClr val="83A83F"/>
              </a:solidFill>
            </a:endParaRPr>
          </a:p>
          <a:p>
            <a:pPr algn="ctr"/>
            <a:r>
              <a:rPr lang="en-US" sz="2400" b="1" dirty="0" err="1">
                <a:solidFill>
                  <a:srgbClr val="83A83F"/>
                </a:solidFill>
              </a:rPr>
              <a:t>Bibleineverylanguage.org</a:t>
            </a:r>
            <a:endParaRPr lang="en-US" sz="2400" b="1" dirty="0">
              <a:solidFill>
                <a:srgbClr val="83A83F"/>
              </a:solidFill>
            </a:endParaRPr>
          </a:p>
          <a:p>
            <a:pPr algn="ctr"/>
            <a:endParaRPr lang="en-US" sz="2400" b="1" dirty="0">
              <a:solidFill>
                <a:srgbClr val="83A83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AE35FB-37E6-EEB4-89EF-903D7CAF6875}"/>
              </a:ext>
            </a:extLst>
          </p:cNvPr>
          <p:cNvSpPr txBox="1"/>
          <p:nvPr/>
        </p:nvSpPr>
        <p:spPr>
          <a:xfrm>
            <a:off x="1088183" y="5205697"/>
            <a:ext cx="62892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Tu </a:t>
            </a:r>
            <a:r>
              <a:rPr lang="en-US" sz="2400" b="1" dirty="0" err="1"/>
              <a:t>líder</a:t>
            </a:r>
            <a:r>
              <a:rPr lang="en-US" sz="2400" b="1" dirty="0"/>
              <a:t> de </a:t>
            </a:r>
            <a:r>
              <a:rPr lang="en-US" sz="2400" b="1" dirty="0" err="1"/>
              <a:t>discipulado</a:t>
            </a:r>
            <a:r>
              <a:rPr lang="en-US" sz="2400" b="1" dirty="0"/>
              <a:t> </a:t>
            </a:r>
            <a:r>
              <a:rPr lang="en-US" sz="2400" b="1" dirty="0" err="1"/>
              <a:t>te</a:t>
            </a:r>
            <a:r>
              <a:rPr lang="en-US" sz="2400" b="1" dirty="0"/>
              <a:t> </a:t>
            </a:r>
            <a:r>
              <a:rPr lang="en-US" sz="2400" b="1" dirty="0" err="1"/>
              <a:t>puede</a:t>
            </a:r>
            <a:r>
              <a:rPr lang="en-US" sz="2400" b="1" dirty="0"/>
              <a:t> </a:t>
            </a:r>
            <a:r>
              <a:rPr lang="en-US" sz="2400" b="1" dirty="0" err="1"/>
              <a:t>ayudar</a:t>
            </a:r>
            <a:r>
              <a:rPr lang="en-US" sz="2400" b="1" dirty="0"/>
              <a:t> </a:t>
            </a:r>
            <a:r>
              <a:rPr lang="en-US" sz="2400" b="1" dirty="0" err="1"/>
              <a:t>en</a:t>
            </a:r>
            <a:r>
              <a:rPr lang="en-US" sz="2400" b="1" dirty="0"/>
              <a:t> </a:t>
            </a:r>
            <a:r>
              <a:rPr lang="en-US" sz="2400" b="1" dirty="0" err="1"/>
              <a:t>bajar</a:t>
            </a:r>
            <a:r>
              <a:rPr lang="en-US" sz="2400" b="1" dirty="0"/>
              <a:t> e </a:t>
            </a:r>
            <a:r>
              <a:rPr lang="en-US" sz="2400" b="1" dirty="0" err="1"/>
              <a:t>imprimirlos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199454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phone&#10;&#10;Description automatically generated">
            <a:extLst>
              <a:ext uri="{FF2B5EF4-FFF2-40B4-BE49-F238E27FC236}">
                <a16:creationId xmlns:a16="http://schemas.microsoft.com/office/drawing/2014/main" id="{BFA39CCA-4950-FBF8-AA2D-9E5177CA71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90" y="546287"/>
            <a:ext cx="8252751" cy="2103120"/>
          </a:xfrm>
          <a:prstGeom prst="rect">
            <a:avLst/>
          </a:prstGeom>
        </p:spPr>
      </p:pic>
      <p:pic>
        <p:nvPicPr>
          <p:cNvPr id="5" name="Picture 4" descr="A screenshot of a message&#10;&#10;Description automatically generated">
            <a:extLst>
              <a:ext uri="{FF2B5EF4-FFF2-40B4-BE49-F238E27FC236}">
                <a16:creationId xmlns:a16="http://schemas.microsoft.com/office/drawing/2014/main" id="{5E5C7E81-22D0-3407-2FA6-D62D728AB8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40" y="2707914"/>
            <a:ext cx="8950186" cy="259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334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6811BC12-206F-2872-0172-184F5BD5B0E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71"/>
          <a:stretch/>
        </p:blipFill>
        <p:spPr>
          <a:xfrm>
            <a:off x="269995" y="762516"/>
            <a:ext cx="3246032" cy="914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43636B-457C-4274-F2A7-790BBF85DC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837" b="4837"/>
          <a:stretch/>
        </p:blipFill>
        <p:spPr>
          <a:xfrm>
            <a:off x="134473" y="1939576"/>
            <a:ext cx="7372592" cy="4846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C5FC99-2730-D23C-C113-229D7F530F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61" y="2597383"/>
            <a:ext cx="8748986" cy="6949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9683B3-7D7A-A21F-8354-10DC63B99C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19" y="3380688"/>
            <a:ext cx="6823128" cy="502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9983A7-D1A6-D892-A5CD-B01AE639A1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311" y="3958522"/>
            <a:ext cx="8907598" cy="7863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0395F9-ADFE-05DD-B9D5-905B51FF92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61" y="4745432"/>
            <a:ext cx="4804713" cy="5669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5D2C314-F6A7-7A28-E57D-9D2591475BB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759" y="5321504"/>
            <a:ext cx="5368675" cy="5577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4353824-E4EC-6DDF-2CED-F4A0FDD5BBA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09" y="5847470"/>
            <a:ext cx="4493237" cy="48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479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7E0A6F6-FD41-9191-5589-6649AA6501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88" y="904791"/>
            <a:ext cx="5610758" cy="5120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5FD2C6-E176-B3DD-0917-2363EF59D1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3" y="1522529"/>
            <a:ext cx="9069842" cy="7223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F53A50F-4A7E-B086-D427-2230B6E659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35" y="2346699"/>
            <a:ext cx="8975758" cy="10607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14F47AF-2AD6-6673-88B5-4FFF470F8B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41" y="3398214"/>
            <a:ext cx="5541141" cy="55778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16776EE-82DF-19DD-BA1B-09C51231EA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7" y="3955998"/>
            <a:ext cx="8912352" cy="786384"/>
          </a:xfrm>
          <a:prstGeom prst="rect">
            <a:avLst/>
          </a:prstGeom>
        </p:spPr>
      </p:pic>
      <p:pic>
        <p:nvPicPr>
          <p:cNvPr id="19" name="Picture 18" descr="A close up of a logo&#10;&#10;Description automatically generated">
            <a:extLst>
              <a:ext uri="{FF2B5EF4-FFF2-40B4-BE49-F238E27FC236}">
                <a16:creationId xmlns:a16="http://schemas.microsoft.com/office/drawing/2014/main" id="{F2A4F408-FD9E-E1E0-8721-F97121D5C8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71" y="4742382"/>
            <a:ext cx="2964052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217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3FE7D-54D4-FD32-A15D-0C3B3DCFC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Cómo</a:t>
            </a:r>
            <a:r>
              <a:rPr lang="en-US" dirty="0"/>
              <a:t> </a:t>
            </a:r>
            <a:r>
              <a:rPr lang="en-US" dirty="0" err="1"/>
              <a:t>Utilizar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la </a:t>
            </a:r>
            <a:r>
              <a:rPr lang="en-US" dirty="0" err="1"/>
              <a:t>Guía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Revisores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70ACA1-78A3-D6D9-339E-A7D7A6FA29AC}"/>
              </a:ext>
            </a:extLst>
          </p:cNvPr>
          <p:cNvSpPr txBox="1"/>
          <p:nvPr/>
        </p:nvSpPr>
        <p:spPr>
          <a:xfrm>
            <a:off x="1118286" y="1699718"/>
            <a:ext cx="690742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000" b="1" dirty="0"/>
              <a:t>Un traductor u </a:t>
            </a:r>
            <a:r>
              <a:rPr lang="en-US" sz="2000" b="1" dirty="0" err="1"/>
              <a:t>otro</a:t>
            </a:r>
            <a:r>
              <a:rPr lang="en-US" sz="2000" b="1" dirty="0"/>
              <a:t> </a:t>
            </a:r>
            <a:r>
              <a:rPr lang="en-US" sz="2000" b="1" dirty="0" err="1"/>
              <a:t>líder</a:t>
            </a:r>
            <a:r>
              <a:rPr lang="en-US" sz="2000" b="1" dirty="0"/>
              <a:t> </a:t>
            </a:r>
            <a:r>
              <a:rPr lang="en-US" sz="2000" b="1" dirty="0" err="1"/>
              <a:t>debe</a:t>
            </a:r>
            <a:r>
              <a:rPr lang="en-US" sz="2000" b="1" dirty="0"/>
              <a:t> </a:t>
            </a:r>
            <a:r>
              <a:rPr lang="en-US" sz="2000" b="1" dirty="0" err="1"/>
              <a:t>conducir</a:t>
            </a:r>
            <a:r>
              <a:rPr lang="en-US" sz="2000" b="1" dirty="0"/>
              <a:t> la </a:t>
            </a:r>
            <a:r>
              <a:rPr lang="en-US" sz="2000" b="1" dirty="0" err="1"/>
              <a:t>revisión</a:t>
            </a:r>
            <a:r>
              <a:rPr lang="en-US" sz="2000" b="1" dirty="0"/>
              <a:t>.</a:t>
            </a:r>
          </a:p>
          <a:p>
            <a:pPr marL="342900" indent="-342900">
              <a:buAutoNum type="arabicPeriod"/>
            </a:pPr>
            <a:endParaRPr lang="en-US" sz="2000" b="1" dirty="0"/>
          </a:p>
          <a:p>
            <a:pPr marL="342900" indent="-342900">
              <a:buAutoNum type="arabicPeriod"/>
            </a:pPr>
            <a:r>
              <a:rPr lang="en-US" sz="2000" b="1" dirty="0"/>
              <a:t>Las </a:t>
            </a:r>
            <a:r>
              <a:rPr lang="en-US" sz="2000" b="1" dirty="0" err="1"/>
              <a:t>preguntas</a:t>
            </a:r>
            <a:r>
              <a:rPr lang="en-US" sz="2000" b="1" dirty="0"/>
              <a:t> </a:t>
            </a:r>
            <a:r>
              <a:rPr lang="en-US" sz="2000" b="1" dirty="0" err="1"/>
              <a:t>están</a:t>
            </a:r>
            <a:r>
              <a:rPr lang="en-US" sz="2000" b="1" dirty="0"/>
              <a:t> para </a:t>
            </a:r>
            <a:r>
              <a:rPr lang="en-US" sz="2000" b="1" dirty="0" err="1"/>
              <a:t>revisar</a:t>
            </a:r>
            <a:r>
              <a:rPr lang="en-US" sz="2000" b="1" dirty="0"/>
              <a:t> la </a:t>
            </a:r>
            <a:r>
              <a:rPr lang="en-US" sz="2000" b="1" dirty="0" err="1"/>
              <a:t>integridad</a:t>
            </a:r>
            <a:r>
              <a:rPr lang="en-US" sz="2000" b="1" dirty="0"/>
              <a:t> y </a:t>
            </a:r>
            <a:r>
              <a:rPr lang="en-US" sz="2000" b="1" dirty="0" err="1"/>
              <a:t>claridad</a:t>
            </a:r>
            <a:r>
              <a:rPr lang="en-US" sz="2000" b="1" dirty="0"/>
              <a:t> del </a:t>
            </a:r>
            <a:r>
              <a:rPr lang="en-US" sz="2000" b="1" dirty="0" err="1"/>
              <a:t>contenido</a:t>
            </a:r>
            <a:r>
              <a:rPr lang="en-US" sz="2000" b="1" dirty="0"/>
              <a:t>. Los </a:t>
            </a:r>
            <a:r>
              <a:rPr lang="en-US" sz="2000" b="1" dirty="0" err="1"/>
              <a:t>participantes</a:t>
            </a:r>
            <a:r>
              <a:rPr lang="en-US" sz="2000" b="1" dirty="0"/>
              <a:t> </a:t>
            </a:r>
            <a:r>
              <a:rPr lang="en-US" sz="2000" b="1" dirty="0" err="1"/>
              <a:t>pueden</a:t>
            </a:r>
            <a:r>
              <a:rPr lang="en-US" sz="2000" b="1" dirty="0"/>
              <a:t> </a:t>
            </a:r>
            <a:r>
              <a:rPr lang="en-US" sz="2000" b="1" dirty="0" err="1"/>
              <a:t>mirar</a:t>
            </a:r>
            <a:r>
              <a:rPr lang="en-US" sz="2000" b="1" dirty="0"/>
              <a:t> las </a:t>
            </a:r>
            <a:r>
              <a:rPr lang="en-US" sz="2000" b="1" dirty="0" err="1"/>
              <a:t>Escrituras</a:t>
            </a:r>
            <a:r>
              <a:rPr lang="en-US" sz="2000" b="1" dirty="0"/>
              <a:t>! </a:t>
            </a:r>
          </a:p>
          <a:p>
            <a:pPr marL="342900" indent="-342900">
              <a:buAutoNum type="arabicPeriod"/>
            </a:pPr>
            <a:endParaRPr lang="en-US" sz="2000" b="1" dirty="0"/>
          </a:p>
          <a:p>
            <a:pPr marL="342900" indent="-342900">
              <a:buAutoNum type="arabicPeriod"/>
            </a:pPr>
            <a:r>
              <a:rPr lang="en-US" sz="2000" b="1" dirty="0"/>
              <a:t>El </a:t>
            </a:r>
            <a:r>
              <a:rPr lang="en-US" sz="2000" b="1" dirty="0" err="1"/>
              <a:t>líder</a:t>
            </a:r>
            <a:r>
              <a:rPr lang="en-US" sz="2000" b="1" dirty="0"/>
              <a:t> </a:t>
            </a:r>
            <a:r>
              <a:rPr lang="en-US" sz="2000" b="1" dirty="0" err="1"/>
              <a:t>debe</a:t>
            </a:r>
            <a:r>
              <a:rPr lang="en-US" sz="2000" b="1" dirty="0"/>
              <a:t> leer la </a:t>
            </a:r>
            <a:r>
              <a:rPr lang="en-US" sz="2000" b="1" dirty="0" err="1"/>
              <a:t>información</a:t>
            </a:r>
            <a:r>
              <a:rPr lang="en-US" sz="2000" b="1" dirty="0"/>
              <a:t> de </a:t>
            </a:r>
            <a:r>
              <a:rPr lang="en-US" sz="2000" b="1" dirty="0" err="1"/>
              <a:t>trasfondo</a:t>
            </a:r>
            <a:r>
              <a:rPr lang="en-US" sz="2000" b="1" dirty="0"/>
              <a:t>.</a:t>
            </a:r>
          </a:p>
          <a:p>
            <a:pPr marL="342900" indent="-342900">
              <a:buAutoNum type="arabicPeriod"/>
            </a:pPr>
            <a:endParaRPr lang="en-US" sz="2000" b="1" dirty="0"/>
          </a:p>
          <a:p>
            <a:pPr marL="342900" indent="-342900">
              <a:buAutoNum type="arabicPeriod"/>
            </a:pPr>
            <a:r>
              <a:rPr lang="en-US" sz="2000" b="1" dirty="0"/>
              <a:t>La </a:t>
            </a:r>
            <a:r>
              <a:rPr lang="en-US" sz="2000" b="1" dirty="0" err="1"/>
              <a:t>intención</a:t>
            </a:r>
            <a:r>
              <a:rPr lang="en-US" sz="2000" b="1" dirty="0"/>
              <a:t> de la </a:t>
            </a:r>
            <a:r>
              <a:rPr lang="en-US" sz="2000" b="1" dirty="0" err="1"/>
              <a:t>pregunta</a:t>
            </a:r>
            <a:r>
              <a:rPr lang="en-US" sz="2000" b="1" dirty="0"/>
              <a:t> </a:t>
            </a:r>
            <a:r>
              <a:rPr lang="en-US" sz="2000" b="1" dirty="0" err="1"/>
              <a:t>sumaria</a:t>
            </a:r>
            <a:r>
              <a:rPr lang="en-US" sz="2000" b="1" dirty="0"/>
              <a:t> es </a:t>
            </a:r>
            <a:r>
              <a:rPr lang="en-US" sz="2000" b="1" dirty="0" err="1"/>
              <a:t>extraer</a:t>
            </a:r>
            <a:r>
              <a:rPr lang="en-US" sz="2000" b="1" dirty="0"/>
              <a:t> la mayor </a:t>
            </a:r>
            <a:r>
              <a:rPr lang="en-US" sz="2000" b="1" dirty="0" err="1"/>
              <a:t>información</a:t>
            </a:r>
            <a:r>
              <a:rPr lang="en-US" sz="2000" b="1" dirty="0"/>
              <a:t> </a:t>
            </a:r>
            <a:r>
              <a:rPr lang="en-US" sz="2000" b="1" dirty="0" err="1"/>
              <a:t>posible</a:t>
            </a:r>
            <a:r>
              <a:rPr lang="en-US" sz="2000" b="1" dirty="0"/>
              <a:t> del </a:t>
            </a:r>
            <a:r>
              <a:rPr lang="en-US" sz="2000" b="1" dirty="0" err="1"/>
              <a:t>pasaje</a:t>
            </a:r>
            <a:r>
              <a:rPr lang="en-US" sz="2000" b="1" dirty="0"/>
              <a:t>.</a:t>
            </a:r>
          </a:p>
          <a:p>
            <a:pPr marL="342900" indent="-342900">
              <a:buAutoNum type="arabicPeriod"/>
            </a:pPr>
            <a:endParaRPr lang="en-US" sz="2000" b="1" dirty="0"/>
          </a:p>
          <a:p>
            <a:pPr marL="342900" indent="-342900">
              <a:buAutoNum type="arabicPeriod"/>
            </a:pPr>
            <a:r>
              <a:rPr lang="en-US" sz="2000" b="1" dirty="0"/>
              <a:t>Si algo </a:t>
            </a:r>
            <a:r>
              <a:rPr lang="en-US" sz="2000" b="1" dirty="0" err="1"/>
              <a:t>falta</a:t>
            </a:r>
            <a:r>
              <a:rPr lang="en-US" sz="2000" b="1" dirty="0"/>
              <a:t>, </a:t>
            </a:r>
            <a:r>
              <a:rPr lang="en-US" sz="2000" b="1" dirty="0" err="1"/>
              <a:t>los</a:t>
            </a:r>
            <a:r>
              <a:rPr lang="en-US" sz="2000" b="1" dirty="0"/>
              <a:t> </a:t>
            </a:r>
            <a:r>
              <a:rPr lang="en-US" sz="2000" b="1" dirty="0" err="1"/>
              <a:t>comentarios</a:t>
            </a:r>
            <a:r>
              <a:rPr lang="en-US" sz="2000" b="1" dirty="0"/>
              <a:t> </a:t>
            </a:r>
            <a:r>
              <a:rPr lang="en-US" sz="2000" b="1" dirty="0" err="1"/>
              <a:t>deben</a:t>
            </a:r>
            <a:r>
              <a:rPr lang="en-US" sz="2000" b="1" dirty="0"/>
              <a:t> ser </a:t>
            </a:r>
            <a:r>
              <a:rPr lang="en-US" sz="2000" b="1" dirty="0" err="1"/>
              <a:t>escritos</a:t>
            </a:r>
            <a:r>
              <a:rPr lang="en-US" sz="2000" b="1" dirty="0"/>
              <a:t> </a:t>
            </a:r>
            <a:r>
              <a:rPr lang="en-US" sz="2000" b="1" dirty="0" err="1"/>
              <a:t>en</a:t>
            </a:r>
            <a:r>
              <a:rPr lang="en-US" sz="2000" b="1" dirty="0"/>
              <a:t> la </a:t>
            </a:r>
            <a:r>
              <a:rPr lang="en-US" sz="2000" b="1" dirty="0" err="1"/>
              <a:t>guía</a:t>
            </a:r>
            <a:r>
              <a:rPr lang="en-US" sz="2000" b="1" dirty="0"/>
              <a:t> y </a:t>
            </a:r>
            <a:r>
              <a:rPr lang="en-US" sz="2000" b="1" dirty="0" err="1"/>
              <a:t>compartido</a:t>
            </a:r>
            <a:r>
              <a:rPr lang="en-US" sz="2000" b="1" dirty="0"/>
              <a:t> con </a:t>
            </a:r>
            <a:r>
              <a:rPr lang="en-US" sz="2000" b="1" dirty="0" err="1"/>
              <a:t>el</a:t>
            </a:r>
            <a:r>
              <a:rPr lang="en-US" sz="2000" b="1" dirty="0"/>
              <a:t> </a:t>
            </a:r>
            <a:r>
              <a:rPr lang="en-US" sz="2000" b="1" dirty="0" err="1"/>
              <a:t>equipo</a:t>
            </a:r>
            <a:r>
              <a:rPr lang="en-US" sz="2000" b="1" dirty="0"/>
              <a:t> de </a:t>
            </a:r>
            <a:r>
              <a:rPr lang="en-US" sz="2000" b="1" dirty="0" err="1"/>
              <a:t>traducción</a:t>
            </a:r>
            <a:r>
              <a:rPr lang="en-US" sz="2000" b="1" dirty="0"/>
              <a:t>. Nada </a:t>
            </a:r>
            <a:r>
              <a:rPr lang="en-US" sz="2000" b="1" dirty="0" err="1"/>
              <a:t>debe</a:t>
            </a:r>
            <a:r>
              <a:rPr lang="en-US" sz="2000" b="1" dirty="0"/>
              <a:t> ser </a:t>
            </a:r>
            <a:r>
              <a:rPr lang="en-US" sz="2000" b="1" dirty="0" err="1"/>
              <a:t>cambiado</a:t>
            </a:r>
            <a:r>
              <a:rPr lang="en-US" sz="2000" b="1" dirty="0"/>
              <a:t> </a:t>
            </a:r>
            <a:r>
              <a:rPr lang="en-US" sz="2000" b="1" dirty="0" err="1"/>
              <a:t>en</a:t>
            </a:r>
            <a:r>
              <a:rPr lang="en-US" sz="2000" b="1" dirty="0"/>
              <a:t> las </a:t>
            </a:r>
            <a:r>
              <a:rPr lang="en-US" sz="2000" b="1" dirty="0" err="1"/>
              <a:t>Escrituras</a:t>
            </a:r>
            <a:r>
              <a:rPr lang="en-US" sz="2000" b="1" dirty="0"/>
              <a:t> </a:t>
            </a:r>
            <a:r>
              <a:rPr lang="en-US" sz="2000" b="1" dirty="0" err="1"/>
              <a:t>por</a:t>
            </a:r>
            <a:r>
              <a:rPr lang="en-US" sz="2000" b="1" dirty="0"/>
              <a:t> </a:t>
            </a:r>
            <a:r>
              <a:rPr lang="en-US" sz="2000" b="1" dirty="0" err="1"/>
              <a:t>los</a:t>
            </a:r>
            <a:r>
              <a:rPr lang="en-US" sz="2000" b="1" dirty="0"/>
              <a:t> que </a:t>
            </a:r>
            <a:r>
              <a:rPr lang="en-US" sz="2000" b="1" dirty="0" err="1"/>
              <a:t>están</a:t>
            </a:r>
            <a:r>
              <a:rPr lang="en-US" sz="2000" b="1" dirty="0"/>
              <a:t> </a:t>
            </a:r>
            <a:r>
              <a:rPr lang="en-US" sz="2000" b="1" dirty="0" err="1"/>
              <a:t>revisando</a:t>
            </a:r>
            <a:r>
              <a:rPr lang="en-US" sz="2000" b="1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74851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2ABCDC5-EC20-86C2-8390-29326BE5C344}"/>
              </a:ext>
            </a:extLst>
          </p:cNvPr>
          <p:cNvSpPr txBox="1"/>
          <p:nvPr/>
        </p:nvSpPr>
        <p:spPr>
          <a:xfrm>
            <a:off x="2699951" y="-261446"/>
            <a:ext cx="5158946" cy="7786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E4668D-E01F-697E-792A-AA54FECF7356}"/>
              </a:ext>
            </a:extLst>
          </p:cNvPr>
          <p:cNvSpPr txBox="1"/>
          <p:nvPr/>
        </p:nvSpPr>
        <p:spPr>
          <a:xfrm>
            <a:off x="1285103" y="3641882"/>
            <a:ext cx="65737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latin typeface="+mj-lt"/>
              </a:rPr>
              <a:t>¿Cuál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sería</a:t>
            </a:r>
            <a:r>
              <a:rPr lang="en-US" sz="2400" b="1" dirty="0">
                <a:latin typeface="+mj-lt"/>
              </a:rPr>
              <a:t> la </a:t>
            </a:r>
            <a:r>
              <a:rPr lang="en-US" sz="2400" b="1" dirty="0" err="1">
                <a:latin typeface="+mj-lt"/>
              </a:rPr>
              <a:t>reacción</a:t>
            </a:r>
            <a:r>
              <a:rPr lang="en-US" sz="2400" b="1" dirty="0">
                <a:latin typeface="+mj-lt"/>
              </a:rPr>
              <a:t> de </a:t>
            </a:r>
            <a:r>
              <a:rPr lang="en-US" sz="2400" b="1" dirty="0" err="1">
                <a:latin typeface="+mj-lt"/>
              </a:rPr>
              <a:t>los</a:t>
            </a:r>
            <a:r>
              <a:rPr lang="en-US" sz="2400" b="1" dirty="0">
                <a:latin typeface="+mj-lt"/>
              </a:rPr>
              <a:t> Cristianos </a:t>
            </a:r>
            <a:br>
              <a:rPr lang="en-US" sz="2400" b="1" dirty="0">
                <a:latin typeface="+mj-lt"/>
              </a:rPr>
            </a:br>
            <a:r>
              <a:rPr lang="en-US" sz="2400" b="1" dirty="0" err="1">
                <a:latin typeface="+mj-lt"/>
              </a:rPr>
              <a:t>en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tu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comunidad</a:t>
            </a:r>
            <a:r>
              <a:rPr lang="en-US" sz="2400" b="1" dirty="0">
                <a:latin typeface="+mj-lt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73326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2505D1F-3A67-4829-9B5F-B0E46A8B0F83}"/>
              </a:ext>
            </a:extLst>
          </p:cNvPr>
          <p:cNvGrpSpPr/>
          <p:nvPr/>
        </p:nvGrpSpPr>
        <p:grpSpPr>
          <a:xfrm>
            <a:off x="3168868" y="1282383"/>
            <a:ext cx="4658565" cy="4293235"/>
            <a:chOff x="3295841" y="1476633"/>
            <a:chExt cx="4237002" cy="3904732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08D91778-2757-49F2-AB09-6D33F8844D1F}"/>
                </a:ext>
              </a:extLst>
            </p:cNvPr>
            <p:cNvSpPr/>
            <p:nvPr/>
          </p:nvSpPr>
          <p:spPr>
            <a:xfrm>
              <a:off x="5009589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4B6A9ACA-1A35-4D56-B557-3E39AD46DB07}"/>
                </a:ext>
              </a:extLst>
            </p:cNvPr>
            <p:cNvSpPr/>
            <p:nvPr/>
          </p:nvSpPr>
          <p:spPr>
            <a:xfrm>
              <a:off x="3295841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08733BA-FB7E-4EFA-9273-D97BE08650A6}"/>
              </a:ext>
            </a:extLst>
          </p:cNvPr>
          <p:cNvGrpSpPr/>
          <p:nvPr/>
        </p:nvGrpSpPr>
        <p:grpSpPr>
          <a:xfrm>
            <a:off x="1316567" y="1282383"/>
            <a:ext cx="6480241" cy="4293235"/>
            <a:chOff x="1611158" y="1476633"/>
            <a:chExt cx="5893831" cy="3904732"/>
          </a:xfrm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2EA235FE-2138-4C48-8303-9EBAE28CFED5}"/>
                </a:ext>
              </a:extLst>
            </p:cNvPr>
            <p:cNvSpPr/>
            <p:nvPr/>
          </p:nvSpPr>
          <p:spPr>
            <a:xfrm flipH="1">
              <a:off x="1611158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A229B89D-5031-4F4F-AEEF-E8A1CDAD73B1}"/>
                </a:ext>
              </a:extLst>
            </p:cNvPr>
            <p:cNvSpPr/>
            <p:nvPr/>
          </p:nvSpPr>
          <p:spPr>
            <a:xfrm flipH="1">
              <a:off x="332369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AC879204-E238-4190-946B-412A71DC4296}"/>
                </a:ext>
              </a:extLst>
            </p:cNvPr>
            <p:cNvSpPr/>
            <p:nvPr/>
          </p:nvSpPr>
          <p:spPr>
            <a:xfrm flipH="1">
              <a:off x="498173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0D8846-597B-4195-9B2F-1C48DB7B74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31" y="2269865"/>
            <a:ext cx="7116980" cy="214763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F406A7A-4372-4E9E-89C1-D5203C798C8D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ED1D0F24-F56E-4F72-861D-C7F91EB5ABFD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6243CFFB-28EB-42A0-AF4F-2F6045FA5F1F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206BA820-028D-4AFE-A8C1-DAD65677009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7280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5B4A42"/>
      </a:dk2>
      <a:lt2>
        <a:srgbClr val="FFFFFF"/>
      </a:lt2>
      <a:accent1>
        <a:srgbClr val="B95659"/>
      </a:accent1>
      <a:accent2>
        <a:srgbClr val="83A83F"/>
      </a:accent2>
      <a:accent3>
        <a:srgbClr val="FBA93D"/>
      </a:accent3>
      <a:accent4>
        <a:srgbClr val="00B0F0"/>
      </a:accent4>
      <a:accent5>
        <a:srgbClr val="6ABF4B"/>
      </a:accent5>
      <a:accent6>
        <a:srgbClr val="FFB71B"/>
      </a:accent6>
      <a:hlink>
        <a:srgbClr val="83A83F"/>
      </a:hlink>
      <a:folHlink>
        <a:srgbClr val="FBA93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>
        <a:spAutoFit/>
      </a:bodyPr>
      <a:lstStyle>
        <a:defPPr algn="ctr">
          <a:defRPr sz="2000" dirty="0">
            <a:solidFill>
              <a:srgbClr val="716557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017C5ECD5AE84588140775F5D9B6FC" ma:contentTypeVersion="10" ma:contentTypeDescription="Create a new document." ma:contentTypeScope="" ma:versionID="3fff9ed69b78a1d1c48e3f96068d2b17">
  <xsd:schema xmlns:xsd="http://www.w3.org/2001/XMLSchema" xmlns:xs="http://www.w3.org/2001/XMLSchema" xmlns:p="http://schemas.microsoft.com/office/2006/metadata/properties" xmlns:ns2="fee82e44-1fa4-4144-8309-00fed2bf4198" xmlns:ns3="1a61c928-f5f6-4989-bd5d-cb8872a1b06d" targetNamespace="http://schemas.microsoft.com/office/2006/metadata/properties" ma:root="true" ma:fieldsID="7b2c40b849e0c1cff02f16dd8f1be10b" ns2:_="" ns3:_="">
    <xsd:import namespace="fee82e44-1fa4-4144-8309-00fed2bf4198"/>
    <xsd:import namespace="1a61c928-f5f6-4989-bd5d-cb8872a1b0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e82e44-1fa4-4144-8309-00fed2bf41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61c928-f5f6-4989-bd5d-cb8872a1b06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0BF9542-489B-4116-B1C9-F0F696F8B4B5}"/>
</file>

<file path=customXml/itemProps2.xml><?xml version="1.0" encoding="utf-8"?>
<ds:datastoreItem xmlns:ds="http://schemas.openxmlformats.org/officeDocument/2006/customXml" ds:itemID="{B178770A-F6AC-406B-AF0D-88CBCF36B70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D870300-B03F-45F7-9154-521D8C74684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12123</TotalTime>
  <Words>201</Words>
  <Application>Microsoft Macintosh PowerPoint</Application>
  <PresentationFormat>On-screen Show (4:3)</PresentationFormat>
  <Paragraphs>42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Arial Black</vt:lpstr>
      <vt:lpstr>Calibri</vt:lpstr>
      <vt:lpstr>Office Theme</vt:lpstr>
      <vt:lpstr>PowerPoint Presentation</vt:lpstr>
      <vt:lpstr>Después de los Pasos de AMATB</vt:lpstr>
      <vt:lpstr>Refinamiento</vt:lpstr>
      <vt:lpstr>PowerPoint Presentation</vt:lpstr>
      <vt:lpstr>Recursos para Refinamiento</vt:lpstr>
      <vt:lpstr>PowerPoint Presentation</vt:lpstr>
      <vt:lpstr>PowerPoint Presentation</vt:lpstr>
      <vt:lpstr>PowerPoint Presentation</vt:lpstr>
      <vt:lpstr>Cómo Utilizar  la Guía de los Revisores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Owner</dc:creator>
  <cp:lastModifiedBy>Tammy Enns</cp:lastModifiedBy>
  <cp:revision>261</cp:revision>
  <dcterms:created xsi:type="dcterms:W3CDTF">2019-03-18T18:21:25Z</dcterms:created>
  <dcterms:modified xsi:type="dcterms:W3CDTF">2025-04-15T18:10:52Z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0x0101002F017C5ECD5AE84588140775F5D9B6FC</vt:lpwstr>
  </property>
</Properties>
</file>