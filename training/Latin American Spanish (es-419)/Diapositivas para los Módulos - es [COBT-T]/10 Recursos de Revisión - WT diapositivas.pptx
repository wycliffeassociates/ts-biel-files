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60" r:id="rId5"/>
    <p:sldId id="286" r:id="rId6"/>
    <p:sldId id="300" r:id="rId7"/>
    <p:sldId id="298" r:id="rId8"/>
    <p:sldId id="293" r:id="rId9"/>
    <p:sldId id="292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5659"/>
    <a:srgbClr val="83A83F"/>
    <a:srgbClr val="FBA93D"/>
    <a:srgbClr val="716557"/>
    <a:srgbClr val="C3DD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52" autoAdjust="0"/>
    <p:restoredTop sz="95646" autoAdjust="0"/>
  </p:normalViewPr>
  <p:slideViewPr>
    <p:cSldViewPr snapToGrid="0">
      <p:cViewPr varScale="1">
        <p:scale>
          <a:sx n="110" d="100"/>
          <a:sy n="110" d="100"/>
        </p:scale>
        <p:origin x="976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59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10/26/23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D270D0-DE69-4124-AC4D-00EB782D409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30" t="25258" r="10966" b="24496"/>
          <a:stretch/>
        </p:blipFill>
        <p:spPr>
          <a:xfrm>
            <a:off x="1" y="1855888"/>
            <a:ext cx="9144000" cy="4772543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C3BB06-DC96-4810-9052-78C360033DE2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BDDEFAAC-BD0D-4CE4-A84C-E2C0D572185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718F57D-568A-4411-872B-CCC9EC910064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A5CE28D8-9450-411C-889B-C94762FAB4B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4694CCB8-A161-4308-BC33-DD746CEBFA8D}"/>
              </a:ext>
            </a:extLst>
          </p:cNvPr>
          <p:cNvSpPr/>
          <p:nvPr/>
        </p:nvSpPr>
        <p:spPr>
          <a:xfrm>
            <a:off x="165253" y="763115"/>
            <a:ext cx="8813508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en-US" sz="3600" b="1" dirty="0" err="1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Recursos</a:t>
            </a:r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de Revision</a:t>
            </a:r>
          </a:p>
        </p:txBody>
      </p:sp>
    </p:spTree>
    <p:extLst>
      <p:ext uri="{BB962C8B-B14F-4D97-AF65-F5344CB8AC3E}">
        <p14:creationId xmlns:p14="http://schemas.microsoft.com/office/powerpoint/2010/main" val="212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6750259-28B3-4499-AB0A-AB3DE25CEEC6}"/>
              </a:ext>
            </a:extLst>
          </p:cNvPr>
          <p:cNvSpPr/>
          <p:nvPr/>
        </p:nvSpPr>
        <p:spPr>
          <a:xfrm>
            <a:off x="0" y="1745788"/>
            <a:ext cx="9144000" cy="3657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EEE4E4-C5DC-4A7D-B97C-AB4051708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363" y="2157380"/>
            <a:ext cx="1207657" cy="12076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DF09B2-8964-42C2-9C49-E14CEAF9B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128" y="2157380"/>
            <a:ext cx="1207657" cy="120765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7672E99-7192-4CC3-88BD-AC03193B2D44}"/>
              </a:ext>
            </a:extLst>
          </p:cNvPr>
          <p:cNvSpPr txBox="1"/>
          <p:nvPr/>
        </p:nvSpPr>
        <p:spPr>
          <a:xfrm>
            <a:off x="1714684" y="3574588"/>
            <a:ext cx="2237014" cy="85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Translation Notes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5D1A4E-220D-4871-812F-BC0396586650}"/>
              </a:ext>
            </a:extLst>
          </p:cNvPr>
          <p:cNvSpPr txBox="1"/>
          <p:nvPr/>
        </p:nvSpPr>
        <p:spPr>
          <a:xfrm>
            <a:off x="5217657" y="3561245"/>
            <a:ext cx="2237014" cy="853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R="0" lvl="0" algn="ctr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Translation Words</a:t>
            </a:r>
            <a:endParaRPr lang="en-US" sz="2400" b="1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D13A686-80EC-4DFC-4C08-4BDCF4F7DEF3}"/>
              </a:ext>
            </a:extLst>
          </p:cNvPr>
          <p:cNvSpPr/>
          <p:nvPr/>
        </p:nvSpPr>
        <p:spPr>
          <a:xfrm>
            <a:off x="1530857" y="4524367"/>
            <a:ext cx="2604667" cy="783193"/>
          </a:xfrm>
          <a:prstGeom prst="round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la </a:t>
            </a: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comprensibilidad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946B97D-3A39-99DE-B233-729E680D6278}"/>
              </a:ext>
            </a:extLst>
          </p:cNvPr>
          <p:cNvSpPr/>
          <p:nvPr/>
        </p:nvSpPr>
        <p:spPr>
          <a:xfrm>
            <a:off x="5090280" y="4517696"/>
            <a:ext cx="2604667" cy="783193"/>
          </a:xfrm>
          <a:prstGeom prst="round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</a:t>
            </a:r>
            <a:br>
              <a:rPr lang="en-US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definiciones</a:t>
            </a:r>
            <a:endParaRPr lang="en-US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E1165C-A473-E0B5-DCD3-1343A3308255}"/>
              </a:ext>
            </a:extLst>
          </p:cNvPr>
          <p:cNvSpPr txBox="1"/>
          <p:nvPr/>
        </p:nvSpPr>
        <p:spPr>
          <a:xfrm>
            <a:off x="1518180" y="372489"/>
            <a:ext cx="61076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B95659"/>
                </a:solidFill>
                <a:latin typeface="+mj-lt"/>
              </a:rPr>
              <a:t>WA </a:t>
            </a:r>
            <a:r>
              <a:rPr lang="en-US" sz="3200" b="1" dirty="0" err="1">
                <a:solidFill>
                  <a:srgbClr val="B95659"/>
                </a:solidFill>
                <a:latin typeface="+mj-lt"/>
              </a:rPr>
              <a:t>Recursos</a:t>
            </a:r>
            <a:r>
              <a:rPr lang="en-US" sz="3200" b="1" dirty="0">
                <a:solidFill>
                  <a:srgbClr val="B95659"/>
                </a:solidFill>
                <a:latin typeface="+mj-lt"/>
              </a:rPr>
              <a:t> de Revision</a:t>
            </a:r>
          </a:p>
        </p:txBody>
      </p:sp>
    </p:spTree>
    <p:extLst>
      <p:ext uri="{BB962C8B-B14F-4D97-AF65-F5344CB8AC3E}">
        <p14:creationId xmlns:p14="http://schemas.microsoft.com/office/powerpoint/2010/main" val="2055898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7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1E1DF7B-1A6B-4461-BA06-D125DA591CE0}"/>
              </a:ext>
            </a:extLst>
          </p:cNvPr>
          <p:cNvSpPr/>
          <p:nvPr/>
        </p:nvSpPr>
        <p:spPr>
          <a:xfrm>
            <a:off x="0" y="2531360"/>
            <a:ext cx="9144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 8 Pasos de AMATB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D3DDF-024B-408D-B16F-2F02241EBF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E5928-572B-4880-A6BF-E5F72A8F1D3C}"/>
              </a:ext>
            </a:extLst>
          </p:cNvPr>
          <p:cNvSpPr txBox="1"/>
          <p:nvPr/>
        </p:nvSpPr>
        <p:spPr>
          <a:xfrm>
            <a:off x="-80981" y="2591538"/>
            <a:ext cx="3479180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Pasos de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</a:t>
            </a:r>
            <a:r>
              <a:rPr lang="en-US" sz="26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edacción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0CBE0-7A09-4871-B7C3-99687A33D0D1}"/>
              </a:ext>
            </a:extLst>
          </p:cNvPr>
          <p:cNvSpPr txBox="1"/>
          <p:nvPr/>
        </p:nvSpPr>
        <p:spPr>
          <a:xfrm>
            <a:off x="5907764" y="2584833"/>
            <a:ext cx="3236235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Pasos de </a:t>
            </a:r>
            <a:r>
              <a:rPr lang="en-US" sz="26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32A223-F66F-4B13-8B58-2FF096AC2185}"/>
              </a:ext>
            </a:extLst>
          </p:cNvPr>
          <p:cNvSpPr txBox="1"/>
          <p:nvPr/>
        </p:nvSpPr>
        <p:spPr>
          <a:xfrm>
            <a:off x="355096" y="3305466"/>
            <a:ext cx="2843894" cy="211481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Consumir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Verbalizar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Agrupar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Borrador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661102-9561-4346-927F-38B586F30AA6}"/>
              </a:ext>
            </a:extLst>
          </p:cNvPr>
          <p:cNvSpPr txBox="1"/>
          <p:nvPr/>
        </p:nvSpPr>
        <p:spPr>
          <a:xfrm>
            <a:off x="5826783" y="3305466"/>
            <a:ext cx="3041093" cy="3300327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Auto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	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ñero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las palabras claves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verso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verso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659253-58A5-792A-678A-E8343A4599F3}"/>
              </a:ext>
            </a:extLst>
          </p:cNvPr>
          <p:cNvSpPr/>
          <p:nvPr/>
        </p:nvSpPr>
        <p:spPr>
          <a:xfrm>
            <a:off x="5984646" y="2399553"/>
            <a:ext cx="3017520" cy="4206240"/>
          </a:xfrm>
          <a:prstGeom prst="roundRect">
            <a:avLst/>
          </a:prstGeom>
          <a:noFill/>
          <a:ln w="28575">
            <a:solidFill>
              <a:srgbClr val="B95659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61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9C98C0-9FE1-473F-8D25-1CF6A1AA7359}"/>
              </a:ext>
            </a:extLst>
          </p:cNvPr>
          <p:cNvSpPr/>
          <p:nvPr/>
        </p:nvSpPr>
        <p:spPr>
          <a:xfrm>
            <a:off x="4572000" y="2531360"/>
            <a:ext cx="4572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AECF9-828C-4291-8419-99A51EE76142}"/>
              </a:ext>
            </a:extLst>
          </p:cNvPr>
          <p:cNvSpPr txBox="1"/>
          <p:nvPr/>
        </p:nvSpPr>
        <p:spPr>
          <a:xfrm>
            <a:off x="5826782" y="2567010"/>
            <a:ext cx="3317217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Pasos de </a:t>
            </a:r>
            <a:r>
              <a:rPr lang="en-US" sz="2600" b="1" dirty="0" err="1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2DA493-9FA4-452C-852A-4AD121D8A99F}"/>
              </a:ext>
            </a:extLst>
          </p:cNvPr>
          <p:cNvSpPr txBox="1"/>
          <p:nvPr/>
        </p:nvSpPr>
        <p:spPr>
          <a:xfrm>
            <a:off x="6023982" y="3305466"/>
            <a:ext cx="2843894" cy="3300327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Auto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compañero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palabras claves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verso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verso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7AFAA7-068B-426D-AC9F-04874C2BBB0B}"/>
              </a:ext>
            </a:extLst>
          </p:cNvPr>
          <p:cNvSpPr txBox="1"/>
          <p:nvPr/>
        </p:nvSpPr>
        <p:spPr>
          <a:xfrm>
            <a:off x="-20564" y="81636"/>
            <a:ext cx="331853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B0CB7-B27E-485A-AEFE-553AFB5707E2}"/>
              </a:ext>
            </a:extLst>
          </p:cNvPr>
          <p:cNvSpPr txBox="1"/>
          <p:nvPr/>
        </p:nvSpPr>
        <p:spPr>
          <a:xfrm>
            <a:off x="161370" y="2740421"/>
            <a:ext cx="2954668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Qué</a:t>
            </a:r>
            <a:b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en-US" sz="28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recursos</a:t>
            </a:r>
            <a:b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ayudan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en</a:t>
            </a:r>
            <a:b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</a:b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cado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paso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  <a:endParaRPr lang="en-US" sz="2800" b="1" dirty="0">
              <a:solidFill>
                <a:schemeClr val="tx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E0129-2020-43C7-8E1A-C86AFDECCF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97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BBADCE-E8A1-49F6-979F-C8B3828C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Acceder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Recursos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9D90B8-CF03-4EC7-A9EA-06FFF9D0FD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874" y="2751304"/>
            <a:ext cx="2719818" cy="1355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E44816-21EB-44E1-A228-8EB6B784A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309" y="2933826"/>
            <a:ext cx="2868942" cy="99034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614C9E5-C488-481A-9895-2B4559E225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41" b="6641"/>
          <a:stretch/>
        </p:blipFill>
        <p:spPr>
          <a:xfrm>
            <a:off x="3317218" y="2258500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409118-B0C8-111C-D409-2BAC3B009962}"/>
              </a:ext>
            </a:extLst>
          </p:cNvPr>
          <p:cNvSpPr txBox="1"/>
          <p:nvPr/>
        </p:nvSpPr>
        <p:spPr>
          <a:xfrm>
            <a:off x="1180619" y="5315223"/>
            <a:ext cx="695638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>
                <a:solidFill>
                  <a:srgbClr val="83A83F"/>
                </a:solidFill>
              </a:rPr>
              <a:t>bibleineverylanguage.org</a:t>
            </a:r>
            <a:endParaRPr lang="en-US" sz="2800" b="1" dirty="0">
              <a:solidFill>
                <a:srgbClr val="83A83F"/>
              </a:solidFill>
            </a:endParaRPr>
          </a:p>
          <a:p>
            <a:pPr algn="ctr"/>
            <a:r>
              <a:rPr lang="en-US" sz="2400" b="1" dirty="0" err="1">
                <a:solidFill>
                  <a:srgbClr val="83A83F"/>
                </a:solidFill>
              </a:rPr>
              <a:t>Imprimir</a:t>
            </a:r>
            <a:r>
              <a:rPr lang="en-US" sz="2400" b="1" dirty="0">
                <a:solidFill>
                  <a:srgbClr val="83A83F"/>
                </a:solidFill>
              </a:rPr>
              <a:t> </a:t>
            </a:r>
            <a:r>
              <a:rPr lang="en-US" sz="2400" b="1" dirty="0" err="1">
                <a:solidFill>
                  <a:srgbClr val="83A83F"/>
                </a:solidFill>
              </a:rPr>
              <a:t>en</a:t>
            </a:r>
            <a:r>
              <a:rPr lang="en-US" sz="2400" b="1" dirty="0">
                <a:solidFill>
                  <a:srgbClr val="83A83F"/>
                </a:solidFill>
              </a:rPr>
              <a:t> PDF</a:t>
            </a:r>
          </a:p>
        </p:txBody>
      </p:sp>
    </p:spTree>
    <p:extLst>
      <p:ext uri="{BB962C8B-B14F-4D97-AF65-F5344CB8AC3E}">
        <p14:creationId xmlns:p14="http://schemas.microsoft.com/office/powerpoint/2010/main" val="289761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69C98C0-9FE1-473F-8D25-1CF6A1AA7359}"/>
              </a:ext>
            </a:extLst>
          </p:cNvPr>
          <p:cNvSpPr/>
          <p:nvPr/>
        </p:nvSpPr>
        <p:spPr>
          <a:xfrm>
            <a:off x="4572000" y="2531360"/>
            <a:ext cx="4572000" cy="563739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ctr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BAECF9-828C-4291-8419-99A51EE76142}"/>
              </a:ext>
            </a:extLst>
          </p:cNvPr>
          <p:cNvSpPr txBox="1"/>
          <p:nvPr/>
        </p:nvSpPr>
        <p:spPr>
          <a:xfrm>
            <a:off x="5826782" y="2567008"/>
            <a:ext cx="3317217" cy="4924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Paso</a:t>
            </a:r>
            <a:r>
              <a:rPr lang="en-US" sz="26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s de </a:t>
            </a:r>
            <a:r>
              <a:rPr lang="en-US" sz="26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endParaRPr lang="en-US" sz="2600" b="1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2DA493-9FA4-452C-852A-4AD121D8A99F}"/>
              </a:ext>
            </a:extLst>
          </p:cNvPr>
          <p:cNvSpPr txBox="1"/>
          <p:nvPr/>
        </p:nvSpPr>
        <p:spPr>
          <a:xfrm>
            <a:off x="6023982" y="3305466"/>
            <a:ext cx="2843894" cy="3300327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Auto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Revisar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con </a:t>
            </a: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compañero</a:t>
            </a:r>
            <a:endParaRPr lang="en-US" sz="2400" dirty="0">
              <a:solidFill>
                <a:schemeClr val="tx2"/>
              </a:solidFill>
              <a:effectLst/>
              <a:latin typeface="Arial" panose="020B0604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las palabras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claves</a:t>
            </a:r>
          </a:p>
          <a:p>
            <a:pPr marL="228600" indent="-2286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Revisión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de v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erso </a:t>
            </a:r>
            <a:r>
              <a:rPr lang="en-US" sz="2400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por</a:t>
            </a:r>
            <a:r>
              <a:rPr lang="en-US" sz="24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  <a:cs typeface="Times New Roman" panose="02020603050405020304" pitchFamily="18" charset="0"/>
              </a:rPr>
              <a:t> verso</a:t>
            </a:r>
            <a:endParaRPr lang="en-US" sz="2400" dirty="0"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7AFAA7-068B-426D-AC9F-04874C2BBB0B}"/>
              </a:ext>
            </a:extLst>
          </p:cNvPr>
          <p:cNvSpPr txBox="1"/>
          <p:nvPr/>
        </p:nvSpPr>
        <p:spPr>
          <a:xfrm>
            <a:off x="-20564" y="81636"/>
            <a:ext cx="3318537" cy="624786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40000" dirty="0">
                <a:solidFill>
                  <a:schemeClr val="accent2">
                    <a:lumMod val="20000"/>
                    <a:lumOff val="80000"/>
                  </a:schemeClr>
                </a:solidFill>
                <a:latin typeface="Arial Black" panose="020B0A04020102020204" pitchFamily="34" charset="0"/>
              </a:rPr>
              <a:t>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DB0CB7-B27E-485A-AEFE-553AFB5707E2}"/>
              </a:ext>
            </a:extLst>
          </p:cNvPr>
          <p:cNvSpPr txBox="1"/>
          <p:nvPr/>
        </p:nvSpPr>
        <p:spPr>
          <a:xfrm>
            <a:off x="161369" y="2740422"/>
            <a:ext cx="3318537" cy="18158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¿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Cómo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usaría</a:t>
            </a:r>
            <a:endParaRPr lang="en-US" sz="2800" b="1" dirty="0">
              <a:solidFill>
                <a:schemeClr val="tx2"/>
              </a:solidFill>
              <a:latin typeface="Arial" panose="020B0604020202020204" pitchFamily="34" charset="0"/>
              <a:ea typeface="MS Mincho" panose="02020609040205080304" pitchFamily="49" charset="-128"/>
            </a:endParaRPr>
          </a:p>
          <a:p>
            <a:pPr algn="ctr"/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estos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recursos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con 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cada</a:t>
            </a:r>
            <a:r>
              <a:rPr lang="en-US" sz="2800" b="1" dirty="0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 paso de </a:t>
            </a:r>
            <a:r>
              <a:rPr lang="en-US" sz="2800" b="1" dirty="0" err="1">
                <a:solidFill>
                  <a:schemeClr val="tx2"/>
                </a:solidFill>
                <a:latin typeface="Arial" panose="020B0604020202020204" pitchFamily="34" charset="0"/>
                <a:ea typeface="MS Mincho" panose="02020609040205080304" pitchFamily="49" charset="-128"/>
              </a:rPr>
              <a:t>revisión</a:t>
            </a:r>
            <a:r>
              <a:rPr lang="en-US" sz="2800" b="1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MS Mincho" panose="02020609040205080304" pitchFamily="49" charset="-128"/>
              </a:rPr>
              <a:t>?</a:t>
            </a:r>
            <a:endParaRPr lang="en-US" sz="2800" b="1" dirty="0">
              <a:solidFill>
                <a:schemeClr val="tx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7E0129-2020-43C7-8E1A-C86AFDECCFE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25" r="8389"/>
          <a:stretch/>
        </p:blipFill>
        <p:spPr>
          <a:xfrm>
            <a:off x="3317218" y="1507044"/>
            <a:ext cx="2509565" cy="2510298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431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2505D1F-3A67-4829-9B5F-B0E46A8B0F83}"/>
              </a:ext>
            </a:extLst>
          </p:cNvPr>
          <p:cNvGrpSpPr/>
          <p:nvPr/>
        </p:nvGrpSpPr>
        <p:grpSpPr>
          <a:xfrm>
            <a:off x="3168868" y="1282383"/>
            <a:ext cx="4658565" cy="4293235"/>
            <a:chOff x="3295841" y="1476633"/>
            <a:chExt cx="4237002" cy="39047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08D91778-2757-49F2-AB09-6D33F8844D1F}"/>
                </a:ext>
              </a:extLst>
            </p:cNvPr>
            <p:cNvSpPr/>
            <p:nvPr/>
          </p:nvSpPr>
          <p:spPr>
            <a:xfrm>
              <a:off x="5009589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4B6A9ACA-1A35-4D56-B557-3E39AD46DB07}"/>
                </a:ext>
              </a:extLst>
            </p:cNvPr>
            <p:cNvSpPr/>
            <p:nvPr/>
          </p:nvSpPr>
          <p:spPr>
            <a:xfrm>
              <a:off x="3295841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7165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08733BA-FB7E-4EFA-9273-D97BE08650A6}"/>
              </a:ext>
            </a:extLst>
          </p:cNvPr>
          <p:cNvGrpSpPr/>
          <p:nvPr/>
        </p:nvGrpSpPr>
        <p:grpSpPr>
          <a:xfrm>
            <a:off x="1316567" y="1282383"/>
            <a:ext cx="6480241" cy="4293235"/>
            <a:chOff x="1611158" y="1476633"/>
            <a:chExt cx="5893831" cy="3904732"/>
          </a:xfrm>
        </p:grpSpPr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EA235FE-2138-4C48-8303-9EBAE28CFED5}"/>
                </a:ext>
              </a:extLst>
            </p:cNvPr>
            <p:cNvSpPr/>
            <p:nvPr/>
          </p:nvSpPr>
          <p:spPr>
            <a:xfrm flipH="1">
              <a:off x="1611158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29B89D-5031-4F4F-AEEF-E8A1CDAD73B1}"/>
                </a:ext>
              </a:extLst>
            </p:cNvPr>
            <p:cNvSpPr/>
            <p:nvPr/>
          </p:nvSpPr>
          <p:spPr>
            <a:xfrm flipH="1">
              <a:off x="332369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AC879204-E238-4190-946B-412A71DC4296}"/>
                </a:ext>
              </a:extLst>
            </p:cNvPr>
            <p:cNvSpPr/>
            <p:nvPr/>
          </p:nvSpPr>
          <p:spPr>
            <a:xfrm flipH="1">
              <a:off x="4981735" y="1476633"/>
              <a:ext cx="2523254" cy="3904732"/>
            </a:xfrm>
            <a:prstGeom prst="parallelogram">
              <a:avLst>
                <a:gd name="adj" fmla="val 6695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0D8846-597B-4195-9B2F-1C48DB7B7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531" y="2269865"/>
            <a:ext cx="7116980" cy="2147636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F406A7A-4372-4E9E-89C1-D5203C798C8D}"/>
              </a:ext>
            </a:extLst>
          </p:cNvPr>
          <p:cNvGrpSpPr/>
          <p:nvPr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ED1D0F24-F56E-4F72-861D-C7F91EB5ABFD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243CFFB-28EB-42A0-AF4F-2F6045FA5F1F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206BA820-028D-4AFE-A8C1-DAD65677009D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FE68E50-9407-4D78-B696-D40BB471D9FA}"/>
              </a:ext>
            </a:extLst>
          </p:cNvPr>
          <p:cNvGrpSpPr/>
          <p:nvPr/>
        </p:nvGrpSpPr>
        <p:grpSpPr>
          <a:xfrm>
            <a:off x="-127730" y="6628431"/>
            <a:ext cx="9399460" cy="230430"/>
            <a:chOff x="-172745" y="0"/>
            <a:chExt cx="9399460" cy="230430"/>
          </a:xfrm>
        </p:grpSpPr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F35DD5C-CF01-41EA-924C-F50A9350F825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83361FD6-8CC7-4CDE-B5BF-1119A2E14202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63387F6C-7469-4A1C-9CE1-A0B478616759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929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017C5ECD5AE84588140775F5D9B6FC" ma:contentTypeVersion="10" ma:contentTypeDescription="Create a new document." ma:contentTypeScope="" ma:versionID="3fff9ed69b78a1d1c48e3f96068d2b17">
  <xsd:schema xmlns:xsd="http://www.w3.org/2001/XMLSchema" xmlns:xs="http://www.w3.org/2001/XMLSchema" xmlns:p="http://schemas.microsoft.com/office/2006/metadata/properties" xmlns:ns2="fee82e44-1fa4-4144-8309-00fed2bf4198" xmlns:ns3="1a61c928-f5f6-4989-bd5d-cb8872a1b06d" targetNamespace="http://schemas.microsoft.com/office/2006/metadata/properties" ma:root="true" ma:fieldsID="7b2c40b849e0c1cff02f16dd8f1be10b" ns2:_="" ns3:_="">
    <xsd:import namespace="fee82e44-1fa4-4144-8309-00fed2bf4198"/>
    <xsd:import namespace="1a61c928-f5f6-4989-bd5d-cb8872a1b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e82e44-1fa4-4144-8309-00fed2bf4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61c928-f5f6-4989-bd5d-cb8872a1b0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67C431-EFB3-4B68-803C-DD41768D16AC}"/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D870300-B03F-45F7-9154-521D8C74684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8519</TotalTime>
  <Words>121</Words>
  <Application>Microsoft Macintosh PowerPoint</Application>
  <PresentationFormat>On-screen Show (4:3)</PresentationFormat>
  <Paragraphs>38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Los 8 Pasos de AMATB</vt:lpstr>
      <vt:lpstr>PowerPoint Presentation</vt:lpstr>
      <vt:lpstr>Acceder a los Recursos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Tammy Enns</cp:lastModifiedBy>
  <cp:revision>209</cp:revision>
  <dcterms:created xsi:type="dcterms:W3CDTF">2019-03-18T18:21:25Z</dcterms:created>
  <dcterms:modified xsi:type="dcterms:W3CDTF">2023-10-26T20:56:24Z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0x0101002F017C5ECD5AE84588140775F5D9B6FC</vt:lpwstr>
  </property>
</Properties>
</file>