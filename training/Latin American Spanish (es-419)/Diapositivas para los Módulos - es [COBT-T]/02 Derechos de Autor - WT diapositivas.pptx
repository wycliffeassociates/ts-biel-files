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60" r:id="rId5"/>
    <p:sldId id="286" r:id="rId6"/>
    <p:sldId id="264" r:id="rId7"/>
    <p:sldId id="292" r:id="rId8"/>
    <p:sldId id="297" r:id="rId9"/>
    <p:sldId id="296" r:id="rId10"/>
    <p:sldId id="303" r:id="rId11"/>
    <p:sldId id="304" r:id="rId12"/>
    <p:sldId id="305" r:id="rId13"/>
    <p:sldId id="302" r:id="rId14"/>
    <p:sldId id="306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5E46F2-152B-65D0-AD33-4271C3B1668D}" name="Tammy Enns" initials="TE" userId="S::tammy_enns@wycliffeassociates.org::2ab698fd-6bb7-40f1-b849-74fe330cf16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83A83F"/>
    <a:srgbClr val="EAEAEA"/>
    <a:srgbClr val="FBA93D"/>
    <a:srgbClr val="C3DD93"/>
    <a:srgbClr val="716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 autoAdjust="0"/>
    <p:restoredTop sz="95950" autoAdjust="0"/>
  </p:normalViewPr>
  <p:slideViewPr>
    <p:cSldViewPr snapToGrid="0">
      <p:cViewPr varScale="1">
        <p:scale>
          <a:sx n="113" d="100"/>
          <a:sy n="113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04/2025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83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94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Compartir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 pushed over to the other row and I don’t know how to put the ‘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’ under ‘</a:t>
            </a:r>
            <a:r>
              <a:rPr lang="en-US" dirty="0" err="1"/>
              <a:t>compartir</a:t>
            </a:r>
            <a:r>
              <a:rPr lang="en-US" dirty="0"/>
              <a:t>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34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98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xRsF5LrTSGzrQ6o4fW9xemthraKJ4IKLpfNBaDh5QkA/edit#slide=id.p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2.jp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BBE691-C95C-4874-BCF5-5224B2E235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4" b="12321"/>
          <a:stretch/>
        </p:blipFill>
        <p:spPr>
          <a:xfrm>
            <a:off x="0" y="1942131"/>
            <a:ext cx="9144000" cy="46863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© Derechos de Autor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ADB6C-6CB5-4D7C-AC09-B89C68326468}"/>
              </a:ext>
            </a:extLst>
          </p:cNvPr>
          <p:cNvSpPr txBox="1"/>
          <p:nvPr/>
        </p:nvSpPr>
        <p:spPr>
          <a:xfrm>
            <a:off x="1914098" y="2839991"/>
            <a:ext cx="5082639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¿Que sabes </a:t>
            </a:r>
            <a:r>
              <a:rPr lang="en-US" sz="2800" b="1" dirty="0" err="1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sobre</a:t>
            </a:r>
            <a:r>
              <a:rPr lang="en-US" sz="2800" b="1" dirty="0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b="1" dirty="0" err="1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los</a:t>
            </a:r>
            <a:r>
              <a:rPr lang="en-US" sz="2800" b="1" dirty="0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derechos de </a:t>
            </a:r>
            <a:r>
              <a:rPr lang="en-US" sz="2800" b="1" dirty="0" err="1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autor</a:t>
            </a:r>
            <a:r>
              <a:rPr lang="en-US" sz="2800" b="1" dirty="0">
                <a:solidFill>
                  <a:srgbClr val="B95659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</a:t>
            </a:r>
            <a:endParaRPr lang="en-US" sz="2800" b="1" dirty="0">
              <a:solidFill>
                <a:srgbClr val="B956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35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97E9E-F5AE-46A6-8433-D9E74593E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01" y="386512"/>
            <a:ext cx="8750997" cy="1325563"/>
          </a:xfrm>
        </p:spPr>
        <p:txBody>
          <a:bodyPr/>
          <a:lstStyle/>
          <a:p>
            <a:r>
              <a:rPr lang="en-US" dirty="0"/>
              <a:t>Derechos </a:t>
            </a:r>
            <a:r>
              <a:rPr lang="en-US" dirty="0" err="1"/>
              <a:t>concedidos</a:t>
            </a:r>
            <a:r>
              <a:rPr lang="en-US" dirty="0"/>
              <a:t> al </a:t>
            </a:r>
            <a:r>
              <a:rPr lang="en-US" dirty="0" err="1"/>
              <a:t>dueño</a:t>
            </a:r>
            <a:r>
              <a:rPr lang="en-US" dirty="0"/>
              <a:t> de </a:t>
            </a:r>
            <a:br>
              <a:rPr lang="en-US" dirty="0"/>
            </a:br>
            <a:r>
              <a:rPr lang="en-US" dirty="0"/>
              <a:t>derechos de </a:t>
            </a:r>
            <a:r>
              <a:rPr lang="en-US" dirty="0" err="1"/>
              <a:t>autor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F2D153-C6CA-41AC-9CDF-3260A31AE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9C3854-E452-4A54-ADFB-7F38F7DB67FE}"/>
              </a:ext>
            </a:extLst>
          </p:cNvPr>
          <p:cNvSpPr txBox="1"/>
          <p:nvPr/>
        </p:nvSpPr>
        <p:spPr>
          <a:xfrm>
            <a:off x="3157415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Distribuir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vender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copias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79457-DDCE-43A9-8067-7CB120C183B8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Hac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copias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3CDFD2-1252-44AA-B618-C10FC0EA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7BA153-BAEC-4316-BC50-5B8BB70FA5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955D30-3A4B-43C2-B9DD-6D38A8BF6AA8}"/>
              </a:ext>
            </a:extLst>
          </p:cNvPr>
          <p:cNvSpPr txBox="1"/>
          <p:nvPr/>
        </p:nvSpPr>
        <p:spPr>
          <a:xfrm>
            <a:off x="6118329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Hacer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adaptaciones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2B0870-B479-48D4-B18D-1B67976B21EB}"/>
              </a:ext>
            </a:extLst>
          </p:cNvPr>
          <p:cNvSpPr/>
          <p:nvPr/>
        </p:nvSpPr>
        <p:spPr>
          <a:xfrm>
            <a:off x="0" y="5553403"/>
            <a:ext cx="91440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Obtener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permiso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 un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largo y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costoso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508D48-ACAD-413A-B908-6D5EE0B0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8245" y="355272"/>
            <a:ext cx="9520490" cy="1353388"/>
          </a:xfrm>
        </p:spPr>
        <p:txBody>
          <a:bodyPr/>
          <a:lstStyle/>
          <a:p>
            <a:r>
              <a:rPr lang="en-US" dirty="0"/>
              <a:t>“derechos </a:t>
            </a:r>
            <a:r>
              <a:rPr lang="en-US" dirty="0" err="1"/>
              <a:t>reservados</a:t>
            </a:r>
            <a:r>
              <a:rPr lang="en-US" dirty="0"/>
              <a:t>”—</a:t>
            </a:r>
            <a:br>
              <a:rPr lang="en-US" dirty="0"/>
            </a:br>
            <a:r>
              <a:rPr lang="en-US" dirty="0"/>
              <a:t>derechos </a:t>
            </a:r>
            <a:r>
              <a:rPr lang="en-US" dirty="0" err="1"/>
              <a:t>exclusivos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7AA66B-826D-41DF-9438-77FEB4C47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1EA0B3-9DAE-4E17-AA0E-846FBC1E4E2D}"/>
              </a:ext>
            </a:extLst>
          </p:cNvPr>
          <p:cNvSpPr txBox="1"/>
          <p:nvPr/>
        </p:nvSpPr>
        <p:spPr>
          <a:xfrm>
            <a:off x="3157415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Distribuir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vender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copias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2C447A-021A-478E-9E7D-1A4C8A7ED380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Hacer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copias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F4B0187-4C88-4A40-913B-2A0577C54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25B7B8-0864-4083-866D-1DF84FDD82C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A2A9E58-EABF-4053-867D-FF0FC27D72C5}"/>
              </a:ext>
            </a:extLst>
          </p:cNvPr>
          <p:cNvSpPr txBox="1"/>
          <p:nvPr/>
        </p:nvSpPr>
        <p:spPr>
          <a:xfrm>
            <a:off x="6118329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Hacer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adaptaciones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A76E3-0D66-4FE9-B3BB-A375583B2556}"/>
              </a:ext>
            </a:extLst>
          </p:cNvPr>
          <p:cNvSpPr txBox="1"/>
          <p:nvPr/>
        </p:nvSpPr>
        <p:spPr>
          <a:xfrm>
            <a:off x="1031421" y="1310022"/>
            <a:ext cx="708115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</a:rPr>
              <a:t>Sin </a:t>
            </a:r>
            <a:r>
              <a:rPr lang="en-US" sz="2600" dirty="0" err="1">
                <a:solidFill>
                  <a:schemeClr val="tx2"/>
                </a:solidFill>
              </a:rPr>
              <a:t>permiso</a:t>
            </a:r>
            <a:r>
              <a:rPr lang="en-US" sz="2600" dirty="0">
                <a:solidFill>
                  <a:schemeClr val="tx2"/>
                </a:solidFill>
              </a:rPr>
              <a:t> </a:t>
            </a:r>
            <a:r>
              <a:rPr lang="en-US" sz="2600" dirty="0" err="1">
                <a:solidFill>
                  <a:schemeClr val="tx2"/>
                </a:solidFill>
              </a:rPr>
              <a:t>adicional</a:t>
            </a:r>
            <a:r>
              <a:rPr lang="en-US" sz="2600" dirty="0">
                <a:solidFill>
                  <a:schemeClr val="tx2"/>
                </a:solidFill>
              </a:rPr>
              <a:t>, </a:t>
            </a:r>
            <a:r>
              <a:rPr lang="en-US" sz="2600" dirty="0" err="1">
                <a:solidFill>
                  <a:schemeClr val="tx2"/>
                </a:solidFill>
              </a:rPr>
              <a:t>otros</a:t>
            </a:r>
            <a:r>
              <a:rPr lang="en-US" sz="2600" dirty="0">
                <a:solidFill>
                  <a:schemeClr val="tx2"/>
                </a:solidFill>
              </a:rPr>
              <a:t> no </a:t>
            </a:r>
            <a:r>
              <a:rPr lang="en-US" sz="2600" dirty="0" err="1">
                <a:solidFill>
                  <a:schemeClr val="tx2"/>
                </a:solidFill>
              </a:rPr>
              <a:t>pueden</a:t>
            </a:r>
            <a:r>
              <a:rPr lang="en-US" sz="2600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1F1162EA-C3E2-48A2-B476-4BB904D5D86B}"/>
              </a:ext>
            </a:extLst>
          </p:cNvPr>
          <p:cNvSpPr/>
          <p:nvPr/>
        </p:nvSpPr>
        <p:spPr>
          <a:xfrm>
            <a:off x="354987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3850AC21-245F-4505-A28B-D3A42177287F}"/>
              </a:ext>
            </a:extLst>
          </p:cNvPr>
          <p:cNvSpPr/>
          <p:nvPr/>
        </p:nvSpPr>
        <p:spPr>
          <a:xfrm>
            <a:off x="3315903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348BC769-9222-45A4-8B89-BE0D52C2C8A7}"/>
              </a:ext>
            </a:extLst>
          </p:cNvPr>
          <p:cNvSpPr/>
          <p:nvPr/>
        </p:nvSpPr>
        <p:spPr>
          <a:xfrm>
            <a:off x="6276819" y="1969503"/>
            <a:ext cx="2512195" cy="2474904"/>
          </a:xfrm>
          <a:prstGeom prst="mathMultiply">
            <a:avLst>
              <a:gd name="adj1" fmla="val 13113"/>
            </a:avLst>
          </a:prstGeom>
          <a:solidFill>
            <a:srgbClr val="FF0000"/>
          </a:solidFill>
          <a:ln w="28575">
            <a:noFill/>
          </a:ln>
          <a:effectLst>
            <a:glow rad="114300">
              <a:schemeClr val="bg1"/>
            </a:glow>
          </a:effectLst>
        </p:spPr>
        <p:txBody>
          <a:bodyPr wrap="square"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C9AECE-1890-481A-A192-779F82D90A48}"/>
              </a:ext>
            </a:extLst>
          </p:cNvPr>
          <p:cNvSpPr/>
          <p:nvPr/>
        </p:nvSpPr>
        <p:spPr>
          <a:xfrm>
            <a:off x="0" y="2223116"/>
            <a:ext cx="9144000" cy="21335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A0F8833-602E-45CB-92B3-00493EE1E89F}"/>
              </a:ext>
            </a:extLst>
          </p:cNvPr>
          <p:cNvSpPr/>
          <p:nvPr/>
        </p:nvSpPr>
        <p:spPr>
          <a:xfrm flipV="1">
            <a:off x="4076700" y="4356715"/>
            <a:ext cx="990600" cy="34619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A0C73-12CB-4AE0-83D8-69C0AA133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59" y="2402251"/>
            <a:ext cx="4895282" cy="177532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845988C-F041-61DD-A1B4-A9D5E4C2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84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6CDD9E5-C0FC-4A18-9F4C-78B438CC3474}"/>
              </a:ext>
            </a:extLst>
          </p:cNvPr>
          <p:cNvSpPr/>
          <p:nvPr/>
        </p:nvSpPr>
        <p:spPr>
          <a:xfrm>
            <a:off x="0" y="1828801"/>
            <a:ext cx="9144000" cy="32003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B8C413-A866-4546-881B-42F5FA496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Habilidad</a:t>
            </a:r>
            <a:r>
              <a:rPr lang="en-US" dirty="0"/>
              <a:t> de </a:t>
            </a:r>
            <a:r>
              <a:rPr lang="en-US" dirty="0" err="1"/>
              <a:t>conceder</a:t>
            </a:r>
            <a:r>
              <a:rPr lang="en-US" dirty="0"/>
              <a:t> </a:t>
            </a:r>
            <a:r>
              <a:rPr lang="en-US" dirty="0" err="1"/>
              <a:t>permisos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de </a:t>
            </a:r>
            <a:r>
              <a:rPr lang="en-US" dirty="0" err="1"/>
              <a:t>antemano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C17D-F9AB-4565-A6CC-DD86BC580E30}"/>
              </a:ext>
            </a:extLst>
          </p:cNvPr>
          <p:cNvSpPr txBox="1"/>
          <p:nvPr/>
        </p:nvSpPr>
        <p:spPr>
          <a:xfrm>
            <a:off x="304800" y="5724094"/>
            <a:ext cx="8534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800" b="1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Derechos de </a:t>
            </a:r>
            <a:r>
              <a:rPr lang="en-US" sz="2800" b="1" kern="0" dirty="0" err="1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copiar</a:t>
            </a:r>
            <a:r>
              <a:rPr lang="en-US" sz="2800" b="1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, </a:t>
            </a:r>
            <a:r>
              <a:rPr lang="en-US" sz="2800" b="1" kern="0" dirty="0" err="1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distribuir</a:t>
            </a:r>
            <a:r>
              <a:rPr lang="en-US" sz="2800" b="1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, </a:t>
            </a:r>
            <a:r>
              <a:rPr lang="en-US" sz="2800" b="1" kern="0" dirty="0" err="1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adaptar</a:t>
            </a:r>
            <a:r>
              <a:rPr lang="en-US" sz="2800" b="1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 y </a:t>
            </a:r>
            <a:r>
              <a:rPr lang="en-US" sz="2800" b="1" kern="0" dirty="0" err="1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representar</a:t>
            </a:r>
            <a:r>
              <a:rPr lang="en-US" sz="2800" b="1" kern="0" dirty="0">
                <a:solidFill>
                  <a:schemeClr val="accent2"/>
                </a:solidFill>
                <a:latin typeface="Arial"/>
                <a:cs typeface="Arial"/>
                <a:sym typeface="Arial"/>
              </a:rPr>
              <a:t> 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745DFA80-D52D-459C-BF21-41B7426FE74A}"/>
              </a:ext>
            </a:extLst>
          </p:cNvPr>
          <p:cNvSpPr/>
          <p:nvPr/>
        </p:nvSpPr>
        <p:spPr>
          <a:xfrm flipV="1">
            <a:off x="3875314" y="5023674"/>
            <a:ext cx="1393372" cy="63527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45ABC-858C-468F-A02F-80A31B90D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86" y="2517794"/>
            <a:ext cx="7090228" cy="182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2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FF66-510E-4596-BC9D-F794CAB7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Atribución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9DF3-EA3E-4ED2-A303-BEBC329CE084}"/>
              </a:ext>
            </a:extLst>
          </p:cNvPr>
          <p:cNvSpPr txBox="1">
            <a:spLocks/>
          </p:cNvSpPr>
          <p:nvPr/>
        </p:nvSpPr>
        <p:spPr>
          <a:xfrm>
            <a:off x="557428" y="3907374"/>
            <a:ext cx="8188779" cy="1856817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sz="2800" dirty="0">
                <a:solidFill>
                  <a:schemeClr val="tx2"/>
                </a:solidFill>
              </a:rPr>
              <a:t>Esta </a:t>
            </a:r>
            <a:r>
              <a:rPr lang="en-US" sz="2800" dirty="0" err="1">
                <a:solidFill>
                  <a:schemeClr val="tx2"/>
                </a:solidFill>
              </a:rPr>
              <a:t>licencia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permite</a:t>
            </a:r>
            <a:r>
              <a:rPr lang="en-US" sz="2800" dirty="0">
                <a:solidFill>
                  <a:schemeClr val="tx2"/>
                </a:solidFill>
              </a:rPr>
              <a:t> que </a:t>
            </a:r>
            <a:r>
              <a:rPr lang="en-US" sz="2800" dirty="0" err="1">
                <a:solidFill>
                  <a:schemeClr val="tx2"/>
                </a:solidFill>
              </a:rPr>
              <a:t>los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usuarios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puedan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distribuir</a:t>
            </a:r>
            <a:r>
              <a:rPr lang="en-US" sz="2800" dirty="0">
                <a:solidFill>
                  <a:schemeClr val="tx2"/>
                </a:solidFill>
              </a:rPr>
              <a:t>, </a:t>
            </a:r>
            <a:r>
              <a:rPr lang="en-US" sz="2800" dirty="0" err="1">
                <a:solidFill>
                  <a:schemeClr val="tx2"/>
                </a:solidFill>
              </a:rPr>
              <a:t>remezclar</a:t>
            </a:r>
            <a:r>
              <a:rPr lang="en-US" sz="2800" dirty="0">
                <a:solidFill>
                  <a:schemeClr val="tx2"/>
                </a:solidFill>
              </a:rPr>
              <a:t>, </a:t>
            </a:r>
            <a:r>
              <a:rPr lang="en-US" sz="2800" dirty="0" err="1">
                <a:solidFill>
                  <a:schemeClr val="tx2"/>
                </a:solidFill>
              </a:rPr>
              <a:t>adaptar</a:t>
            </a:r>
            <a:r>
              <a:rPr lang="en-US" sz="2800" dirty="0">
                <a:solidFill>
                  <a:schemeClr val="tx2"/>
                </a:solidFill>
              </a:rPr>
              <a:t> y </a:t>
            </a:r>
            <a:r>
              <a:rPr lang="en-US" sz="2800" dirty="0" err="1">
                <a:solidFill>
                  <a:schemeClr val="tx2"/>
                </a:solidFill>
              </a:rPr>
              <a:t>desarrollar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el</a:t>
            </a:r>
            <a:r>
              <a:rPr lang="en-US" sz="2800" dirty="0">
                <a:solidFill>
                  <a:schemeClr val="tx2"/>
                </a:solidFill>
              </a:rPr>
              <a:t> material </a:t>
            </a:r>
            <a:r>
              <a:rPr lang="en-US" sz="2800" dirty="0" err="1">
                <a:solidFill>
                  <a:schemeClr val="tx2"/>
                </a:solidFill>
              </a:rPr>
              <a:t>en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cualquier</a:t>
            </a:r>
            <a:r>
              <a:rPr lang="en-US" sz="2800" dirty="0">
                <a:solidFill>
                  <a:schemeClr val="tx2"/>
                </a:solidFill>
              </a:rPr>
              <a:t> medio o </a:t>
            </a:r>
            <a:r>
              <a:rPr lang="en-US" sz="2800" dirty="0" err="1">
                <a:solidFill>
                  <a:schemeClr val="tx2"/>
                </a:solidFill>
              </a:rPr>
              <a:t>formato</a:t>
            </a:r>
            <a:r>
              <a:rPr lang="en-US" sz="2800" dirty="0">
                <a:solidFill>
                  <a:schemeClr val="tx2"/>
                </a:solidFill>
              </a:rPr>
              <a:t>, </a:t>
            </a:r>
            <a:r>
              <a:rPr lang="en-US" sz="2800" dirty="0" err="1">
                <a:solidFill>
                  <a:schemeClr val="tx2"/>
                </a:solidFill>
              </a:rPr>
              <a:t>si</a:t>
            </a:r>
            <a:r>
              <a:rPr lang="en-US" sz="2800" dirty="0">
                <a:solidFill>
                  <a:schemeClr val="tx2"/>
                </a:solidFill>
              </a:rPr>
              <a:t> se </a:t>
            </a:r>
            <a:r>
              <a:rPr lang="en-US" sz="2800" dirty="0" err="1">
                <a:solidFill>
                  <a:schemeClr val="tx2"/>
                </a:solidFill>
              </a:rPr>
              <a:t>acredita</a:t>
            </a:r>
            <a:r>
              <a:rPr lang="en-US" sz="2800" dirty="0">
                <a:solidFill>
                  <a:schemeClr val="tx2"/>
                </a:solidFill>
              </a:rPr>
              <a:t> al </a:t>
            </a:r>
            <a:r>
              <a:rPr lang="en-US" sz="2800" dirty="0" err="1">
                <a:solidFill>
                  <a:schemeClr val="tx2"/>
                </a:solidFill>
              </a:rPr>
              <a:t>creador</a:t>
            </a:r>
            <a:r>
              <a:rPr lang="en-US" sz="28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5E514-78C7-43DD-B0AD-DF6EEB711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1176337"/>
            <a:ext cx="1143000" cy="160972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703E289-6F7E-41CB-BBF5-7A7BC791C25F}"/>
              </a:ext>
            </a:extLst>
          </p:cNvPr>
          <p:cNvSpPr/>
          <p:nvPr/>
        </p:nvSpPr>
        <p:spPr>
          <a:xfrm flipV="1">
            <a:off x="4076700" y="2948882"/>
            <a:ext cx="990600" cy="34619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2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FF66-510E-4596-BC9D-F794CAB7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Compartir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igual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19DF3-EA3E-4ED2-A303-BEBC329CE084}"/>
              </a:ext>
            </a:extLst>
          </p:cNvPr>
          <p:cNvSpPr txBox="1">
            <a:spLocks/>
          </p:cNvSpPr>
          <p:nvPr/>
        </p:nvSpPr>
        <p:spPr>
          <a:xfrm>
            <a:off x="1048173" y="4033588"/>
            <a:ext cx="7047654" cy="1325563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sz="2800" dirty="0" err="1">
                <a:solidFill>
                  <a:schemeClr val="tx2"/>
                </a:solidFill>
              </a:rPr>
              <a:t>Todo</a:t>
            </a:r>
            <a:r>
              <a:rPr lang="en-US" sz="2800" dirty="0">
                <a:solidFill>
                  <a:schemeClr val="tx2"/>
                </a:solidFill>
              </a:rPr>
              <a:t> lo que se base </a:t>
            </a:r>
            <a:r>
              <a:rPr lang="en-US" sz="2800" dirty="0" err="1">
                <a:solidFill>
                  <a:schemeClr val="tx2"/>
                </a:solidFill>
              </a:rPr>
              <a:t>en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el</a:t>
            </a:r>
            <a:r>
              <a:rPr lang="en-US" sz="2800" dirty="0">
                <a:solidFill>
                  <a:schemeClr val="tx2"/>
                </a:solidFill>
              </a:rPr>
              <a:t> original </a:t>
            </a:r>
            <a:r>
              <a:rPr lang="en-US" sz="2800" dirty="0" err="1">
                <a:solidFill>
                  <a:schemeClr val="tx2"/>
                </a:solidFill>
              </a:rPr>
              <a:t>debe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tener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el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mismo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tipo</a:t>
            </a:r>
            <a:r>
              <a:rPr lang="en-US" sz="2800" dirty="0">
                <a:solidFill>
                  <a:schemeClr val="tx2"/>
                </a:solidFill>
              </a:rPr>
              <a:t> de </a:t>
            </a:r>
            <a:r>
              <a:rPr lang="en-US" sz="2800" dirty="0" err="1">
                <a:solidFill>
                  <a:schemeClr val="tx2"/>
                </a:solidFill>
              </a:rPr>
              <a:t>licencia</a:t>
            </a:r>
            <a:r>
              <a:rPr lang="en-US" sz="2800" dirty="0">
                <a:solidFill>
                  <a:schemeClr val="tx2"/>
                </a:solidFill>
              </a:rPr>
              <a:t> para </a:t>
            </a:r>
            <a:r>
              <a:rPr lang="en-US" sz="2800" dirty="0" err="1">
                <a:solidFill>
                  <a:schemeClr val="tx2"/>
                </a:solidFill>
              </a:rPr>
              <a:t>el</a:t>
            </a:r>
            <a:r>
              <a:rPr lang="en-US" sz="2800" dirty="0">
                <a:solidFill>
                  <a:schemeClr val="tx2"/>
                </a:solidFill>
              </a:rPr>
              <a:t> nuevo </a:t>
            </a:r>
            <a:r>
              <a:rPr lang="en-US" sz="2800" dirty="0" err="1">
                <a:solidFill>
                  <a:schemeClr val="tx2"/>
                </a:solidFill>
              </a:rPr>
              <a:t>trabajo</a:t>
            </a:r>
            <a:r>
              <a:rPr lang="en-US" sz="2800" dirty="0">
                <a:solidFill>
                  <a:schemeClr val="tx2"/>
                </a:solidFill>
              </a:rPr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5E514-78C7-43DD-B0AD-DF6EEB711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0500" y="1339157"/>
            <a:ext cx="1143000" cy="1609725"/>
          </a:xfrm>
          <a:prstGeom prst="rect">
            <a:avLst/>
          </a:prstGeom>
        </p:spPr>
      </p:pic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703E289-6F7E-41CB-BBF5-7A7BC791C25F}"/>
              </a:ext>
            </a:extLst>
          </p:cNvPr>
          <p:cNvSpPr/>
          <p:nvPr/>
        </p:nvSpPr>
        <p:spPr>
          <a:xfrm flipV="1">
            <a:off x="4076700" y="3083409"/>
            <a:ext cx="990600" cy="346192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BFF11-9605-4A3C-B0E6-10B24D8BC898}"/>
              </a:ext>
            </a:extLst>
          </p:cNvPr>
          <p:cNvSpPr txBox="1"/>
          <p:nvPr/>
        </p:nvSpPr>
        <p:spPr>
          <a:xfrm>
            <a:off x="347775" y="5681663"/>
            <a:ext cx="8448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Diapositivas</a:t>
            </a:r>
            <a:r>
              <a:rPr lang="en-US" sz="1400" dirty="0"/>
              <a:t> </a:t>
            </a:r>
            <a:r>
              <a:rPr lang="en-US" sz="1400" dirty="0" err="1"/>
              <a:t>adaptadas</a:t>
            </a:r>
            <a:r>
              <a:rPr lang="en-US" sz="1400" dirty="0"/>
              <a:t> de </a:t>
            </a:r>
            <a:r>
              <a:rPr lang="en-US" sz="1400" dirty="0">
                <a:hlinkClick r:id="rId3"/>
              </a:rPr>
              <a:t>https://docs.google.com/presentation/d/1xRsF5LrTSGzrQ6o4fW9xemthraKJ4IKLpfNBaDh5QkA/edit#slide=id.p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2"/>
                </a:solidFill>
              </a:rPr>
              <a:t>y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https://creativecommons.org/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tx2"/>
                </a:solidFill>
              </a:rPr>
              <a:t>sitio.</a:t>
            </a:r>
          </a:p>
        </p:txBody>
      </p:sp>
    </p:spTree>
    <p:extLst>
      <p:ext uri="{BB962C8B-B14F-4D97-AF65-F5344CB8AC3E}">
        <p14:creationId xmlns:p14="http://schemas.microsoft.com/office/powerpoint/2010/main" val="327887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4C47F-233C-E5A5-EFFC-09F29C27E279}"/>
              </a:ext>
            </a:extLst>
          </p:cNvPr>
          <p:cNvSpPr txBox="1"/>
          <p:nvPr/>
        </p:nvSpPr>
        <p:spPr>
          <a:xfrm>
            <a:off x="1843849" y="2660467"/>
            <a:ext cx="5924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¿De que </a:t>
            </a:r>
            <a:r>
              <a:rPr lang="en-US" sz="2400" b="1" dirty="0" err="1">
                <a:solidFill>
                  <a:schemeClr val="accent1"/>
                </a:solidFill>
              </a:rPr>
              <a:t>manera</a:t>
            </a:r>
            <a:r>
              <a:rPr lang="en-US" sz="2400" b="1" dirty="0">
                <a:solidFill>
                  <a:schemeClr val="accent1"/>
                </a:solidFill>
              </a:rPr>
              <a:t> son </a:t>
            </a:r>
            <a:r>
              <a:rPr lang="en-US" sz="2400" b="1" dirty="0" err="1">
                <a:solidFill>
                  <a:schemeClr val="accent1"/>
                </a:solidFill>
              </a:rPr>
              <a:t>diferentes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los</a:t>
            </a:r>
            <a:r>
              <a:rPr lang="en-US" sz="2400" b="1" dirty="0">
                <a:solidFill>
                  <a:schemeClr val="accent1"/>
                </a:solidFill>
              </a:rPr>
              <a:t> derechos de </a:t>
            </a:r>
            <a:r>
              <a:rPr lang="en-US" sz="2400" b="1" dirty="0" err="1">
                <a:solidFill>
                  <a:schemeClr val="accent1"/>
                </a:solidFill>
              </a:rPr>
              <a:t>autor</a:t>
            </a:r>
            <a:r>
              <a:rPr lang="en-US" sz="2400" b="1" dirty="0">
                <a:solidFill>
                  <a:schemeClr val="accent1"/>
                </a:solidFill>
              </a:rPr>
              <a:t> de CC BY-SA a </a:t>
            </a:r>
            <a:r>
              <a:rPr lang="en-US" sz="2400" b="1" dirty="0" err="1">
                <a:solidFill>
                  <a:schemeClr val="accent1"/>
                </a:solidFill>
              </a:rPr>
              <a:t>los</a:t>
            </a:r>
            <a:r>
              <a:rPr lang="en-US" sz="2400" b="1" dirty="0">
                <a:solidFill>
                  <a:schemeClr val="accent1"/>
                </a:solidFill>
              </a:rPr>
              <a:t> derechos </a:t>
            </a:r>
            <a:r>
              <a:rPr lang="en-US" sz="2400" b="1" dirty="0" err="1">
                <a:solidFill>
                  <a:schemeClr val="accent1"/>
                </a:solidFill>
              </a:rPr>
              <a:t>exclusivos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err="1">
                <a:solidFill>
                  <a:schemeClr val="accent1"/>
                </a:solidFill>
              </a:rPr>
              <a:t>tradicionales</a:t>
            </a:r>
            <a:r>
              <a:rPr lang="en-US" sz="24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230E85-4F33-5E22-7149-EA920DBBDB98}"/>
              </a:ext>
            </a:extLst>
          </p:cNvPr>
          <p:cNvSpPr txBox="1"/>
          <p:nvPr/>
        </p:nvSpPr>
        <p:spPr>
          <a:xfrm>
            <a:off x="3130952" y="5521123"/>
            <a:ext cx="2882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3A83F"/>
                </a:solidFill>
              </a:rPr>
              <a:t>2 </a:t>
            </a:r>
            <a:r>
              <a:rPr lang="en-US" sz="2400" b="1" dirty="0" err="1">
                <a:solidFill>
                  <a:srgbClr val="83A83F"/>
                </a:solidFill>
              </a:rPr>
              <a:t>Corintios</a:t>
            </a:r>
            <a:r>
              <a:rPr lang="en-US" sz="2400" b="1" dirty="0">
                <a:solidFill>
                  <a:srgbClr val="83A83F"/>
                </a:solidFill>
              </a:rPr>
              <a:t> 9:7</a:t>
            </a:r>
          </a:p>
        </p:txBody>
      </p:sp>
    </p:spTree>
    <p:extLst>
      <p:ext uri="{BB962C8B-B14F-4D97-AF65-F5344CB8AC3E}">
        <p14:creationId xmlns:p14="http://schemas.microsoft.com/office/powerpoint/2010/main" val="349810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997E9E-F5AE-46A6-8433-D9E74593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la </a:t>
            </a:r>
            <a:r>
              <a:rPr lang="en-US" dirty="0" err="1"/>
              <a:t>licencia</a:t>
            </a:r>
            <a:r>
              <a:rPr lang="en-US" dirty="0"/>
              <a:t> CC BY-SA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F2D153-C6CA-41AC-9CDF-3260A31AE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315902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9C3854-E452-4A54-ADFB-7F38F7DB67FE}"/>
              </a:ext>
            </a:extLst>
          </p:cNvPr>
          <p:cNvSpPr txBox="1"/>
          <p:nvPr/>
        </p:nvSpPr>
        <p:spPr>
          <a:xfrm>
            <a:off x="3157415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Distribuir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y vender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copias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79457-DDCE-43A9-8067-7CB120C183B8}"/>
              </a:ext>
            </a:extLst>
          </p:cNvPr>
          <p:cNvSpPr txBox="1"/>
          <p:nvPr/>
        </p:nvSpPr>
        <p:spPr>
          <a:xfrm>
            <a:off x="196501" y="4570052"/>
            <a:ext cx="282917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Hacer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copias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3CDFD2-1252-44AA-B618-C10FC0EA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354988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7BA153-BAEC-4316-BC50-5B8BB70FA5F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6772"/>
          <a:stretch/>
        </p:blipFill>
        <p:spPr>
          <a:xfrm>
            <a:off x="6276816" y="1954819"/>
            <a:ext cx="2512196" cy="2512930"/>
          </a:xfrm>
          <a:prstGeom prst="ellipse">
            <a:avLst/>
          </a:prstGeom>
          <a:ln w="38100">
            <a:solidFill>
              <a:schemeClr val="accent2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955D30-3A4B-43C2-B9DD-6D38A8BF6AA8}"/>
              </a:ext>
            </a:extLst>
          </p:cNvPr>
          <p:cNvSpPr txBox="1"/>
          <p:nvPr/>
        </p:nvSpPr>
        <p:spPr>
          <a:xfrm>
            <a:off x="6118329" y="4570052"/>
            <a:ext cx="282917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Hacer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adaptaciones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CA86E-4EBA-4D09-AF0D-1ED44BA142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14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F0B3F1-6328-4AC9-8172-A685BE0A0A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551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433528-BBA4-41D9-B3D9-720A71D788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100" y="2386250"/>
            <a:ext cx="1855810" cy="1752371"/>
          </a:xfrm>
          <a:prstGeom prst="rect">
            <a:avLst/>
          </a:prstGeom>
          <a:effectLst>
            <a:glow rad="101600">
              <a:schemeClr val="bg1"/>
            </a:glo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C2D4FF-3552-4CB1-AF61-6C640EA9D759}"/>
              </a:ext>
            </a:extLst>
          </p:cNvPr>
          <p:cNvSpPr txBox="1"/>
          <p:nvPr/>
        </p:nvSpPr>
        <p:spPr>
          <a:xfrm>
            <a:off x="1031422" y="1109409"/>
            <a:ext cx="708115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</a:rPr>
              <a:t>© se concede </a:t>
            </a:r>
            <a:r>
              <a:rPr lang="en-US" sz="2600" dirty="0" err="1">
                <a:solidFill>
                  <a:schemeClr val="tx2"/>
                </a:solidFill>
              </a:rPr>
              <a:t>permiso</a:t>
            </a:r>
            <a:r>
              <a:rPr lang="en-US" sz="2600" dirty="0">
                <a:solidFill>
                  <a:schemeClr val="tx2"/>
                </a:solidFill>
              </a:rPr>
              <a:t> de </a:t>
            </a:r>
            <a:r>
              <a:rPr lang="en-US" sz="2600" dirty="0" err="1">
                <a:solidFill>
                  <a:schemeClr val="tx2"/>
                </a:solidFill>
              </a:rPr>
              <a:t>antemano</a:t>
            </a:r>
            <a:r>
              <a:rPr lang="en-US" sz="2600" dirty="0">
                <a:solidFill>
                  <a:schemeClr val="tx2"/>
                </a:solidFill>
              </a:rPr>
              <a:t> para: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55652-7AFA-47F3-AFD6-7C878EE2660E}"/>
              </a:ext>
            </a:extLst>
          </p:cNvPr>
          <p:cNvSpPr txBox="1"/>
          <p:nvPr/>
        </p:nvSpPr>
        <p:spPr>
          <a:xfrm>
            <a:off x="78059" y="5659471"/>
            <a:ext cx="8984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B95659"/>
                </a:solidFill>
              </a:rPr>
              <a:t>Se Debe:</a:t>
            </a:r>
            <a:r>
              <a:rPr lang="en-US" sz="3200" b="1" dirty="0">
                <a:solidFill>
                  <a:srgbClr val="B95659"/>
                </a:solidFill>
              </a:rPr>
              <a:t>		  </a:t>
            </a:r>
            <a:r>
              <a:rPr lang="en-US" sz="2400" dirty="0"/>
              <a:t>Dar </a:t>
            </a:r>
            <a:r>
              <a:rPr lang="en-US" sz="2400" dirty="0" err="1"/>
              <a:t>atribución</a:t>
            </a:r>
            <a:r>
              <a:rPr lang="en-US" sz="2400" dirty="0"/>
              <a:t>			 </a:t>
            </a:r>
            <a:r>
              <a:rPr lang="en-US" sz="2400" dirty="0" err="1"/>
              <a:t>Compartir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igual</a:t>
            </a:r>
            <a:endParaRPr lang="en-US" sz="2400" b="1" dirty="0">
              <a:solidFill>
                <a:srgbClr val="B95659"/>
              </a:solidFill>
            </a:endParaRP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F9616F84-BE6E-4D93-83C8-ED0321EF6EF5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360" y="5760640"/>
            <a:ext cx="502920" cy="511810"/>
          </a:xfrm>
          <a:prstGeom prst="rect">
            <a:avLst/>
          </a:prstGeom>
        </p:spPr>
      </p:pic>
      <p:pic>
        <p:nvPicPr>
          <p:cNvPr id="25" name="Picture 24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A75ED941-E5E2-45B6-9146-A98EF70EA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934" y="5767006"/>
            <a:ext cx="493395" cy="4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2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/>
      <p:bldP spid="2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EB73CB-4947-9787-12E0-1D0B765FE93A}"/>
              </a:ext>
            </a:extLst>
          </p:cNvPr>
          <p:cNvSpPr txBox="1"/>
          <p:nvPr/>
        </p:nvSpPr>
        <p:spPr>
          <a:xfrm>
            <a:off x="1884556" y="3058681"/>
            <a:ext cx="53748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B95659"/>
                </a:solidFill>
              </a:rPr>
              <a:t>¿Por que </a:t>
            </a:r>
            <a:r>
              <a:rPr lang="en-US" sz="3200" b="1" dirty="0" err="1">
                <a:solidFill>
                  <a:srgbClr val="B95659"/>
                </a:solidFill>
              </a:rPr>
              <a:t>crees</a:t>
            </a:r>
            <a:r>
              <a:rPr lang="en-US" sz="3200" b="1" dirty="0">
                <a:solidFill>
                  <a:srgbClr val="B95659"/>
                </a:solidFill>
              </a:rPr>
              <a:t> que WA</a:t>
            </a:r>
          </a:p>
          <a:p>
            <a:r>
              <a:rPr lang="en-US" sz="3200" b="1" dirty="0">
                <a:solidFill>
                  <a:srgbClr val="B95659"/>
                </a:solidFill>
              </a:rPr>
              <a:t>  </a:t>
            </a:r>
            <a:r>
              <a:rPr lang="en-US" sz="3200" b="1" dirty="0" err="1">
                <a:solidFill>
                  <a:srgbClr val="B95659"/>
                </a:solidFill>
              </a:rPr>
              <a:t>usa</a:t>
            </a:r>
            <a:r>
              <a:rPr lang="en-US" sz="3200" b="1" dirty="0">
                <a:solidFill>
                  <a:srgbClr val="B95659"/>
                </a:solidFill>
              </a:rPr>
              <a:t> </a:t>
            </a:r>
            <a:r>
              <a:rPr lang="en-US" sz="3200" b="1" dirty="0" err="1">
                <a:solidFill>
                  <a:srgbClr val="B95659"/>
                </a:solidFill>
              </a:rPr>
              <a:t>este</a:t>
            </a:r>
            <a:r>
              <a:rPr lang="en-US" sz="3200" b="1" dirty="0">
                <a:solidFill>
                  <a:srgbClr val="B95659"/>
                </a:solidFill>
              </a:rPr>
              <a:t> </a:t>
            </a:r>
            <a:r>
              <a:rPr lang="en-US" sz="3200" b="1" dirty="0" err="1">
                <a:solidFill>
                  <a:srgbClr val="B95659"/>
                </a:solidFill>
              </a:rPr>
              <a:t>tipo</a:t>
            </a:r>
            <a:r>
              <a:rPr lang="en-US" sz="3200" b="1" dirty="0">
                <a:solidFill>
                  <a:srgbClr val="B95659"/>
                </a:solidFill>
              </a:rPr>
              <a:t> de </a:t>
            </a:r>
            <a:r>
              <a:rPr lang="en-US" sz="3200" b="1" dirty="0" err="1">
                <a:solidFill>
                  <a:srgbClr val="B95659"/>
                </a:solidFill>
              </a:rPr>
              <a:t>licencia</a:t>
            </a:r>
            <a:r>
              <a:rPr lang="en-US" sz="3200" b="1" dirty="0">
                <a:solidFill>
                  <a:srgbClr val="B95659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5853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fee82e44-1fa4-4144-8309-00fed2bf4198"/>
    <ds:schemaRef ds:uri="http://schemas.openxmlformats.org/package/2006/metadata/core-properties"/>
    <ds:schemaRef ds:uri="http://purl.org/dc/dcmitype/"/>
    <ds:schemaRef ds:uri="1a61c928-f5f6-4989-bd5d-cb8872a1b06d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F3BB61-48A8-4099-ABA2-F1821940A2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e82e44-1fa4-4144-8309-00fed2bf4198"/>
    <ds:schemaRef ds:uri="1a61c928-f5f6-4989-bd5d-cb8872a1b0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9225</TotalTime>
  <Words>271</Words>
  <Application>Microsoft Macintosh PowerPoint</Application>
  <PresentationFormat>On-screen Show (4:3)</PresentationFormat>
  <Paragraphs>40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Derechos concedidos al dueño de  derechos de autor</vt:lpstr>
      <vt:lpstr>“derechos reservados”— derechos exclusivos</vt:lpstr>
      <vt:lpstr>PowerPoint Presentation</vt:lpstr>
      <vt:lpstr>Habilidad de conceder permisos  de antemano</vt:lpstr>
      <vt:lpstr>Atribución</vt:lpstr>
      <vt:lpstr>Compartir por igual</vt:lpstr>
      <vt:lpstr>PowerPoint Presentation</vt:lpstr>
      <vt:lpstr>Con la licencia CC BY-SA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245</cp:revision>
  <dcterms:created xsi:type="dcterms:W3CDTF">2019-03-18T18:21:25Z</dcterms:created>
  <dcterms:modified xsi:type="dcterms:W3CDTF">2025-04-15T18:11:24Z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