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260" r:id="rId5"/>
    <p:sldId id="264" r:id="rId6"/>
    <p:sldId id="292" r:id="rId7"/>
    <p:sldId id="293" r:id="rId8"/>
    <p:sldId id="280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1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A93D"/>
    <a:srgbClr val="83A83F"/>
    <a:srgbClr val="C3DD93"/>
    <a:srgbClr val="716557"/>
    <a:srgbClr val="B956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30"/>
    <p:restoredTop sz="94609"/>
  </p:normalViewPr>
  <p:slideViewPr>
    <p:cSldViewPr snapToGrid="0">
      <p:cViewPr varScale="1">
        <p:scale>
          <a:sx n="111" d="100"/>
          <a:sy n="111" d="100"/>
        </p:scale>
        <p:origin x="696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AA070-92F4-A447-BB88-F5E94FF9CF8B}" type="datetimeFigureOut">
              <a:rPr lang="en-US" smtClean="0"/>
              <a:t>4/15/25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9B3C9-13A9-6540-8F68-9A544DD0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4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04/2025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920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43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Added {} cause I didn’t know if I needed to add  Holy scripture or just leave it at scripture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2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4EF6BCA-613E-44FE-811D-2342AF57AB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4" t="686" r="2613" b="5144"/>
          <a:stretch/>
        </p:blipFill>
        <p:spPr>
          <a:xfrm>
            <a:off x="0" y="1891242"/>
            <a:ext cx="9144000" cy="4775321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94CCB8-A161-4308-BC33-DD746CEBFA8D}"/>
              </a:ext>
            </a:extLst>
          </p:cNvPr>
          <p:cNvSpPr/>
          <p:nvPr/>
        </p:nvSpPr>
        <p:spPr>
          <a:xfrm>
            <a:off x="165253" y="763115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b="1" dirty="0" err="1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Compartiendo</a:t>
            </a:r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TBPI con </a:t>
            </a:r>
            <a:r>
              <a:rPr lang="en-US" sz="3600" b="1" dirty="0" err="1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Otros</a:t>
            </a:r>
            <a:endParaRPr lang="en-US" sz="3600" b="1" dirty="0">
              <a:solidFill>
                <a:srgbClr val="B95659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766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FFC6535-4A43-42BD-A9B5-8A1516328F3F}"/>
              </a:ext>
            </a:extLst>
          </p:cNvPr>
          <p:cNvSpPr/>
          <p:nvPr/>
        </p:nvSpPr>
        <p:spPr>
          <a:xfrm>
            <a:off x="0" y="2979860"/>
            <a:ext cx="9144000" cy="12375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tlCol="0" anchor="ctr">
            <a:spAutoFit/>
          </a:bodyPr>
          <a:lstStyle/>
          <a:p>
            <a:pPr algn="ctr"/>
            <a:endParaRPr lang="en-US" sz="200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879457-DDCE-43A9-8067-7CB120C183B8}"/>
              </a:ext>
            </a:extLst>
          </p:cNvPr>
          <p:cNvSpPr txBox="1"/>
          <p:nvPr/>
        </p:nvSpPr>
        <p:spPr>
          <a:xfrm>
            <a:off x="470163" y="4990850"/>
            <a:ext cx="282917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 </a:t>
            </a:r>
            <a:r>
              <a:rPr lang="en-US" sz="240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Evangelio</a:t>
            </a:r>
            <a:endParaRPr lang="en-US" sz="2400">
              <a:solidFill>
                <a:schemeClr val="tx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53CDFD2-1252-44AA-B618-C10FC0EA0D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86" r="16286"/>
          <a:stretch/>
        </p:blipFill>
        <p:spPr>
          <a:xfrm>
            <a:off x="628650" y="2342159"/>
            <a:ext cx="2512196" cy="2512930"/>
          </a:xfrm>
          <a:prstGeom prst="ellipse">
            <a:avLst/>
          </a:prstGeom>
          <a:ln w="3810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61B54F1-1F63-4ACD-ADC2-717D642AD0D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89" r="21027"/>
          <a:stretch/>
        </p:blipFill>
        <p:spPr>
          <a:xfrm>
            <a:off x="6004693" y="2342929"/>
            <a:ext cx="2510657" cy="2511391"/>
          </a:xfrm>
          <a:prstGeom prst="ellipse">
            <a:avLst/>
          </a:prstGeom>
          <a:ln w="3810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80ED731-2494-4DBF-95CF-07F72A44F8DF}"/>
              </a:ext>
            </a:extLst>
          </p:cNvPr>
          <p:cNvSpPr txBox="1"/>
          <p:nvPr/>
        </p:nvSpPr>
        <p:spPr>
          <a:xfrm>
            <a:off x="6004693" y="4990850"/>
            <a:ext cx="2510657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Los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Mandatos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de Jesús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997E9E-F5AE-46A6-8433-D9E74593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 Gran Comisión</a:t>
            </a:r>
            <a:br>
              <a:rPr lang="en-US" dirty="0"/>
            </a:br>
            <a:r>
              <a:rPr lang="en-US" dirty="0" err="1"/>
              <a:t>Incluye</a:t>
            </a:r>
            <a:r>
              <a:rPr lang="en-US" dirty="0"/>
              <a:t> </a:t>
            </a:r>
            <a:r>
              <a:rPr lang="en-US" dirty="0" err="1"/>
              <a:t>Tranducción</a:t>
            </a:r>
            <a:r>
              <a:rPr lang="en-US" dirty="0"/>
              <a:t> Biblica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D9CBBA-70D4-452E-A742-F901E30C171C}"/>
              </a:ext>
            </a:extLst>
          </p:cNvPr>
          <p:cNvSpPr txBox="1"/>
          <p:nvPr/>
        </p:nvSpPr>
        <p:spPr>
          <a:xfrm>
            <a:off x="629420" y="2998460"/>
            <a:ext cx="2510657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3600" b="1" err="1">
                <a:solidFill>
                  <a:schemeClr val="bg1"/>
                </a:solidFill>
                <a:effectLst>
                  <a:glow rad="266700">
                    <a:schemeClr val="tx2"/>
                  </a:glow>
                </a:effectLs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Romanos</a:t>
            </a:r>
            <a:br>
              <a:rPr lang="en-US" sz="3600" b="1">
                <a:solidFill>
                  <a:schemeClr val="bg1"/>
                </a:solidFill>
                <a:effectLst>
                  <a:glow rad="266700">
                    <a:schemeClr val="tx2"/>
                  </a:glow>
                </a:effectLs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3600" b="1">
                <a:solidFill>
                  <a:schemeClr val="bg1"/>
                </a:solidFill>
                <a:effectLst>
                  <a:glow rad="266700">
                    <a:schemeClr val="tx2"/>
                  </a:glow>
                </a:effectLs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10:17</a:t>
            </a:r>
            <a:endParaRPr lang="en-US" sz="3600" b="1">
              <a:solidFill>
                <a:schemeClr val="bg1"/>
              </a:solidFill>
              <a:effectLst>
                <a:glow rad="266700">
                  <a:schemeClr val="tx2"/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7BCCB7-6001-45A5-B57B-12E9F9E8B1BD}"/>
              </a:ext>
            </a:extLst>
          </p:cNvPr>
          <p:cNvSpPr txBox="1"/>
          <p:nvPr/>
        </p:nvSpPr>
        <p:spPr>
          <a:xfrm>
            <a:off x="1970314" y="3060015"/>
            <a:ext cx="5203372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dirty="0">
                <a:solidFill>
                  <a:schemeClr val="accent2"/>
                </a:solidFill>
                <a:latin typeface="Arial Black" panose="020B0A04020102020204" pitchFamily="34" charset="0"/>
              </a:rPr>
              <a:t>La Biblia</a:t>
            </a:r>
            <a:br>
              <a:rPr lang="en-US" sz="3200" dirty="0">
                <a:solidFill>
                  <a:schemeClr val="accent2"/>
                </a:solidFill>
                <a:latin typeface="Arial Black" panose="020B0A04020102020204" pitchFamily="34" charset="0"/>
              </a:rPr>
            </a:br>
            <a:r>
              <a:rPr lang="en-US" sz="3200" dirty="0" err="1">
                <a:solidFill>
                  <a:schemeClr val="accent2"/>
                </a:solidFill>
                <a:latin typeface="Arial Black" panose="020B0A04020102020204" pitchFamily="34" charset="0"/>
              </a:rPr>
              <a:t>enseña</a:t>
            </a:r>
            <a:r>
              <a:rPr lang="en-US" sz="3200" dirty="0">
                <a:solidFill>
                  <a:schemeClr val="accent2"/>
                </a:solidFill>
                <a:latin typeface="Arial Black" panose="020B0A040201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709445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70AA550-2428-465C-A5F3-7E828FD2C88E}"/>
              </a:ext>
            </a:extLst>
          </p:cNvPr>
          <p:cNvSpPr txBox="1"/>
          <p:nvPr/>
        </p:nvSpPr>
        <p:spPr>
          <a:xfrm>
            <a:off x="388442" y="345717"/>
            <a:ext cx="3451586" cy="65094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417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F5ACFB-1CF8-465F-B348-E7C23B39BC17}"/>
              </a:ext>
            </a:extLst>
          </p:cNvPr>
          <p:cNvSpPr txBox="1"/>
          <p:nvPr/>
        </p:nvSpPr>
        <p:spPr>
          <a:xfrm>
            <a:off x="165692" y="3398452"/>
            <a:ext cx="3897086" cy="800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PR" sz="23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¿</a:t>
            </a:r>
            <a:r>
              <a:rPr lang="en-US" sz="2300" b="1" dirty="0" err="1">
                <a:solidFill>
                  <a:schemeClr val="tx2"/>
                </a:solidFill>
                <a:effectLst/>
                <a:latin typeface="+mj-lt"/>
                <a:ea typeface="MS Mincho" panose="02020609040205080304" pitchFamily="49" charset="-128"/>
              </a:rPr>
              <a:t>Quién</a:t>
            </a:r>
            <a:r>
              <a:rPr lang="en-US" sz="2300" b="1" dirty="0">
                <a:solidFill>
                  <a:schemeClr val="tx2"/>
                </a:solidFill>
                <a:effectLst/>
                <a:latin typeface="+mj-lt"/>
                <a:ea typeface="MS Mincho" panose="02020609040205080304" pitchFamily="49" charset="-128"/>
              </a:rPr>
              <a:t> </a:t>
            </a:r>
            <a:r>
              <a:rPr lang="en-US" sz="2300" b="1" dirty="0" err="1">
                <a:solidFill>
                  <a:schemeClr val="tx2"/>
                </a:solidFill>
                <a:effectLst/>
                <a:latin typeface="+mj-lt"/>
                <a:ea typeface="MS Mincho" panose="02020609040205080304" pitchFamily="49" charset="-128"/>
              </a:rPr>
              <a:t>vive</a:t>
            </a:r>
            <a:r>
              <a:rPr lang="en-US" sz="2300" b="1" dirty="0">
                <a:solidFill>
                  <a:schemeClr val="tx2"/>
                </a:solidFill>
                <a:effectLst/>
                <a:latin typeface="+mj-lt"/>
                <a:ea typeface="MS Mincho" panose="02020609040205080304" pitchFamily="49" charset="-128"/>
              </a:rPr>
              <a:t> </a:t>
            </a:r>
          </a:p>
          <a:p>
            <a:pPr algn="ctr"/>
            <a:r>
              <a:rPr lang="en-US" sz="2300" b="1" dirty="0" err="1">
                <a:solidFill>
                  <a:schemeClr val="tx2"/>
                </a:solidFill>
                <a:latin typeface="+mj-lt"/>
                <a:ea typeface="MS Mincho" panose="02020609040205080304" pitchFamily="49" charset="-128"/>
              </a:rPr>
              <a:t>c</a:t>
            </a:r>
            <a:r>
              <a:rPr lang="en-US" sz="2300" b="1" dirty="0" err="1">
                <a:solidFill>
                  <a:schemeClr val="tx2"/>
                </a:solidFill>
                <a:effectLst/>
                <a:latin typeface="+mj-lt"/>
                <a:ea typeface="MS Mincho" panose="02020609040205080304" pitchFamily="49" charset="-128"/>
              </a:rPr>
              <a:t>erca</a:t>
            </a:r>
            <a:r>
              <a:rPr lang="en-US" sz="2300" b="1" dirty="0">
                <a:solidFill>
                  <a:schemeClr val="tx2"/>
                </a:solidFill>
                <a:effectLst/>
                <a:latin typeface="+mj-lt"/>
                <a:ea typeface="MS Mincho" panose="02020609040205080304" pitchFamily="49" charset="-128"/>
              </a:rPr>
              <a:t>?</a:t>
            </a:r>
            <a:endParaRPr lang="en-US" sz="2300" b="1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62E87E-0A52-42A4-865C-E056979618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5640" y="658684"/>
            <a:ext cx="3017972" cy="3017972"/>
          </a:xfrm>
          <a:prstGeom prst="ellipse">
            <a:avLst/>
          </a:prstGeom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5" name="Callout: Up Arrow 14">
            <a:extLst>
              <a:ext uri="{FF2B5EF4-FFF2-40B4-BE49-F238E27FC236}">
                <a16:creationId xmlns:a16="http://schemas.microsoft.com/office/drawing/2014/main" id="{07B809C5-52F3-4385-90F7-A4D6BBB6A397}"/>
              </a:ext>
            </a:extLst>
          </p:cNvPr>
          <p:cNvSpPr/>
          <p:nvPr/>
        </p:nvSpPr>
        <p:spPr>
          <a:xfrm>
            <a:off x="4393566" y="3840494"/>
            <a:ext cx="3542120" cy="2397022"/>
          </a:xfrm>
          <a:prstGeom prst="upArrowCallout">
            <a:avLst>
              <a:gd name="adj1" fmla="val 18800"/>
              <a:gd name="adj2" fmla="val 9400"/>
              <a:gd name="adj3" fmla="val 13606"/>
              <a:gd name="adj4" fmla="val 86394"/>
            </a:avLst>
          </a:prstGeom>
          <a:solidFill>
            <a:schemeClr val="bg1"/>
          </a:solidFill>
          <a:ln w="3810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200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D89EDE-0C51-41CA-895E-1D6AC7A2D099}"/>
              </a:ext>
            </a:extLst>
          </p:cNvPr>
          <p:cNvSpPr txBox="1"/>
          <p:nvPr/>
        </p:nvSpPr>
        <p:spPr>
          <a:xfrm>
            <a:off x="4437518" y="4116499"/>
            <a:ext cx="3454217" cy="2193357"/>
          </a:xfrm>
          <a:prstGeom prst="rect">
            <a:avLst/>
          </a:prstGeom>
          <a:noFill/>
        </p:spPr>
        <p:txBody>
          <a:bodyPr wrap="square" anchor="ctr" anchorCtr="1">
            <a:spAutoFit/>
          </a:bodyPr>
          <a:lstStyle/>
          <a:p>
            <a:pPr marL="228600" marR="0" lvl="0" indent="-22860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  <a:ea typeface="MS Mincho" panose="02020609040205080304" pitchFamily="49" charset="-128"/>
                <a:cs typeface="Times New Roman" panose="02020603050405020304" pitchFamily="18" charset="0"/>
              </a:rPr>
              <a:t>Necesidad</a:t>
            </a:r>
            <a:r>
              <a:rPr lang="en-US" sz="2400" dirty="0">
                <a:solidFill>
                  <a:schemeClr val="tx2"/>
                </a:solidFill>
                <a:ea typeface="MS Mincho" panose="02020609040205080304" pitchFamily="49" charset="-128"/>
                <a:cs typeface="Times New Roman" panose="02020603050405020304" pitchFamily="18" charset="0"/>
              </a:rPr>
              <a:t> de las </a:t>
            </a:r>
            <a:r>
              <a:rPr lang="en-US" sz="2400" dirty="0" err="1">
                <a:solidFill>
                  <a:schemeClr val="tx2"/>
                </a:solidFill>
                <a:ea typeface="MS Mincho" panose="02020609040205080304" pitchFamily="49" charset="-128"/>
                <a:cs typeface="Times New Roman" panose="02020603050405020304" pitchFamily="18" charset="0"/>
              </a:rPr>
              <a:t>Escrituras</a:t>
            </a:r>
            <a:r>
              <a:rPr lang="en-US" sz="2400" dirty="0">
                <a:solidFill>
                  <a:schemeClr val="tx2"/>
                </a:solidFill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endParaRPr lang="en-US" sz="2400" dirty="0">
              <a:solidFill>
                <a:schemeClr val="tx2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  <a:ea typeface="MS Mincho" panose="02020609040205080304" pitchFamily="49" charset="-128"/>
                <a:cs typeface="Times New Roman" panose="02020603050405020304" pitchFamily="18" charset="0"/>
              </a:rPr>
              <a:t>Cómo</a:t>
            </a:r>
            <a:r>
              <a:rPr lang="en-US" sz="2400" dirty="0">
                <a:solidFill>
                  <a:schemeClr val="tx2"/>
                </a:solidFill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ea typeface="MS Mincho" panose="02020609040205080304" pitchFamily="49" charset="-128"/>
                <a:cs typeface="Times New Roman" panose="02020603050405020304" pitchFamily="18" charset="0"/>
              </a:rPr>
              <a:t>ayudar</a:t>
            </a:r>
            <a:endParaRPr lang="en-US" sz="2400" dirty="0">
              <a:solidFill>
                <a:schemeClr val="tx2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Otras</a:t>
            </a:r>
            <a:r>
              <a:rPr lang="en-US" sz="2400" dirty="0">
                <a:solidFill>
                  <a:schemeClr val="tx2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necesidades</a:t>
            </a:r>
            <a:r>
              <a:rPr lang="en-US" sz="2400" dirty="0">
                <a:solidFill>
                  <a:schemeClr val="tx2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br>
              <a:rPr lang="en-US" sz="2400" dirty="0">
                <a:solidFill>
                  <a:schemeClr val="tx2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2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la</a:t>
            </a:r>
            <a:r>
              <a:rPr lang="en-US" sz="2400" dirty="0">
                <a:solidFill>
                  <a:schemeClr val="tx2"/>
                </a:solidFill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2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region/ </a:t>
            </a:r>
            <a:r>
              <a:rPr lang="en-US" sz="2400" dirty="0" err="1">
                <a:solidFill>
                  <a:schemeClr val="tx2"/>
                </a:solidFill>
                <a:ea typeface="MS Mincho" panose="02020609040205080304" pitchFamily="49" charset="-128"/>
                <a:cs typeface="Times New Roman" panose="02020603050405020304" pitchFamily="18" charset="0"/>
              </a:rPr>
              <a:t>p</a:t>
            </a:r>
            <a:r>
              <a:rPr lang="en-US" sz="2400" dirty="0" err="1">
                <a:solidFill>
                  <a:schemeClr val="tx2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aís</a:t>
            </a:r>
            <a:r>
              <a:rPr lang="en-US" sz="2400" dirty="0">
                <a:solidFill>
                  <a:schemeClr val="tx2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?</a:t>
            </a:r>
            <a:endParaRPr lang="en-US" sz="2400" dirty="0">
              <a:solidFill>
                <a:schemeClr val="tx2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317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 Stripe 1">
            <a:extLst>
              <a:ext uri="{FF2B5EF4-FFF2-40B4-BE49-F238E27FC236}">
                <a16:creationId xmlns:a16="http://schemas.microsoft.com/office/drawing/2014/main" id="{F85B72BF-9AC3-4D20-96B5-B790068A1FC0}"/>
              </a:ext>
            </a:extLst>
          </p:cNvPr>
          <p:cNvSpPr/>
          <p:nvPr/>
        </p:nvSpPr>
        <p:spPr>
          <a:xfrm rot="16200000">
            <a:off x="326572" y="914398"/>
            <a:ext cx="5486399" cy="6139543"/>
          </a:xfrm>
          <a:prstGeom prst="diagStripe">
            <a:avLst>
              <a:gd name="adj" fmla="val 69668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C95C1B-B635-45DB-905B-C1A011960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 </a:t>
            </a:r>
            <a:r>
              <a:rPr lang="en-US" dirty="0" err="1"/>
              <a:t>Escrituras</a:t>
            </a:r>
            <a:r>
              <a:rPr lang="en-US" dirty="0"/>
              <a:t> </a:t>
            </a:r>
            <a:r>
              <a:rPr lang="en-US" dirty="0" err="1"/>
              <a:t>Cambian</a:t>
            </a:r>
            <a:r>
              <a:rPr lang="en-US" dirty="0"/>
              <a:t> la </a:t>
            </a:r>
            <a:r>
              <a:rPr lang="en-US" dirty="0" err="1"/>
              <a:t>Comunidad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16EF6A-DC76-4272-B10B-CBD5CF0FA7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262415" y="1153011"/>
            <a:ext cx="1876563" cy="1877111"/>
          </a:xfrm>
          <a:prstGeom prst="ellipse">
            <a:avLst/>
          </a:prstGeom>
          <a:ln w="3810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C2DF32-B88F-488A-82EB-44475D58E14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t="10687" r="10701"/>
          <a:stretch/>
        </p:blipFill>
        <p:spPr>
          <a:xfrm>
            <a:off x="1599501" y="2240464"/>
            <a:ext cx="1876563" cy="1877111"/>
          </a:xfrm>
          <a:prstGeom prst="ellipse">
            <a:avLst/>
          </a:prstGeom>
          <a:ln w="3810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56E085-CC1F-4EF0-80EC-36064CD98D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2861017" y="3479057"/>
            <a:ext cx="1876563" cy="1877111"/>
          </a:xfrm>
          <a:prstGeom prst="ellipse">
            <a:avLst/>
          </a:prstGeom>
          <a:ln w="3810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AF97A6-04F2-45D2-96EC-2D971362B0F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42" r="16310" b="8142"/>
          <a:stretch/>
        </p:blipFill>
        <p:spPr>
          <a:xfrm>
            <a:off x="4160317" y="4642079"/>
            <a:ext cx="1876563" cy="1877111"/>
          </a:xfrm>
          <a:prstGeom prst="ellipse">
            <a:avLst/>
          </a:prstGeom>
          <a:ln w="3810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C24BBD0-EA61-44BC-9150-EB89BF4C5CFF}"/>
              </a:ext>
            </a:extLst>
          </p:cNvPr>
          <p:cNvSpPr txBox="1"/>
          <p:nvPr/>
        </p:nvSpPr>
        <p:spPr>
          <a:xfrm>
            <a:off x="3534523" y="2437473"/>
            <a:ext cx="4499133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200" err="1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Vecinos</a:t>
            </a:r>
            <a:r>
              <a:rPr lang="en-US" sz="220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muestran</a:t>
            </a:r>
            <a:r>
              <a:rPr lang="en-US" sz="220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amor </a:t>
            </a:r>
            <a:r>
              <a:rPr lang="en-US" sz="2200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 </a:t>
            </a:r>
            <a:r>
              <a:rPr lang="en-US" sz="220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hermandad </a:t>
            </a:r>
            <a:endParaRPr lang="en-US" sz="2200">
              <a:solidFill>
                <a:schemeClr val="tx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5C9068-9017-42E2-8231-DD89FAF28675}"/>
              </a:ext>
            </a:extLst>
          </p:cNvPr>
          <p:cNvSpPr txBox="1"/>
          <p:nvPr/>
        </p:nvSpPr>
        <p:spPr>
          <a:xfrm>
            <a:off x="2222979" y="1458017"/>
            <a:ext cx="4963886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2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</a:t>
            </a:r>
            <a:r>
              <a:rPr lang="en-US" sz="22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oposición</a:t>
            </a:r>
            <a:r>
              <a:rPr lang="en-US" sz="22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</a:t>
            </a:r>
            <a:r>
              <a:rPr lang="en-US" sz="2200" dirty="0" err="1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convierte</a:t>
            </a: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  <a:r>
              <a:rPr lang="en-US" sz="22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almas </a:t>
            </a:r>
            <a:r>
              <a:rPr lang="en-US" sz="22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salvadas</a:t>
            </a:r>
            <a:endParaRPr lang="en-US" sz="2200" dirty="0">
              <a:solidFill>
                <a:schemeClr val="tx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6FC20E-D4A8-4858-AD57-5935FA14714F}"/>
              </a:ext>
            </a:extLst>
          </p:cNvPr>
          <p:cNvSpPr txBox="1"/>
          <p:nvPr/>
        </p:nvSpPr>
        <p:spPr>
          <a:xfrm>
            <a:off x="6236155" y="5026636"/>
            <a:ext cx="2907846" cy="11079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2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Personas son </a:t>
            </a:r>
            <a:r>
              <a:rPr lang="en-US" sz="22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bautizadas</a:t>
            </a:r>
            <a:br>
              <a:rPr lang="en-US" sz="22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 se </a:t>
            </a:r>
            <a:r>
              <a:rPr lang="en-US" sz="2200" dirty="0" err="1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unen</a:t>
            </a:r>
            <a:r>
              <a:rPr lang="en-US" sz="22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la </a:t>
            </a:r>
            <a:r>
              <a:rPr lang="en-US" sz="22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iglesia</a:t>
            </a:r>
            <a:endParaRPr lang="en-US" sz="2200" dirty="0">
              <a:solidFill>
                <a:schemeClr val="tx2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45BA6D-54EE-4AAA-84FA-0DA0462A682F}"/>
              </a:ext>
            </a:extLst>
          </p:cNvPr>
          <p:cNvSpPr txBox="1"/>
          <p:nvPr/>
        </p:nvSpPr>
        <p:spPr>
          <a:xfrm>
            <a:off x="4763126" y="3702980"/>
            <a:ext cx="3625488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20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Traductores</a:t>
            </a:r>
            <a:r>
              <a:rPr lang="en-US" sz="220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ariesgan</a:t>
            </a:r>
            <a:r>
              <a:rPr lang="en-US" sz="220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sus </a:t>
            </a:r>
            <a:r>
              <a:rPr lang="en-US" sz="220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vidas</a:t>
            </a:r>
            <a:endParaRPr lang="en-US" sz="2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62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05D1F-3A67-4829-9B5F-B0E46A8B0F83}"/>
              </a:ext>
            </a:extLst>
          </p:cNvPr>
          <p:cNvGrpSpPr/>
          <p:nvPr/>
        </p:nvGrpSpPr>
        <p:grpSpPr>
          <a:xfrm>
            <a:off x="3168868" y="1282383"/>
            <a:ext cx="4658565" cy="4293235"/>
            <a:chOff x="3295841" y="1476633"/>
            <a:chExt cx="4237002" cy="3904732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8D91778-2757-49F2-AB09-6D33F8844D1F}"/>
                </a:ext>
              </a:extLst>
            </p:cNvPr>
            <p:cNvSpPr/>
            <p:nvPr/>
          </p:nvSpPr>
          <p:spPr>
            <a:xfrm>
              <a:off x="5009589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B6A9ACA-1A35-4D56-B557-3E39AD46DB07}"/>
                </a:ext>
              </a:extLst>
            </p:cNvPr>
            <p:cNvSpPr/>
            <p:nvPr/>
          </p:nvSpPr>
          <p:spPr>
            <a:xfrm>
              <a:off x="3295841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8733BA-FB7E-4EFA-9273-D97BE08650A6}"/>
              </a:ext>
            </a:extLst>
          </p:cNvPr>
          <p:cNvGrpSpPr/>
          <p:nvPr/>
        </p:nvGrpSpPr>
        <p:grpSpPr>
          <a:xfrm>
            <a:off x="1316567" y="1282383"/>
            <a:ext cx="6480241" cy="4293235"/>
            <a:chOff x="1611158" y="1476633"/>
            <a:chExt cx="5893831" cy="3904732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EA235FE-2138-4C48-8303-9EBAE28CFED5}"/>
                </a:ext>
              </a:extLst>
            </p:cNvPr>
            <p:cNvSpPr/>
            <p:nvPr/>
          </p:nvSpPr>
          <p:spPr>
            <a:xfrm flipH="1">
              <a:off x="1611158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A229B89D-5031-4F4F-AEEF-E8A1CDAD73B1}"/>
                </a:ext>
              </a:extLst>
            </p:cNvPr>
            <p:cNvSpPr/>
            <p:nvPr/>
          </p:nvSpPr>
          <p:spPr>
            <a:xfrm flipH="1">
              <a:off x="332369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C879204-E238-4190-946B-412A71DC4296}"/>
                </a:ext>
              </a:extLst>
            </p:cNvPr>
            <p:cNvSpPr/>
            <p:nvPr/>
          </p:nvSpPr>
          <p:spPr>
            <a:xfrm flipH="1">
              <a:off x="498173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0D8846-597B-4195-9B2F-1C48DB7B7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31" y="2269865"/>
            <a:ext cx="7116980" cy="214763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F406A7A-4372-4E9E-89C1-D5203C798C8D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D1D0F24-F56E-4F72-861D-C7F91EB5ABFD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6243CFFB-28EB-42A0-AF4F-2F6045FA5F1F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06BA820-028D-4AFE-A8C1-DAD65677009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280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017C5ECD5AE84588140775F5D9B6FC" ma:contentTypeVersion="10" ma:contentTypeDescription="Create a new document." ma:contentTypeScope="" ma:versionID="3fff9ed69b78a1d1c48e3f96068d2b17">
  <xsd:schema xmlns:xsd="http://www.w3.org/2001/XMLSchema" xmlns:xs="http://www.w3.org/2001/XMLSchema" xmlns:p="http://schemas.microsoft.com/office/2006/metadata/properties" xmlns:ns2="fee82e44-1fa4-4144-8309-00fed2bf4198" xmlns:ns3="1a61c928-f5f6-4989-bd5d-cb8872a1b06d" targetNamespace="http://schemas.microsoft.com/office/2006/metadata/properties" ma:root="true" ma:fieldsID="7b2c40b849e0c1cff02f16dd8f1be10b" ns2:_="" ns3:_="">
    <xsd:import namespace="fee82e44-1fa4-4144-8309-00fed2bf4198"/>
    <xsd:import namespace="1a61c928-f5f6-4989-bd5d-cb8872a1b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e82e44-1fa4-4144-8309-00fed2bf4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1c928-f5f6-4989-bd5d-cb8872a1b06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D870300-B03F-45F7-9154-521D8C74684E}">
  <ds:schemaRefs>
    <ds:schemaRef ds:uri="http://www.w3.org/XML/1998/namespace"/>
    <ds:schemaRef ds:uri="http://schemas.microsoft.com/office/2006/documentManagement/types"/>
    <ds:schemaRef ds:uri="http://purl.org/dc/dcmitype/"/>
    <ds:schemaRef ds:uri="75babd23-c2cf-47da-905c-780ef1259ee5"/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360ff5ef-2e36-4a84-827b-5ed8ae650f0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0F212F35-63B0-4637-AE7C-13FBCF58AD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e82e44-1fa4-4144-8309-00fed2bf4198"/>
    <ds:schemaRef ds:uri="1a61c928-f5f6-4989-bd5d-cb8872a1b0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178770A-F6AC-406B-AF0D-88CBCF36B7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</TotalTime>
  <Words>100</Words>
  <Application>Microsoft Macintosh PowerPoint</Application>
  <PresentationFormat>On-screen Show (4:3)</PresentationFormat>
  <Paragraphs>22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MS Mincho</vt:lpstr>
      <vt:lpstr>Arial</vt:lpstr>
      <vt:lpstr>Arial Black</vt:lpstr>
      <vt:lpstr>Calibri</vt:lpstr>
      <vt:lpstr>Times New Roman</vt:lpstr>
      <vt:lpstr>Office Theme</vt:lpstr>
      <vt:lpstr>PowerPoint Presentation</vt:lpstr>
      <vt:lpstr>La Gran Comisión Incluye Tranducción Biblica</vt:lpstr>
      <vt:lpstr>PowerPoint Presentation</vt:lpstr>
      <vt:lpstr>Las Escrituras Cambian la Comunidad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Tammy Enns</cp:lastModifiedBy>
  <cp:revision>7</cp:revision>
  <dcterms:created xsi:type="dcterms:W3CDTF">2019-03-18T18:21:25Z</dcterms:created>
  <dcterms:modified xsi:type="dcterms:W3CDTF">2025-04-15T18:11:10Z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0x0101002F017C5ECD5AE84588140775F5D9B6FC</vt:lpwstr>
  </property>
</Properties>
</file>