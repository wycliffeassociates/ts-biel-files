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82" r:id="rId5"/>
    <p:sldId id="308" r:id="rId6"/>
    <p:sldId id="295" r:id="rId7"/>
    <p:sldId id="319" r:id="rId8"/>
    <p:sldId id="296" r:id="rId9"/>
    <p:sldId id="311" r:id="rId10"/>
    <p:sldId id="312" r:id="rId11"/>
    <p:sldId id="313" r:id="rId12"/>
    <p:sldId id="314" r:id="rId13"/>
    <p:sldId id="315" r:id="rId14"/>
    <p:sldId id="316" r:id="rId15"/>
    <p:sldId id="317" r:id="rId16"/>
    <p:sldId id="309" r:id="rId17"/>
    <p:sldId id="310" r:id="rId18"/>
    <p:sldId id="318" r:id="rId19"/>
    <p:sldId id="280"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A83F"/>
    <a:srgbClr val="C3DD93"/>
    <a:srgbClr val="716557"/>
    <a:srgbClr val="FBA93D"/>
    <a:srgbClr val="B956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348" autoAdjust="0"/>
    <p:restoredTop sz="95694" autoAdjust="0"/>
  </p:normalViewPr>
  <p:slideViewPr>
    <p:cSldViewPr snapToGrid="0">
      <p:cViewPr varScale="1">
        <p:scale>
          <a:sx n="117" d="100"/>
          <a:sy n="117" d="100"/>
        </p:scale>
        <p:origin x="496" y="168"/>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7/25/25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7/25/25</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read.bibleineverylanguage.org/WycliffeAssociates/en_ulb?_gl=1*gbtkqo*_ga*MTY0NTA2MTk3OC4xNzI1OTc5MTQw*_ga_ZJECQPPTKR*MTcyODkxOTc0Ni4yNi4xLjE3Mjg5MTk3NDcuMC4wLjA.#footnote-target-1" TargetMode="Externa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sp>
        <p:nvSpPr>
          <p:cNvPr id="18" name="Rectangle 17">
            <a:extLst>
              <a:ext uri="{FF2B5EF4-FFF2-40B4-BE49-F238E27FC236}">
                <a16:creationId xmlns:a16="http://schemas.microsoft.com/office/drawing/2014/main" id="{4694CCB8-A161-4308-BC33-DD746CEBFA8D}"/>
              </a:ext>
            </a:extLst>
          </p:cNvPr>
          <p:cNvSpPr/>
          <p:nvPr/>
        </p:nvSpPr>
        <p:spPr>
          <a:xfrm>
            <a:off x="165246" y="754990"/>
            <a:ext cx="8813508" cy="646331"/>
          </a:xfrm>
          <a:prstGeom prst="rect">
            <a:avLst/>
          </a:prstGeom>
        </p:spPr>
        <p:txBody>
          <a:bodyPr wrap="square" anchor="ctr">
            <a:spAutoFit/>
          </a:bodyPr>
          <a:lstStyle/>
          <a:p>
            <a:pPr algn="ctr"/>
            <a:r>
              <a:rPr lang="es-ES_tradnl" sz="3600" b="1" noProof="1">
                <a:solidFill>
                  <a:srgbClr val="B95659"/>
                </a:solidFill>
                <a:latin typeface="Arial" panose="020B0604020202020204" pitchFamily="34" charset="0"/>
                <a:ea typeface="+mj-ea"/>
                <a:cs typeface="Arial" panose="020B0604020202020204" pitchFamily="34" charset="0"/>
              </a:rPr>
              <a:t>Corrección de Ortografía y Formato</a:t>
            </a:r>
          </a:p>
        </p:txBody>
      </p:sp>
      <p:pic>
        <p:nvPicPr>
          <p:cNvPr id="3" name="Picture 2" descr="A person holding a magnifying glass over a folder&#10;&#10;AI-generated content may be incorrect.">
            <a:extLst>
              <a:ext uri="{FF2B5EF4-FFF2-40B4-BE49-F238E27FC236}">
                <a16:creationId xmlns:a16="http://schemas.microsoft.com/office/drawing/2014/main" id="{C76E4B77-1B17-A916-CFAE-A78B8287C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031" y="1200580"/>
            <a:ext cx="7772400" cy="5181600"/>
          </a:xfrm>
          <a:prstGeom prst="rect">
            <a:avLst/>
          </a:prstGeom>
        </p:spPr>
      </p:pic>
    </p:spTree>
    <p:extLst>
      <p:ext uri="{BB962C8B-B14F-4D97-AF65-F5344CB8AC3E}">
        <p14:creationId xmlns:p14="http://schemas.microsoft.com/office/powerpoint/2010/main" val="904332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B23C0-A093-B1D5-ECB7-1D5F719D696B}"/>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B1890A52-75F3-21C9-1838-6F9B1588C806}"/>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9F8F1887-B65B-ADD9-9755-C19DB69E297C}"/>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32" name="Parallelogram 31">
              <a:extLst>
                <a:ext uri="{FF2B5EF4-FFF2-40B4-BE49-F238E27FC236}">
                  <a16:creationId xmlns:a16="http://schemas.microsoft.com/office/drawing/2014/main" id="{40A73793-3CAB-4C55-4C44-3E8D48398705}"/>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33" name="Parallelogram 32">
              <a:extLst>
                <a:ext uri="{FF2B5EF4-FFF2-40B4-BE49-F238E27FC236}">
                  <a16:creationId xmlns:a16="http://schemas.microsoft.com/office/drawing/2014/main" id="{A6C0A087-128D-7D89-A944-BA346EAE3C93}"/>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grpSp>
        <p:nvGrpSpPr>
          <p:cNvPr id="14" name="Group 13">
            <a:extLst>
              <a:ext uri="{FF2B5EF4-FFF2-40B4-BE49-F238E27FC236}">
                <a16:creationId xmlns:a16="http://schemas.microsoft.com/office/drawing/2014/main" id="{98A967D7-7050-3079-6098-5B8484CAF0FF}"/>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1186682E-1BD8-88C6-0F5B-167878CD27F6}"/>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6" name="Parallelogram 15">
              <a:extLst>
                <a:ext uri="{FF2B5EF4-FFF2-40B4-BE49-F238E27FC236}">
                  <a16:creationId xmlns:a16="http://schemas.microsoft.com/office/drawing/2014/main" id="{C7E89378-AF9C-5F20-3F72-4522D99350AC}"/>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7" name="Parallelogram 16">
              <a:extLst>
                <a:ext uri="{FF2B5EF4-FFF2-40B4-BE49-F238E27FC236}">
                  <a16:creationId xmlns:a16="http://schemas.microsoft.com/office/drawing/2014/main" id="{60D8DE80-4B30-2177-0830-44F3665C2502}"/>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sp>
        <p:nvSpPr>
          <p:cNvPr id="2" name="TextBox 1">
            <a:extLst>
              <a:ext uri="{FF2B5EF4-FFF2-40B4-BE49-F238E27FC236}">
                <a16:creationId xmlns:a16="http://schemas.microsoft.com/office/drawing/2014/main" id="{4F1F4BBF-3ECA-1C35-D89F-44590BF53A38}"/>
              </a:ext>
            </a:extLst>
          </p:cNvPr>
          <p:cNvSpPr txBox="1"/>
          <p:nvPr/>
        </p:nvSpPr>
        <p:spPr>
          <a:xfrm>
            <a:off x="3731449" y="2450898"/>
            <a:ext cx="5023263" cy="3586366"/>
          </a:xfrm>
          <a:prstGeom prst="rect">
            <a:avLst/>
          </a:prstGeom>
          <a:noFill/>
        </p:spPr>
        <p:txBody>
          <a:bodyPr wrap="square" rtlCol="0">
            <a:spAutoFit/>
          </a:bodyPr>
          <a:lstStyle/>
          <a:p>
            <a:pPr marL="285750" marR="0" indent="-285750">
              <a:lnSpc>
                <a:spcPct val="107000"/>
              </a:lnSpc>
              <a:spcBef>
                <a:spcPts val="0"/>
              </a:spcBef>
              <a:spcAft>
                <a:spcPts val="2000"/>
              </a:spcAft>
              <a:buFont typeface="Arial" panose="020B0604020202020204" pitchFamily="34" charset="0"/>
              <a:buChar char="•"/>
            </a:pPr>
            <a:r>
              <a:rPr lang="es-ES_tradnl" sz="2800" b="1" noProof="1">
                <a:latin typeface="Arial" panose="020B0604020202020204" pitchFamily="34" charset="0"/>
                <a:ea typeface="Calibri" panose="020F0502020204030204" pitchFamily="34" charset="0"/>
                <a:cs typeface="Times New Roman" panose="02020603050405020304" pitchFamily="18" charset="0"/>
              </a:rPr>
              <a:t>Un proceso para: encontrar errores de escritura.</a:t>
            </a:r>
          </a:p>
          <a:p>
            <a:pPr marL="285750" marR="0" indent="-285750">
              <a:lnSpc>
                <a:spcPct val="107000"/>
              </a:lnSpc>
              <a:spcBef>
                <a:spcPts val="0"/>
              </a:spcBef>
              <a:spcAft>
                <a:spcPts val="2000"/>
              </a:spcAft>
              <a:buFont typeface="Arial" panose="020B0604020202020204" pitchFamily="34" charset="0"/>
              <a:buChar char="•"/>
            </a:pPr>
            <a:r>
              <a:rPr lang="es-ES_tradnl" sz="2800" b="1" noProof="1">
                <a:latin typeface="Arial" panose="020B0604020202020204" pitchFamily="34" charset="0"/>
                <a:ea typeface="Calibri" panose="020F0502020204030204" pitchFamily="34" charset="0"/>
                <a:cs typeface="Times New Roman" panose="02020603050405020304" pitchFamily="18" charset="0"/>
              </a:rPr>
              <a:t>Estos errores pueden afectar el significado.</a:t>
            </a:r>
          </a:p>
          <a:p>
            <a:pPr marL="0" marR="0">
              <a:lnSpc>
                <a:spcPct val="107000"/>
              </a:lnSpc>
              <a:spcBef>
                <a:spcPts val="0"/>
              </a:spcBef>
              <a:spcAft>
                <a:spcPts val="800"/>
              </a:spcAft>
            </a:pPr>
            <a:endParaRPr lang="es-ES_tradnl" b="1" noProof="1">
              <a:latin typeface="Arial" panose="020B0604020202020204" pitchFamily="34" charset="0"/>
              <a:ea typeface="Calibri" panose="020F0502020204030204" pitchFamily="34" charset="0"/>
              <a:cs typeface="Times New Roman" panose="02020603050405020304" pitchFamily="18" charset="0"/>
            </a:endParaRPr>
          </a:p>
          <a:p>
            <a:endParaRPr lang="es-ES_tradnl" noProof="1"/>
          </a:p>
        </p:txBody>
      </p:sp>
      <p:pic>
        <p:nvPicPr>
          <p:cNvPr id="3" name="Picture 2" descr="Person using laptop">
            <a:extLst>
              <a:ext uri="{FF2B5EF4-FFF2-40B4-BE49-F238E27FC236}">
                <a16:creationId xmlns:a16="http://schemas.microsoft.com/office/drawing/2014/main" id="{CA5C30A4-B03B-C178-0BFC-089663C3A6E4}"/>
              </a:ext>
            </a:extLst>
          </p:cNvPr>
          <p:cNvPicPr>
            <a:picLocks noChangeAspect="1"/>
          </p:cNvPicPr>
          <p:nvPr/>
        </p:nvPicPr>
        <p:blipFill rotWithShape="1">
          <a:blip r:embed="rId2">
            <a:alphaModFix amt="70000"/>
            <a:extLst>
              <a:ext uri="{28A0092B-C50C-407E-A947-70E740481C1C}">
                <a14:useLocalDpi xmlns:a14="http://schemas.microsoft.com/office/drawing/2010/main" val="0"/>
              </a:ext>
            </a:extLst>
          </a:blip>
          <a:srcRect l="37641" t="27058" r="2882" b="18130"/>
          <a:stretch/>
        </p:blipFill>
        <p:spPr>
          <a:xfrm>
            <a:off x="389288" y="2704096"/>
            <a:ext cx="2770908" cy="1701202"/>
          </a:xfrm>
          <a:prstGeom prst="rect">
            <a:avLst/>
          </a:prstGeom>
        </p:spPr>
      </p:pic>
    </p:spTree>
    <p:extLst>
      <p:ext uri="{BB962C8B-B14F-4D97-AF65-F5344CB8AC3E}">
        <p14:creationId xmlns:p14="http://schemas.microsoft.com/office/powerpoint/2010/main" val="2455923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533915-E573-A372-97B3-D9870250693B}"/>
              </a:ext>
            </a:extLst>
          </p:cNvPr>
          <p:cNvSpPr>
            <a:spLocks noGrp="1"/>
          </p:cNvSpPr>
          <p:nvPr>
            <p:ph idx="1"/>
          </p:nvPr>
        </p:nvSpPr>
        <p:spPr>
          <a:xfrm>
            <a:off x="628650" y="1825625"/>
            <a:ext cx="7886700" cy="3767653"/>
          </a:xfrm>
        </p:spPr>
        <p:txBody>
          <a:bodyPr/>
          <a:lstStyle/>
          <a:p>
            <a:pPr marL="0" indent="0" algn="ctr">
              <a:buNone/>
            </a:pPr>
            <a:endParaRPr lang="es-ES_tradnl" sz="2800" b="1" noProof="1">
              <a:solidFill>
                <a:schemeClr val="tx1"/>
              </a:solidFill>
            </a:endParaRPr>
          </a:p>
          <a:p>
            <a:pPr marL="0" indent="0" algn="ctr">
              <a:buNone/>
            </a:pPr>
            <a:endParaRPr lang="es-ES_tradnl" sz="2800" b="1" noProof="1">
              <a:solidFill>
                <a:schemeClr val="tx1"/>
              </a:solidFill>
            </a:endParaRPr>
          </a:p>
          <a:p>
            <a:pPr marL="0" indent="0" algn="ctr">
              <a:buNone/>
            </a:pPr>
            <a:r>
              <a:rPr lang="es-ES_tradnl" sz="2800" b="1" noProof="1">
                <a:solidFill>
                  <a:schemeClr val="tx1"/>
                </a:solidFill>
              </a:rPr>
              <a:t>No comas eso, es mi papa.</a:t>
            </a:r>
          </a:p>
          <a:p>
            <a:pPr marL="0" indent="0" algn="ctr">
              <a:buNone/>
            </a:pPr>
            <a:endParaRPr lang="es-ES_tradnl" sz="2800" b="1" noProof="1">
              <a:solidFill>
                <a:schemeClr val="tx1"/>
              </a:solidFill>
            </a:endParaRPr>
          </a:p>
          <a:p>
            <a:pPr marL="0" indent="0" algn="ctr">
              <a:buNone/>
            </a:pPr>
            <a:r>
              <a:rPr lang="es-ES_tradnl" sz="2800" b="1" noProof="1">
                <a:solidFill>
                  <a:schemeClr val="tx1"/>
                </a:solidFill>
              </a:rPr>
              <a:t>No comas eso, es mi papá.</a:t>
            </a:r>
          </a:p>
        </p:txBody>
      </p:sp>
    </p:spTree>
    <p:extLst>
      <p:ext uri="{BB962C8B-B14F-4D97-AF65-F5344CB8AC3E}">
        <p14:creationId xmlns:p14="http://schemas.microsoft.com/office/powerpoint/2010/main" val="3001663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11BC-6E7E-C9C8-165F-E2FD2C0B28A6}"/>
              </a:ext>
            </a:extLst>
          </p:cNvPr>
          <p:cNvSpPr>
            <a:spLocks noGrp="1"/>
          </p:cNvSpPr>
          <p:nvPr>
            <p:ph type="title"/>
          </p:nvPr>
        </p:nvSpPr>
        <p:spPr/>
        <p:txBody>
          <a:bodyPr/>
          <a:lstStyle/>
          <a:p>
            <a:r>
              <a:rPr lang="es-ES_tradnl" noProof="1"/>
              <a:t>Ortografía</a:t>
            </a:r>
            <a:r>
              <a:rPr lang="en-US" dirty="0"/>
              <a:t> </a:t>
            </a:r>
          </a:p>
        </p:txBody>
      </p:sp>
      <p:sp>
        <p:nvSpPr>
          <p:cNvPr id="3" name="Content Placeholder 2">
            <a:extLst>
              <a:ext uri="{FF2B5EF4-FFF2-40B4-BE49-F238E27FC236}">
                <a16:creationId xmlns:a16="http://schemas.microsoft.com/office/drawing/2014/main" id="{FC5303A9-3ECE-3951-6E75-47220BAA2F85}"/>
              </a:ext>
            </a:extLst>
          </p:cNvPr>
          <p:cNvSpPr>
            <a:spLocks noGrp="1"/>
          </p:cNvSpPr>
          <p:nvPr>
            <p:ph idx="1"/>
          </p:nvPr>
        </p:nvSpPr>
        <p:spPr/>
        <p:txBody>
          <a:bodyPr/>
          <a:lstStyle/>
          <a:p>
            <a:pPr marL="0" indent="0">
              <a:buNone/>
            </a:pPr>
            <a:r>
              <a:rPr lang="en-US" sz="3200" b="1" dirty="0"/>
              <a:t>Esta y </a:t>
            </a:r>
            <a:r>
              <a:rPr lang="es-ES_tradnl" sz="3200" b="1" noProof="1"/>
              <a:t>Está</a:t>
            </a:r>
          </a:p>
          <a:p>
            <a:pPr marL="0" indent="0">
              <a:buNone/>
            </a:pPr>
            <a:r>
              <a:rPr lang="es-ES_tradnl" sz="3200" b="1" noProof="1"/>
              <a:t>Si y Sí</a:t>
            </a:r>
          </a:p>
          <a:p>
            <a:pPr marL="0" indent="0">
              <a:buNone/>
            </a:pPr>
            <a:r>
              <a:rPr lang="es-ES_tradnl" sz="3200" b="1" noProof="1"/>
              <a:t>Como y coma</a:t>
            </a:r>
          </a:p>
          <a:p>
            <a:pPr marL="0" indent="0">
              <a:buNone/>
            </a:pPr>
            <a:r>
              <a:rPr lang="es-ES_tradnl" sz="3200" b="1" noProof="1"/>
              <a:t>Sentar y Sentir</a:t>
            </a:r>
          </a:p>
        </p:txBody>
      </p:sp>
    </p:spTree>
    <p:extLst>
      <p:ext uri="{BB962C8B-B14F-4D97-AF65-F5344CB8AC3E}">
        <p14:creationId xmlns:p14="http://schemas.microsoft.com/office/powerpoint/2010/main" val="2067965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person reading a book&#10;&#10;Description automatically generated">
            <a:extLst>
              <a:ext uri="{FF2B5EF4-FFF2-40B4-BE49-F238E27FC236}">
                <a16:creationId xmlns:a16="http://schemas.microsoft.com/office/drawing/2014/main" id="{28580129-E33E-12AE-79B8-CE13CF9936C5}"/>
              </a:ext>
            </a:extLst>
          </p:cNvPr>
          <p:cNvPicPr>
            <a:picLocks noChangeAspect="1"/>
          </p:cNvPicPr>
          <p:nvPr/>
        </p:nvPicPr>
        <p:blipFill rotWithShape="1">
          <a:blip r:embed="rId2">
            <a:extLst>
              <a:ext uri="{28A0092B-C50C-407E-A947-70E740481C1C}">
                <a14:useLocalDpi xmlns:a14="http://schemas.microsoft.com/office/drawing/2010/main" val="0"/>
              </a:ext>
            </a:extLst>
          </a:blip>
          <a:srcRect t="64474" r="43182" b="3383"/>
          <a:stretch/>
        </p:blipFill>
        <p:spPr>
          <a:xfrm>
            <a:off x="590335" y="2127903"/>
            <a:ext cx="3306548" cy="2494102"/>
          </a:xfrm>
          <a:prstGeom prst="rect">
            <a:avLst/>
          </a:prstGeom>
        </p:spPr>
      </p:pic>
      <p:sp>
        <p:nvSpPr>
          <p:cNvPr id="3" name="Content Placeholder 2">
            <a:extLst>
              <a:ext uri="{FF2B5EF4-FFF2-40B4-BE49-F238E27FC236}">
                <a16:creationId xmlns:a16="http://schemas.microsoft.com/office/drawing/2014/main" id="{963588F8-299F-86AA-82B6-FD1DDB478F4B}"/>
              </a:ext>
            </a:extLst>
          </p:cNvPr>
          <p:cNvSpPr>
            <a:spLocks noGrp="1"/>
          </p:cNvSpPr>
          <p:nvPr>
            <p:ph idx="1"/>
          </p:nvPr>
        </p:nvSpPr>
        <p:spPr>
          <a:xfrm>
            <a:off x="4156364" y="2533475"/>
            <a:ext cx="4335859" cy="3448225"/>
          </a:xfrm>
        </p:spPr>
        <p:txBody>
          <a:bodyPr anchor="t">
            <a:normAutofit/>
          </a:bodyPr>
          <a:lstStyle/>
          <a:p>
            <a:pPr marL="0" indent="0" algn="ctr">
              <a:buNone/>
            </a:pPr>
            <a:r>
              <a:rPr lang="es-ES_tradnl" sz="2800" b="1" noProof="1">
                <a:solidFill>
                  <a:schemeClr val="tx1"/>
                </a:solidFill>
                <a:latin typeface="Arial" panose="020B0604020202020204" pitchFamily="34" charset="0"/>
                <a:ea typeface="Calibri" panose="020F0502020204030204" pitchFamily="34" charset="0"/>
                <a:cs typeface="Times New Roman" panose="02020603050405020304" pitchFamily="18" charset="0"/>
              </a:rPr>
              <a:t>La tipografía correcta y el formato correcto indican </a:t>
            </a:r>
            <a:r>
              <a:rPr lang="es-ES_tradnl" sz="2800" b="1" noProof="1">
                <a:solidFill>
                  <a:schemeClr val="tx1"/>
                </a:solidFill>
                <a:ea typeface="Calibri" panose="020F0502020204030204" pitchFamily="34" charset="0"/>
                <a:cs typeface="Times New Roman" panose="02020603050405020304" pitchFamily="18" charset="0"/>
              </a:rPr>
              <a:t>c</a:t>
            </a:r>
            <a:r>
              <a:rPr lang="es-ES_tradnl" sz="2800" b="1" noProof="1">
                <a:solidFill>
                  <a:schemeClr val="tx1"/>
                </a:solidFill>
                <a:latin typeface="Arial" panose="020B0604020202020204" pitchFamily="34" charset="0"/>
                <a:ea typeface="Calibri" panose="020F0502020204030204" pitchFamily="34" charset="0"/>
                <a:cs typeface="Times New Roman" panose="02020603050405020304" pitchFamily="18" charset="0"/>
              </a:rPr>
              <a:t>alidad de una traducción.</a:t>
            </a:r>
          </a:p>
          <a:p>
            <a:endParaRPr lang="es-ES_tradnl" sz="1700" noProof="1"/>
          </a:p>
        </p:txBody>
      </p:sp>
      <p:grpSp>
        <p:nvGrpSpPr>
          <p:cNvPr id="9" name="Group 8">
            <a:extLst>
              <a:ext uri="{FF2B5EF4-FFF2-40B4-BE49-F238E27FC236}">
                <a16:creationId xmlns:a16="http://schemas.microsoft.com/office/drawing/2014/main" id="{16C73AF9-0D33-5C66-5D79-0D0129904B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68" y="6737718"/>
            <a:ext cx="9155399" cy="123363"/>
            <a:chOff x="-5025" y="6737718"/>
            <a:chExt cx="12207200" cy="123363"/>
          </a:xfrm>
        </p:grpSpPr>
        <p:sp>
          <p:nvSpPr>
            <p:cNvPr id="10" name="Rectangle 9">
              <a:extLst>
                <a:ext uri="{FF2B5EF4-FFF2-40B4-BE49-F238E27FC236}">
                  <a16:creationId xmlns:a16="http://schemas.microsoft.com/office/drawing/2014/main" id="{ED96FD6F-5EE9-36C7-C200-3111EF6D0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1" name="Rectangle 10">
              <a:extLst>
                <a:ext uri="{FF2B5EF4-FFF2-40B4-BE49-F238E27FC236}">
                  <a16:creationId xmlns:a16="http://schemas.microsoft.com/office/drawing/2014/main" id="{62A39BB2-02C1-8A8B-8021-68446E0474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spTree>
    <p:extLst>
      <p:ext uri="{BB962C8B-B14F-4D97-AF65-F5344CB8AC3E}">
        <p14:creationId xmlns:p14="http://schemas.microsoft.com/office/powerpoint/2010/main" val="2432965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C1953-F339-A762-2561-6D51E07F9D3E}"/>
              </a:ext>
            </a:extLst>
          </p:cNvPr>
          <p:cNvSpPr>
            <a:spLocks noGrp="1"/>
          </p:cNvSpPr>
          <p:nvPr>
            <p:ph type="title"/>
          </p:nvPr>
        </p:nvSpPr>
        <p:spPr>
          <a:xfrm>
            <a:off x="628650" y="386513"/>
            <a:ext cx="7886700" cy="706308"/>
          </a:xfrm>
        </p:spPr>
        <p:txBody>
          <a:bodyPr/>
          <a:lstStyle/>
          <a:p>
            <a:r>
              <a:rPr lang="es-ES_tradnl" noProof="1"/>
              <a:t>Gálatas 5:22-25</a:t>
            </a:r>
          </a:p>
        </p:txBody>
      </p:sp>
      <p:sp>
        <p:nvSpPr>
          <p:cNvPr id="3" name="Content Placeholder 2">
            <a:extLst>
              <a:ext uri="{FF2B5EF4-FFF2-40B4-BE49-F238E27FC236}">
                <a16:creationId xmlns:a16="http://schemas.microsoft.com/office/drawing/2014/main" id="{82962C8B-A631-D726-02C7-2AECD16338DB}"/>
              </a:ext>
            </a:extLst>
          </p:cNvPr>
          <p:cNvSpPr>
            <a:spLocks noGrp="1"/>
          </p:cNvSpPr>
          <p:nvPr>
            <p:ph idx="1"/>
          </p:nvPr>
        </p:nvSpPr>
        <p:spPr>
          <a:xfrm>
            <a:off x="628650" y="933527"/>
            <a:ext cx="7886700" cy="5422668"/>
          </a:xfrm>
        </p:spPr>
        <p:txBody>
          <a:bodyPr/>
          <a:lstStyle/>
          <a:p>
            <a:r>
              <a:rPr lang="es-ES_tradnl" noProof="1">
                <a:solidFill>
                  <a:srgbClr val="000000"/>
                </a:solidFill>
                <a:latin typeface="Noto Sans" panose="020B0502040504020204" pitchFamily="34" charset="0"/>
              </a:rPr>
              <a:t>22Pero el fruto DEl espíritu es amor), gozo, paz, paciencia, amabilidad, bondad, Fe, mansedumbre, y dominio propio; contra tales cosas no «hay ley. </a:t>
            </a:r>
            <a:r>
              <a:rPr lang="es-ES_tradnl" b="0" i="0" u="none" strike="noStrike" baseline="30000" noProof="1">
                <a:solidFill>
                  <a:srgbClr val="000000"/>
                </a:solidFill>
                <a:effectLst/>
                <a:latin typeface="Noto Sans" panose="020B0502040504020204" pitchFamily="34" charset="0"/>
              </a:rPr>
              <a:t>24</a:t>
            </a:r>
            <a:r>
              <a:rPr lang="es-ES_tradnl" b="0" i="0" u="none" strike="noStrike" noProof="1">
                <a:solidFill>
                  <a:srgbClr val="000000"/>
                </a:solidFill>
                <a:effectLst/>
                <a:latin typeface="Noto Sans" panose="020B0502040504020204" pitchFamily="34" charset="0"/>
              </a:rPr>
              <a:t> aquellos que pertenecen a cRisto Jesús han Crucificado los deseos de la naturaleza pecaminosa con sus pasionesy deseos . </a:t>
            </a:r>
            <a:r>
              <a:rPr lang="es-ES_tradnl" b="0" i="0" u="none" strike="noStrike" baseline="30000" noProof="1">
                <a:solidFill>
                  <a:srgbClr val="000000"/>
                </a:solidFill>
                <a:effectLst/>
                <a:latin typeface="Noto Sans" panose="020B0502040504020204" pitchFamily="34" charset="0"/>
              </a:rPr>
              <a:t>25 </a:t>
            </a:r>
            <a:r>
              <a:rPr lang="es-ES_tradnl" b="0" i="0" u="none" strike="noStrike" noProof="1">
                <a:solidFill>
                  <a:srgbClr val="000000"/>
                </a:solidFill>
                <a:effectLst/>
                <a:latin typeface="Noto Sans" panose="020B0502040504020204" pitchFamily="34" charset="0"/>
              </a:rPr>
              <a:t>¿Sí nosotros vivimos por el Espiritu, caminemos también por elEspíritu?</a:t>
            </a:r>
          </a:p>
          <a:p>
            <a:endParaRPr lang="es-ES_tradnl" noProof="1">
              <a:solidFill>
                <a:srgbClr val="000000"/>
              </a:solidFill>
              <a:latin typeface="Noto Sans" panose="020B0502040504020204" pitchFamily="34" charset="0"/>
            </a:endParaRPr>
          </a:p>
          <a:p>
            <a:r>
              <a:rPr lang="es-ES_tradnl" b="0" i="0" u="none" strike="noStrike" baseline="30000" dirty="0">
                <a:solidFill>
                  <a:srgbClr val="000000"/>
                </a:solidFill>
                <a:effectLst/>
                <a:latin typeface="Noto Sans" panose="020B0502040504020204" pitchFamily="34" charset="0"/>
              </a:rPr>
              <a:t>22</a:t>
            </a:r>
            <a:r>
              <a:rPr lang="es-ES_tradnl" b="0" i="0" u="none" strike="noStrike" dirty="0">
                <a:solidFill>
                  <a:srgbClr val="000000"/>
                </a:solidFill>
                <a:effectLst/>
                <a:latin typeface="Noto Sans" panose="020B0502040504020204" pitchFamily="34" charset="0"/>
              </a:rPr>
              <a:t>Pero el fruto del Espíritu es amor, gozo, paz, paciencia, amabilidad, bondad, fe, </a:t>
            </a:r>
            <a:r>
              <a:rPr lang="es-ES_tradnl" b="0" i="0" u="none" strike="noStrike" baseline="30000" dirty="0">
                <a:solidFill>
                  <a:srgbClr val="000000"/>
                </a:solidFill>
                <a:effectLst/>
                <a:latin typeface="Noto Sans" panose="020B0502040504020204" pitchFamily="34" charset="0"/>
              </a:rPr>
              <a:t>23</a:t>
            </a:r>
            <a:r>
              <a:rPr lang="es-ES_tradnl" b="0" i="0" u="none" strike="noStrike" dirty="0">
                <a:solidFill>
                  <a:srgbClr val="000000"/>
                </a:solidFill>
                <a:effectLst/>
                <a:latin typeface="Noto Sans" panose="020B0502040504020204" pitchFamily="34" charset="0"/>
              </a:rPr>
              <a:t>mansedumbre, y dominio propio; contra tales cosas no hay ley. </a:t>
            </a:r>
            <a:r>
              <a:rPr lang="es-ES_tradnl" b="0" i="0" u="none" strike="noStrike" baseline="30000" dirty="0">
                <a:solidFill>
                  <a:srgbClr val="000000"/>
                </a:solidFill>
                <a:effectLst/>
                <a:latin typeface="Noto Sans" panose="020B0502040504020204" pitchFamily="34" charset="0"/>
              </a:rPr>
              <a:t>24</a:t>
            </a:r>
            <a:r>
              <a:rPr lang="es-ES_tradnl" b="0" i="0" u="none" strike="noStrike" dirty="0">
                <a:solidFill>
                  <a:srgbClr val="000000"/>
                </a:solidFill>
                <a:effectLst/>
                <a:latin typeface="Noto Sans" panose="020B0502040504020204" pitchFamily="34" charset="0"/>
              </a:rPr>
              <a:t>Aquellos que pertenecen a Cristo Jesús han crucificado los deseos de la naturaleza pecaminosa con sus pasiones y deseos. </a:t>
            </a:r>
            <a:r>
              <a:rPr lang="es-ES_tradnl" b="0" i="0" u="none" strike="noStrike" baseline="30000" dirty="0">
                <a:solidFill>
                  <a:srgbClr val="000000"/>
                </a:solidFill>
                <a:effectLst/>
                <a:latin typeface="Noto Sans" panose="020B0502040504020204" pitchFamily="34" charset="0"/>
              </a:rPr>
              <a:t>25</a:t>
            </a:r>
            <a:r>
              <a:rPr lang="es-ES_tradnl" b="0" i="0" u="none" strike="noStrike" dirty="0">
                <a:solidFill>
                  <a:srgbClr val="000000"/>
                </a:solidFill>
                <a:effectLst/>
                <a:latin typeface="Noto Sans" panose="020B0502040504020204" pitchFamily="34" charset="0"/>
              </a:rPr>
              <a:t>Si nosotros vivimos por el Espíritu, caminemos también por el Espíritu. </a:t>
            </a:r>
            <a:r>
              <a:rPr lang="es-ES_tradnl" b="0" i="0" u="none" strike="noStrike" noProof="1">
                <a:solidFill>
                  <a:srgbClr val="000000"/>
                </a:solidFill>
                <a:effectLst/>
                <a:latin typeface="Noto Sans" panose="020B0502040504020204" pitchFamily="34" charset="0"/>
              </a:rPr>
              <a:t> </a:t>
            </a:r>
            <a:endParaRPr lang="es-ES_tradnl" noProof="1"/>
          </a:p>
        </p:txBody>
      </p:sp>
    </p:spTree>
    <p:extLst>
      <p:ext uri="{BB962C8B-B14F-4D97-AF65-F5344CB8AC3E}">
        <p14:creationId xmlns:p14="http://schemas.microsoft.com/office/powerpoint/2010/main" val="2356526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27D16-59F5-A0B9-0F41-958B45E2D4DA}"/>
              </a:ext>
            </a:extLst>
          </p:cNvPr>
          <p:cNvSpPr>
            <a:spLocks noGrp="1"/>
          </p:cNvSpPr>
          <p:nvPr>
            <p:ph type="title"/>
          </p:nvPr>
        </p:nvSpPr>
        <p:spPr>
          <a:xfrm>
            <a:off x="628650" y="386512"/>
            <a:ext cx="7886700" cy="591683"/>
          </a:xfrm>
        </p:spPr>
        <p:txBody>
          <a:bodyPr/>
          <a:lstStyle/>
          <a:p>
            <a:r>
              <a:rPr lang="en-US" dirty="0"/>
              <a:t>Los </a:t>
            </a:r>
            <a:r>
              <a:rPr lang="en-US" dirty="0" err="1"/>
              <a:t>Versículos</a:t>
            </a:r>
            <a:endParaRPr lang="en-US" dirty="0"/>
          </a:p>
        </p:txBody>
      </p:sp>
      <p:sp>
        <p:nvSpPr>
          <p:cNvPr id="4" name="Content Placeholder 2">
            <a:extLst>
              <a:ext uri="{FF2B5EF4-FFF2-40B4-BE49-F238E27FC236}">
                <a16:creationId xmlns:a16="http://schemas.microsoft.com/office/drawing/2014/main" id="{86A1C094-7C70-9886-7AAE-FD04A669DCB2}"/>
              </a:ext>
            </a:extLst>
          </p:cNvPr>
          <p:cNvSpPr>
            <a:spLocks noGrp="1"/>
          </p:cNvSpPr>
          <p:nvPr>
            <p:ph idx="1"/>
          </p:nvPr>
        </p:nvSpPr>
        <p:spPr>
          <a:xfrm>
            <a:off x="528289" y="978194"/>
            <a:ext cx="7886700" cy="5389151"/>
          </a:xfrm>
        </p:spPr>
        <p:txBody>
          <a:bodyPr/>
          <a:lstStyle/>
          <a:p>
            <a:r>
              <a:rPr lang="es-ES_tradnl" noProof="1">
                <a:solidFill>
                  <a:srgbClr val="000000"/>
                </a:solidFill>
                <a:highlight>
                  <a:srgbClr val="00FFFF"/>
                </a:highlight>
                <a:latin typeface="Noto Sans" panose="020B0502040504020204" pitchFamily="34" charset="0"/>
              </a:rPr>
              <a:t>22</a:t>
            </a:r>
            <a:r>
              <a:rPr lang="es-ES_tradnl" noProof="1">
                <a:solidFill>
                  <a:srgbClr val="000000"/>
                </a:solidFill>
                <a:latin typeface="Noto Sans" panose="020B0502040504020204" pitchFamily="34" charset="0"/>
              </a:rPr>
              <a:t>Pero el fruto DEl espíritu es amor), gozo, paz, paciencia, amabilidad, bondad, Fe, mansedumbre, y dominio propio; contra tales cosas no «hay ley. </a:t>
            </a:r>
            <a:r>
              <a:rPr lang="es-ES_tradnl" b="0" i="0" u="none" strike="noStrike" baseline="30000" noProof="1">
                <a:solidFill>
                  <a:srgbClr val="000000"/>
                </a:solidFill>
                <a:effectLst/>
                <a:highlight>
                  <a:srgbClr val="00FFFF"/>
                </a:highlight>
                <a:latin typeface="Noto Sans" panose="020B0502040504020204" pitchFamily="34" charset="0"/>
              </a:rPr>
              <a:t>24</a:t>
            </a:r>
            <a:r>
              <a:rPr lang="es-ES_tradnl" b="0" i="0" u="none" strike="noStrike" noProof="1">
                <a:solidFill>
                  <a:srgbClr val="000000"/>
                </a:solidFill>
                <a:effectLst/>
                <a:highlight>
                  <a:srgbClr val="00FFFF"/>
                </a:highlight>
                <a:latin typeface="Noto Sans" panose="020B0502040504020204" pitchFamily="34" charset="0"/>
              </a:rPr>
              <a:t> </a:t>
            </a:r>
            <a:r>
              <a:rPr lang="es-ES_tradnl" b="0" i="0" u="none" strike="noStrike" noProof="1">
                <a:solidFill>
                  <a:srgbClr val="000000"/>
                </a:solidFill>
                <a:effectLst/>
                <a:latin typeface="Noto Sans" panose="020B0502040504020204" pitchFamily="34" charset="0"/>
              </a:rPr>
              <a:t>aquellos que pertenecen a cRisto Jesús han Crucificado los deseos de la naturaleza pecaminosa con sus pasionesy deseos . </a:t>
            </a:r>
            <a:r>
              <a:rPr lang="es-ES_tradnl" b="0" i="0" u="none" strike="noStrike" baseline="30000" noProof="1">
                <a:solidFill>
                  <a:srgbClr val="000000"/>
                </a:solidFill>
                <a:effectLst/>
                <a:highlight>
                  <a:srgbClr val="00FFFF"/>
                </a:highlight>
                <a:latin typeface="Noto Sans" panose="020B0502040504020204" pitchFamily="34" charset="0"/>
              </a:rPr>
              <a:t>25 </a:t>
            </a:r>
            <a:r>
              <a:rPr lang="es-ES_tradnl" b="0" i="0" u="none" strike="noStrike" noProof="1">
                <a:solidFill>
                  <a:srgbClr val="000000"/>
                </a:solidFill>
                <a:effectLst/>
                <a:latin typeface="Noto Sans" panose="020B0502040504020204" pitchFamily="34" charset="0"/>
              </a:rPr>
              <a:t>¿Sí nosotros vivimos por el Espiritu, caminemos también por elEspíritu?</a:t>
            </a:r>
          </a:p>
          <a:p>
            <a:endParaRPr lang="es-ES_tradnl" noProof="1">
              <a:solidFill>
                <a:srgbClr val="000000"/>
              </a:solidFill>
              <a:latin typeface="Noto Sans" panose="020B0502040504020204" pitchFamily="34" charset="0"/>
            </a:endParaRPr>
          </a:p>
          <a:p>
            <a:r>
              <a:rPr lang="es-ES_tradnl" b="0" i="0" u="none" strike="noStrike" baseline="30000" dirty="0">
                <a:solidFill>
                  <a:srgbClr val="000000"/>
                </a:solidFill>
                <a:effectLst/>
                <a:highlight>
                  <a:srgbClr val="FFFF00"/>
                </a:highlight>
                <a:latin typeface="Noto Sans" panose="020B0502040504020204" pitchFamily="34" charset="0"/>
              </a:rPr>
              <a:t>22</a:t>
            </a:r>
            <a:r>
              <a:rPr lang="es-ES_tradnl" b="0" i="0" u="none" strike="noStrike" dirty="0">
                <a:solidFill>
                  <a:srgbClr val="000000"/>
                </a:solidFill>
                <a:effectLst/>
                <a:latin typeface="Noto Sans" panose="020B0502040504020204" pitchFamily="34" charset="0"/>
              </a:rPr>
              <a:t>Pero el fruto del Espíritu es amor, gozo, paz, paciencia, amabilidad, bondad, fe, </a:t>
            </a:r>
            <a:r>
              <a:rPr lang="es-ES_tradnl" b="0" i="0" u="none" strike="noStrike" baseline="30000" dirty="0">
                <a:solidFill>
                  <a:srgbClr val="000000"/>
                </a:solidFill>
                <a:effectLst/>
                <a:highlight>
                  <a:srgbClr val="FFFF00"/>
                </a:highlight>
                <a:latin typeface="Noto Sans" panose="020B0502040504020204" pitchFamily="34" charset="0"/>
              </a:rPr>
              <a:t>23</a:t>
            </a:r>
            <a:r>
              <a:rPr lang="es-ES_tradnl" b="0" i="0" u="none" strike="noStrike" dirty="0">
                <a:solidFill>
                  <a:srgbClr val="000000"/>
                </a:solidFill>
                <a:effectLst/>
                <a:latin typeface="Noto Sans" panose="020B0502040504020204" pitchFamily="34" charset="0"/>
              </a:rPr>
              <a:t>mansedumbre, y dominio propio; contra tales cosas no hay ley. </a:t>
            </a:r>
            <a:r>
              <a:rPr lang="es-ES_tradnl" b="0" i="0" u="none" strike="noStrike" baseline="30000" dirty="0">
                <a:solidFill>
                  <a:srgbClr val="000000"/>
                </a:solidFill>
                <a:effectLst/>
                <a:highlight>
                  <a:srgbClr val="FFFF00"/>
                </a:highlight>
                <a:latin typeface="Noto Sans" panose="020B0502040504020204" pitchFamily="34" charset="0"/>
              </a:rPr>
              <a:t>24</a:t>
            </a:r>
            <a:r>
              <a:rPr lang="es-ES_tradnl" b="0" i="0" u="none" strike="noStrike" dirty="0">
                <a:solidFill>
                  <a:srgbClr val="000000"/>
                </a:solidFill>
                <a:effectLst/>
                <a:latin typeface="Noto Sans" panose="020B0502040504020204" pitchFamily="34" charset="0"/>
              </a:rPr>
              <a:t>Aquellos que pertenecen a Cristo Jesús han crucificado los deseos de la naturaleza pecaminosa con sus pasiones y deseos. </a:t>
            </a:r>
            <a:r>
              <a:rPr lang="es-ES_tradnl" b="0" i="0" u="none" strike="noStrike" baseline="30000" dirty="0">
                <a:solidFill>
                  <a:srgbClr val="000000"/>
                </a:solidFill>
                <a:effectLst/>
                <a:highlight>
                  <a:srgbClr val="FFFF00"/>
                </a:highlight>
                <a:latin typeface="Noto Sans" panose="020B0502040504020204" pitchFamily="34" charset="0"/>
              </a:rPr>
              <a:t>25</a:t>
            </a:r>
            <a:r>
              <a:rPr lang="es-ES_tradnl" b="0" i="0" u="none" strike="noStrike" dirty="0">
                <a:solidFill>
                  <a:srgbClr val="000000"/>
                </a:solidFill>
                <a:effectLst/>
                <a:latin typeface="Noto Sans" panose="020B0502040504020204" pitchFamily="34" charset="0"/>
              </a:rPr>
              <a:t>Si nosotros vivimos por el Espíritu, caminemos también por el Espíritu. </a:t>
            </a:r>
            <a:r>
              <a:rPr lang="es-ES_tradnl" b="0" i="0" u="none" strike="noStrike" noProof="1">
                <a:solidFill>
                  <a:srgbClr val="000000"/>
                </a:solidFill>
                <a:effectLst/>
                <a:latin typeface="Noto Sans" panose="020B0502040504020204" pitchFamily="34" charset="0"/>
              </a:rPr>
              <a:t> </a:t>
            </a:r>
            <a:endParaRPr lang="es-ES_tradnl" noProof="1"/>
          </a:p>
        </p:txBody>
      </p:sp>
    </p:spTree>
    <p:extLst>
      <p:ext uri="{BB962C8B-B14F-4D97-AF65-F5344CB8AC3E}">
        <p14:creationId xmlns:p14="http://schemas.microsoft.com/office/powerpoint/2010/main" val="2004642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56708-CE10-82DC-E6EE-968724BB6ECB}"/>
              </a:ext>
            </a:extLst>
          </p:cNvPr>
          <p:cNvSpPr>
            <a:spLocks noGrp="1"/>
          </p:cNvSpPr>
          <p:nvPr>
            <p:ph type="title"/>
          </p:nvPr>
        </p:nvSpPr>
        <p:spPr>
          <a:xfrm>
            <a:off x="628650" y="386512"/>
            <a:ext cx="7886700" cy="591683"/>
          </a:xfrm>
        </p:spPr>
        <p:txBody>
          <a:bodyPr/>
          <a:lstStyle/>
          <a:p>
            <a:r>
              <a:rPr lang="en-US" dirty="0" err="1"/>
              <a:t>Comienzo</a:t>
            </a:r>
            <a:r>
              <a:rPr lang="en-US" dirty="0"/>
              <a:t> de </a:t>
            </a:r>
            <a:r>
              <a:rPr lang="en-US" dirty="0" err="1"/>
              <a:t>Oraciónes</a:t>
            </a:r>
            <a:endParaRPr lang="en-US" dirty="0"/>
          </a:p>
        </p:txBody>
      </p:sp>
      <p:sp>
        <p:nvSpPr>
          <p:cNvPr id="5" name="Content Placeholder 2">
            <a:extLst>
              <a:ext uri="{FF2B5EF4-FFF2-40B4-BE49-F238E27FC236}">
                <a16:creationId xmlns:a16="http://schemas.microsoft.com/office/drawing/2014/main" id="{4E8AE50C-199D-1DE8-22BF-B4D8558C594A}"/>
              </a:ext>
            </a:extLst>
          </p:cNvPr>
          <p:cNvSpPr>
            <a:spLocks noGrp="1"/>
          </p:cNvSpPr>
          <p:nvPr>
            <p:ph idx="1"/>
          </p:nvPr>
        </p:nvSpPr>
        <p:spPr>
          <a:xfrm>
            <a:off x="628650" y="977900"/>
            <a:ext cx="7886700" cy="5600700"/>
          </a:xfrm>
        </p:spPr>
        <p:txBody>
          <a:bodyPr/>
          <a:lstStyle/>
          <a:p>
            <a:r>
              <a:rPr lang="es-ES_tradnl" noProof="1">
                <a:solidFill>
                  <a:srgbClr val="000000"/>
                </a:solidFill>
                <a:latin typeface="Noto Sans" panose="020B0502040504020204" pitchFamily="34" charset="0"/>
              </a:rPr>
              <a:t>22</a:t>
            </a:r>
            <a:r>
              <a:rPr lang="es-ES_tradnl" noProof="1">
                <a:solidFill>
                  <a:srgbClr val="000000"/>
                </a:solidFill>
                <a:highlight>
                  <a:srgbClr val="00FFFF"/>
                </a:highlight>
                <a:latin typeface="Noto Sans" panose="020B0502040504020204" pitchFamily="34" charset="0"/>
              </a:rPr>
              <a:t>P</a:t>
            </a:r>
            <a:r>
              <a:rPr lang="es-ES_tradnl" noProof="1">
                <a:solidFill>
                  <a:srgbClr val="000000"/>
                </a:solidFill>
                <a:latin typeface="Noto Sans" panose="020B0502040504020204" pitchFamily="34" charset="0"/>
              </a:rPr>
              <a:t>ero el fruto DEl espíritu es amor), gozo, paz, paciencia, amabilidad, bondad, Fe, mansedumbre, y dominio propio; contra tales cosas no «hay ley. </a:t>
            </a:r>
            <a:r>
              <a:rPr lang="es-ES_tradnl" b="0" i="0" u="none" strike="noStrike" baseline="30000" noProof="1">
                <a:solidFill>
                  <a:srgbClr val="000000"/>
                </a:solidFill>
                <a:effectLst/>
                <a:latin typeface="Noto Sans" panose="020B0502040504020204" pitchFamily="34" charset="0"/>
              </a:rPr>
              <a:t>24</a:t>
            </a:r>
            <a:r>
              <a:rPr lang="es-ES_tradnl" b="0" i="0" u="none" strike="noStrike" noProof="1">
                <a:solidFill>
                  <a:srgbClr val="000000"/>
                </a:solidFill>
                <a:effectLst/>
                <a:latin typeface="Noto Sans" panose="020B0502040504020204" pitchFamily="34" charset="0"/>
              </a:rPr>
              <a:t> </a:t>
            </a:r>
            <a:r>
              <a:rPr lang="es-ES_tradnl" b="0" i="0" u="none" strike="noStrike" noProof="1">
                <a:solidFill>
                  <a:srgbClr val="000000"/>
                </a:solidFill>
                <a:effectLst/>
                <a:highlight>
                  <a:srgbClr val="00FFFF"/>
                </a:highlight>
                <a:latin typeface="Noto Sans" panose="020B0502040504020204" pitchFamily="34" charset="0"/>
              </a:rPr>
              <a:t>a</a:t>
            </a:r>
            <a:r>
              <a:rPr lang="es-ES_tradnl" b="0" i="0" u="none" strike="noStrike" noProof="1">
                <a:solidFill>
                  <a:srgbClr val="000000"/>
                </a:solidFill>
                <a:effectLst/>
                <a:latin typeface="Noto Sans" panose="020B0502040504020204" pitchFamily="34" charset="0"/>
              </a:rPr>
              <a:t>quellos que pertenecen a cRisto Jesús han Crucificado los deseos de la naturaleza pecaminosa con sus pasionesy deseos . </a:t>
            </a:r>
            <a:r>
              <a:rPr lang="es-ES_tradnl" b="0" i="0" u="none" strike="noStrike" baseline="30000" noProof="1">
                <a:solidFill>
                  <a:srgbClr val="000000"/>
                </a:solidFill>
                <a:effectLst/>
                <a:latin typeface="Noto Sans" panose="020B0502040504020204" pitchFamily="34" charset="0"/>
              </a:rPr>
              <a:t>25 </a:t>
            </a:r>
            <a:r>
              <a:rPr lang="es-ES_tradnl" b="0" i="0" u="none" strike="noStrike" noProof="1">
                <a:solidFill>
                  <a:srgbClr val="000000"/>
                </a:solidFill>
                <a:effectLst/>
                <a:highlight>
                  <a:srgbClr val="00FFFF"/>
                </a:highlight>
                <a:latin typeface="Noto Sans" panose="020B0502040504020204" pitchFamily="34" charset="0"/>
              </a:rPr>
              <a:t>¿S</a:t>
            </a:r>
            <a:r>
              <a:rPr lang="es-ES_tradnl" b="0" i="0" u="none" strike="noStrike" noProof="1">
                <a:solidFill>
                  <a:srgbClr val="000000"/>
                </a:solidFill>
                <a:effectLst/>
                <a:latin typeface="Noto Sans" panose="020B0502040504020204" pitchFamily="34" charset="0"/>
              </a:rPr>
              <a:t>í nosotros vivimos por el Espiritu, caminemos también por elEspíritu?</a:t>
            </a:r>
          </a:p>
          <a:p>
            <a:endParaRPr lang="es-ES_tradnl" noProof="1">
              <a:solidFill>
                <a:srgbClr val="000000"/>
              </a:solidFill>
              <a:latin typeface="Noto Sans" panose="020B0502040504020204" pitchFamily="34" charset="0"/>
            </a:endParaRPr>
          </a:p>
          <a:p>
            <a:r>
              <a:rPr lang="es-ES_tradnl" b="0" i="0" u="none" strike="noStrike" baseline="30000" dirty="0">
                <a:solidFill>
                  <a:srgbClr val="000000"/>
                </a:solidFill>
                <a:effectLst/>
                <a:latin typeface="Noto Sans" panose="020B0502040504020204" pitchFamily="34" charset="0"/>
              </a:rPr>
              <a:t>22</a:t>
            </a:r>
            <a:r>
              <a:rPr lang="es-ES_tradnl" b="0" i="0" u="none" strike="noStrike" dirty="0">
                <a:solidFill>
                  <a:srgbClr val="000000"/>
                </a:solidFill>
                <a:effectLst/>
                <a:highlight>
                  <a:srgbClr val="FFFF00"/>
                </a:highlight>
                <a:latin typeface="Noto Sans" panose="020B0502040504020204" pitchFamily="34" charset="0"/>
              </a:rPr>
              <a:t>P</a:t>
            </a:r>
            <a:r>
              <a:rPr lang="es-ES_tradnl" b="0" i="0" u="none" strike="noStrike" dirty="0">
                <a:solidFill>
                  <a:srgbClr val="000000"/>
                </a:solidFill>
                <a:effectLst/>
                <a:latin typeface="Noto Sans" panose="020B0502040504020204" pitchFamily="34" charset="0"/>
              </a:rPr>
              <a:t>ero el fruto del Espíritu es amor, gozo, paz, paciencia, amabilidad, bondad, fe, </a:t>
            </a:r>
            <a:r>
              <a:rPr lang="es-ES_tradnl" b="0" i="0" u="none" strike="noStrike" baseline="30000" dirty="0">
                <a:solidFill>
                  <a:srgbClr val="000000"/>
                </a:solidFill>
                <a:effectLst/>
                <a:latin typeface="Noto Sans" panose="020B0502040504020204" pitchFamily="34" charset="0"/>
              </a:rPr>
              <a:t>23</a:t>
            </a:r>
            <a:r>
              <a:rPr lang="es-ES_tradnl" b="0" i="0" u="none" strike="noStrike" dirty="0">
                <a:solidFill>
                  <a:srgbClr val="000000"/>
                </a:solidFill>
                <a:effectLst/>
                <a:latin typeface="Noto Sans" panose="020B0502040504020204" pitchFamily="34" charset="0"/>
              </a:rPr>
              <a:t>mansedumbre, y dominio propio; contra tales cosas no hay ley. </a:t>
            </a:r>
            <a:r>
              <a:rPr lang="es-ES_tradnl" b="0" i="0" u="none" strike="noStrike" baseline="30000" dirty="0">
                <a:solidFill>
                  <a:srgbClr val="000000"/>
                </a:solidFill>
                <a:effectLst/>
                <a:latin typeface="Noto Sans" panose="020B0502040504020204" pitchFamily="34" charset="0"/>
              </a:rPr>
              <a:t>24</a:t>
            </a:r>
            <a:r>
              <a:rPr lang="es-ES_tradnl" b="0" i="0" u="none" strike="noStrike" dirty="0">
                <a:solidFill>
                  <a:srgbClr val="000000"/>
                </a:solidFill>
                <a:effectLst/>
                <a:highlight>
                  <a:srgbClr val="FFFF00"/>
                </a:highlight>
                <a:latin typeface="Noto Sans" panose="020B0502040504020204" pitchFamily="34" charset="0"/>
              </a:rPr>
              <a:t>A</a:t>
            </a:r>
            <a:r>
              <a:rPr lang="es-ES_tradnl" b="0" i="0" u="none" strike="noStrike" dirty="0">
                <a:solidFill>
                  <a:srgbClr val="000000"/>
                </a:solidFill>
                <a:effectLst/>
                <a:latin typeface="Noto Sans" panose="020B0502040504020204" pitchFamily="34" charset="0"/>
              </a:rPr>
              <a:t>quellos que pertenecen a Cristo Jesús han crucificado los deseos de la naturaleza pecaminosa con sus pasiones y deseos. </a:t>
            </a:r>
            <a:r>
              <a:rPr lang="es-ES_tradnl" b="0" i="0" u="none" strike="noStrike" baseline="30000" dirty="0">
                <a:solidFill>
                  <a:srgbClr val="000000"/>
                </a:solidFill>
                <a:effectLst/>
                <a:latin typeface="Noto Sans" panose="020B0502040504020204" pitchFamily="34" charset="0"/>
              </a:rPr>
              <a:t>25</a:t>
            </a:r>
            <a:r>
              <a:rPr lang="es-ES_tradnl" b="0" i="0" u="none" strike="noStrike" dirty="0">
                <a:solidFill>
                  <a:srgbClr val="000000"/>
                </a:solidFill>
                <a:effectLst/>
                <a:highlight>
                  <a:srgbClr val="FFFF00"/>
                </a:highlight>
                <a:latin typeface="Noto Sans" panose="020B0502040504020204" pitchFamily="34" charset="0"/>
              </a:rPr>
              <a:t>S</a:t>
            </a:r>
            <a:r>
              <a:rPr lang="es-ES_tradnl" b="0" i="0" u="none" strike="noStrike" dirty="0">
                <a:solidFill>
                  <a:srgbClr val="000000"/>
                </a:solidFill>
                <a:effectLst/>
                <a:latin typeface="Noto Sans" panose="020B0502040504020204" pitchFamily="34" charset="0"/>
              </a:rPr>
              <a:t>i nosotros vivimos por el Espíritu, caminemos también por el Espíritu. </a:t>
            </a:r>
            <a:r>
              <a:rPr lang="es-ES_tradnl" b="0" i="0" u="none" strike="noStrike" noProof="1">
                <a:solidFill>
                  <a:srgbClr val="000000"/>
                </a:solidFill>
                <a:effectLst/>
                <a:latin typeface="Noto Sans" panose="020B0502040504020204" pitchFamily="34" charset="0"/>
              </a:rPr>
              <a:t> </a:t>
            </a:r>
            <a:endParaRPr lang="es-ES_tradnl" noProof="1"/>
          </a:p>
        </p:txBody>
      </p:sp>
    </p:spTree>
    <p:extLst>
      <p:ext uri="{BB962C8B-B14F-4D97-AF65-F5344CB8AC3E}">
        <p14:creationId xmlns:p14="http://schemas.microsoft.com/office/powerpoint/2010/main" val="2892179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6206B-A1F6-0CA4-833A-457BEF5A41C2}"/>
              </a:ext>
            </a:extLst>
          </p:cNvPr>
          <p:cNvSpPr>
            <a:spLocks noGrp="1"/>
          </p:cNvSpPr>
          <p:nvPr>
            <p:ph type="title"/>
          </p:nvPr>
        </p:nvSpPr>
        <p:spPr>
          <a:xfrm>
            <a:off x="628650" y="386512"/>
            <a:ext cx="7886700" cy="591683"/>
          </a:xfrm>
        </p:spPr>
        <p:txBody>
          <a:bodyPr/>
          <a:lstStyle/>
          <a:p>
            <a:r>
              <a:rPr lang="en-US" dirty="0"/>
              <a:t>Fines de </a:t>
            </a:r>
            <a:r>
              <a:rPr lang="es-ES_tradnl" noProof="1"/>
              <a:t>Oraciónes</a:t>
            </a:r>
            <a:endParaRPr lang="en-US" dirty="0"/>
          </a:p>
        </p:txBody>
      </p:sp>
      <p:sp>
        <p:nvSpPr>
          <p:cNvPr id="4" name="Content Placeholder 2">
            <a:extLst>
              <a:ext uri="{FF2B5EF4-FFF2-40B4-BE49-F238E27FC236}">
                <a16:creationId xmlns:a16="http://schemas.microsoft.com/office/drawing/2014/main" id="{6531E749-7C54-B847-F592-1C53EA7EEEBD}"/>
              </a:ext>
            </a:extLst>
          </p:cNvPr>
          <p:cNvSpPr>
            <a:spLocks noGrp="1"/>
          </p:cNvSpPr>
          <p:nvPr>
            <p:ph idx="1"/>
          </p:nvPr>
        </p:nvSpPr>
        <p:spPr>
          <a:xfrm>
            <a:off x="628650" y="977900"/>
            <a:ext cx="7886700" cy="5322888"/>
          </a:xfrm>
        </p:spPr>
        <p:txBody>
          <a:bodyPr/>
          <a:lstStyle/>
          <a:p>
            <a:r>
              <a:rPr lang="es-ES_tradnl" noProof="1">
                <a:solidFill>
                  <a:srgbClr val="000000"/>
                </a:solidFill>
                <a:latin typeface="Noto Sans" panose="020B0502040504020204" pitchFamily="34" charset="0"/>
              </a:rPr>
              <a:t>22Pero el fruto DEl espíritu es amor), gozo, paz, paciencia, amabilidad, bondad, Fe, mansedumbre, y dominio propio; contra tales cosas no «hay ley</a:t>
            </a:r>
            <a:r>
              <a:rPr lang="es-ES_tradnl" noProof="1">
                <a:solidFill>
                  <a:srgbClr val="000000"/>
                </a:solidFill>
                <a:highlight>
                  <a:srgbClr val="00FFFF"/>
                </a:highlight>
                <a:latin typeface="Noto Sans" panose="020B0502040504020204" pitchFamily="34" charset="0"/>
              </a:rPr>
              <a:t>.</a:t>
            </a:r>
            <a:r>
              <a:rPr lang="es-ES_tradnl" noProof="1">
                <a:solidFill>
                  <a:srgbClr val="000000"/>
                </a:solidFill>
                <a:latin typeface="Noto Sans" panose="020B0502040504020204" pitchFamily="34" charset="0"/>
              </a:rPr>
              <a:t> </a:t>
            </a:r>
            <a:r>
              <a:rPr lang="es-ES_tradnl" b="0" i="0" u="none" strike="noStrike" baseline="30000" noProof="1">
                <a:solidFill>
                  <a:srgbClr val="000000"/>
                </a:solidFill>
                <a:effectLst/>
                <a:latin typeface="Noto Sans" panose="020B0502040504020204" pitchFamily="34" charset="0"/>
              </a:rPr>
              <a:t>24</a:t>
            </a:r>
            <a:r>
              <a:rPr lang="es-ES_tradnl" b="0" i="0" u="none" strike="noStrike" noProof="1">
                <a:solidFill>
                  <a:srgbClr val="000000"/>
                </a:solidFill>
                <a:effectLst/>
                <a:latin typeface="Noto Sans" panose="020B0502040504020204" pitchFamily="34" charset="0"/>
              </a:rPr>
              <a:t> aquellos que pertenecen a cRisto Jesús han Crucificado los deseos de la naturaleza pecaminosa con sus pasionesy deseos</a:t>
            </a:r>
            <a:r>
              <a:rPr lang="es-ES_tradnl" b="0" i="0" u="none" strike="noStrike" noProof="1">
                <a:solidFill>
                  <a:srgbClr val="000000"/>
                </a:solidFill>
                <a:effectLst/>
                <a:highlight>
                  <a:srgbClr val="00FFFF"/>
                </a:highlight>
                <a:latin typeface="Noto Sans" panose="020B0502040504020204" pitchFamily="34" charset="0"/>
              </a:rPr>
              <a:t> . </a:t>
            </a:r>
            <a:r>
              <a:rPr lang="es-ES_tradnl" b="0" i="0" u="none" strike="noStrike" baseline="30000" noProof="1">
                <a:solidFill>
                  <a:srgbClr val="000000"/>
                </a:solidFill>
                <a:effectLst/>
                <a:latin typeface="Noto Sans" panose="020B0502040504020204" pitchFamily="34" charset="0"/>
              </a:rPr>
              <a:t>25 </a:t>
            </a:r>
            <a:r>
              <a:rPr lang="es-ES_tradnl" b="0" i="0" u="none" strike="noStrike" noProof="1">
                <a:solidFill>
                  <a:srgbClr val="000000"/>
                </a:solidFill>
                <a:effectLst/>
                <a:latin typeface="Noto Sans" panose="020B0502040504020204" pitchFamily="34" charset="0"/>
              </a:rPr>
              <a:t>¿Sí nosotros vivimos por el Espiritu, caminemos también por elEspíritu</a:t>
            </a:r>
            <a:r>
              <a:rPr lang="es-ES_tradnl" b="0" i="0" u="none" strike="noStrike" noProof="1">
                <a:solidFill>
                  <a:srgbClr val="000000"/>
                </a:solidFill>
                <a:effectLst/>
                <a:highlight>
                  <a:srgbClr val="00FFFF"/>
                </a:highlight>
                <a:latin typeface="Noto Sans" panose="020B0502040504020204" pitchFamily="34" charset="0"/>
              </a:rPr>
              <a:t>?</a:t>
            </a:r>
          </a:p>
          <a:p>
            <a:endParaRPr lang="es-ES_tradnl" noProof="1">
              <a:solidFill>
                <a:srgbClr val="000000"/>
              </a:solidFill>
              <a:latin typeface="Noto Sans" panose="020B0502040504020204" pitchFamily="34" charset="0"/>
            </a:endParaRPr>
          </a:p>
          <a:p>
            <a:r>
              <a:rPr lang="es-ES_tradnl" b="0" i="0" u="none" strike="noStrike" baseline="30000" dirty="0">
                <a:solidFill>
                  <a:srgbClr val="000000"/>
                </a:solidFill>
                <a:effectLst/>
                <a:latin typeface="Noto Sans" panose="020B0502040504020204" pitchFamily="34" charset="0"/>
              </a:rPr>
              <a:t>22</a:t>
            </a:r>
            <a:r>
              <a:rPr lang="es-ES_tradnl" b="0" i="0" u="none" strike="noStrike" dirty="0">
                <a:solidFill>
                  <a:srgbClr val="000000"/>
                </a:solidFill>
                <a:effectLst/>
                <a:latin typeface="Noto Sans" panose="020B0502040504020204" pitchFamily="34" charset="0"/>
              </a:rPr>
              <a:t>Pero el fruto del Espíritu es amor, gozo, paz, paciencia, amabilidad, bondad, fe, </a:t>
            </a:r>
            <a:r>
              <a:rPr lang="es-ES_tradnl" b="0" i="0" u="none" strike="noStrike" baseline="30000" dirty="0">
                <a:solidFill>
                  <a:srgbClr val="000000"/>
                </a:solidFill>
                <a:effectLst/>
                <a:latin typeface="Noto Sans" panose="020B0502040504020204" pitchFamily="34" charset="0"/>
              </a:rPr>
              <a:t>23</a:t>
            </a:r>
            <a:r>
              <a:rPr lang="es-ES_tradnl" b="0" i="0" u="none" strike="noStrike" dirty="0">
                <a:solidFill>
                  <a:srgbClr val="000000"/>
                </a:solidFill>
                <a:effectLst/>
                <a:latin typeface="Noto Sans" panose="020B0502040504020204" pitchFamily="34" charset="0"/>
              </a:rPr>
              <a:t>mansedumbre, y dominio propio; contra tales cosas no hay ley</a:t>
            </a:r>
            <a:r>
              <a:rPr lang="es-ES_tradnl" b="0" i="0" u="none" strike="noStrike" dirty="0">
                <a:solidFill>
                  <a:srgbClr val="000000"/>
                </a:solidFill>
                <a:effectLst/>
                <a:highlight>
                  <a:srgbClr val="FFFF00"/>
                </a:highlight>
                <a:latin typeface="Noto Sans" panose="020B0502040504020204" pitchFamily="34" charset="0"/>
              </a:rPr>
              <a:t>.</a:t>
            </a:r>
            <a:r>
              <a:rPr lang="es-ES_tradnl" b="0" i="0" u="none" strike="noStrike" dirty="0">
                <a:solidFill>
                  <a:srgbClr val="000000"/>
                </a:solidFill>
                <a:effectLst/>
                <a:latin typeface="Noto Sans" panose="020B0502040504020204" pitchFamily="34" charset="0"/>
              </a:rPr>
              <a:t> </a:t>
            </a:r>
            <a:r>
              <a:rPr lang="es-ES_tradnl" b="0" i="0" u="none" strike="noStrike" baseline="30000" dirty="0">
                <a:solidFill>
                  <a:srgbClr val="000000"/>
                </a:solidFill>
                <a:effectLst/>
                <a:latin typeface="Noto Sans" panose="020B0502040504020204" pitchFamily="34" charset="0"/>
              </a:rPr>
              <a:t>24</a:t>
            </a:r>
            <a:r>
              <a:rPr lang="es-ES_tradnl" b="0" i="0" u="none" strike="noStrike" dirty="0">
                <a:solidFill>
                  <a:srgbClr val="000000"/>
                </a:solidFill>
                <a:effectLst/>
                <a:latin typeface="Noto Sans" panose="020B0502040504020204" pitchFamily="34" charset="0"/>
              </a:rPr>
              <a:t>Aquellos que pertenecen a Cristo Jesús han crucificado los deseos de la naturaleza pecaminosa con sus pasiones y deseos</a:t>
            </a:r>
            <a:r>
              <a:rPr lang="es-ES_tradnl" b="0" i="0" u="none" strike="noStrike" dirty="0">
                <a:solidFill>
                  <a:srgbClr val="000000"/>
                </a:solidFill>
                <a:effectLst/>
                <a:highlight>
                  <a:srgbClr val="FFFF00"/>
                </a:highlight>
                <a:latin typeface="Noto Sans" panose="020B0502040504020204" pitchFamily="34" charset="0"/>
              </a:rPr>
              <a:t>.</a:t>
            </a:r>
            <a:r>
              <a:rPr lang="es-ES_tradnl" b="0" i="0" u="none" strike="noStrike" dirty="0">
                <a:solidFill>
                  <a:srgbClr val="000000"/>
                </a:solidFill>
                <a:effectLst/>
                <a:latin typeface="Noto Sans" panose="020B0502040504020204" pitchFamily="34" charset="0"/>
              </a:rPr>
              <a:t> </a:t>
            </a:r>
            <a:r>
              <a:rPr lang="es-ES_tradnl" b="0" i="0" u="none" strike="noStrike" baseline="30000" dirty="0">
                <a:solidFill>
                  <a:srgbClr val="000000"/>
                </a:solidFill>
                <a:effectLst/>
                <a:latin typeface="Noto Sans" panose="020B0502040504020204" pitchFamily="34" charset="0"/>
              </a:rPr>
              <a:t>25</a:t>
            </a:r>
            <a:r>
              <a:rPr lang="es-ES_tradnl" b="0" i="0" u="none" strike="noStrike" dirty="0">
                <a:solidFill>
                  <a:srgbClr val="000000"/>
                </a:solidFill>
                <a:effectLst/>
                <a:latin typeface="Noto Sans" panose="020B0502040504020204" pitchFamily="34" charset="0"/>
              </a:rPr>
              <a:t>Si nosotros vivimos por el Espíritu, caminemos también por el Espíritu</a:t>
            </a:r>
            <a:r>
              <a:rPr lang="es-ES_tradnl" b="0" i="0" u="none" strike="noStrike" dirty="0">
                <a:solidFill>
                  <a:srgbClr val="000000"/>
                </a:solidFill>
                <a:effectLst/>
                <a:highlight>
                  <a:srgbClr val="FFFF00"/>
                </a:highlight>
                <a:latin typeface="Noto Sans" panose="020B0502040504020204" pitchFamily="34" charset="0"/>
              </a:rPr>
              <a:t>.</a:t>
            </a:r>
            <a:r>
              <a:rPr lang="es-ES_tradnl" b="0" i="0" u="none" strike="noStrike" dirty="0">
                <a:solidFill>
                  <a:srgbClr val="000000"/>
                </a:solidFill>
                <a:effectLst/>
                <a:latin typeface="Noto Sans" panose="020B0502040504020204" pitchFamily="34" charset="0"/>
              </a:rPr>
              <a:t> </a:t>
            </a:r>
            <a:r>
              <a:rPr lang="es-ES_tradnl" b="0" i="0" u="none" strike="noStrike" noProof="1">
                <a:solidFill>
                  <a:srgbClr val="000000"/>
                </a:solidFill>
                <a:effectLst/>
                <a:latin typeface="Noto Sans" panose="020B0502040504020204" pitchFamily="34" charset="0"/>
              </a:rPr>
              <a:t> </a:t>
            </a:r>
            <a:endParaRPr lang="es-ES_tradnl" noProof="1"/>
          </a:p>
        </p:txBody>
      </p:sp>
    </p:spTree>
    <p:extLst>
      <p:ext uri="{BB962C8B-B14F-4D97-AF65-F5344CB8AC3E}">
        <p14:creationId xmlns:p14="http://schemas.microsoft.com/office/powerpoint/2010/main" val="3945471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B04FA-ED6C-CD2D-85D7-321F540E8576}"/>
              </a:ext>
            </a:extLst>
          </p:cNvPr>
          <p:cNvSpPr>
            <a:spLocks noGrp="1"/>
          </p:cNvSpPr>
          <p:nvPr>
            <p:ph type="title"/>
          </p:nvPr>
        </p:nvSpPr>
        <p:spPr>
          <a:xfrm>
            <a:off x="628650" y="386513"/>
            <a:ext cx="7886700" cy="672854"/>
          </a:xfrm>
        </p:spPr>
        <p:txBody>
          <a:bodyPr/>
          <a:lstStyle/>
          <a:p>
            <a:r>
              <a:rPr lang="en-US" dirty="0" err="1"/>
              <a:t>Comillas</a:t>
            </a:r>
            <a:r>
              <a:rPr lang="en-US" dirty="0"/>
              <a:t> y </a:t>
            </a:r>
            <a:r>
              <a:rPr lang="en-US" dirty="0" err="1"/>
              <a:t>otros</a:t>
            </a:r>
            <a:r>
              <a:rPr lang="en-US" dirty="0"/>
              <a:t> pares</a:t>
            </a:r>
          </a:p>
        </p:txBody>
      </p:sp>
      <p:sp>
        <p:nvSpPr>
          <p:cNvPr id="4" name="Content Placeholder 2">
            <a:extLst>
              <a:ext uri="{FF2B5EF4-FFF2-40B4-BE49-F238E27FC236}">
                <a16:creationId xmlns:a16="http://schemas.microsoft.com/office/drawing/2014/main" id="{60E11710-04ED-96BD-D75F-F10A1375D58E}"/>
              </a:ext>
            </a:extLst>
          </p:cNvPr>
          <p:cNvSpPr>
            <a:spLocks noGrp="1"/>
          </p:cNvSpPr>
          <p:nvPr>
            <p:ph idx="1"/>
          </p:nvPr>
        </p:nvSpPr>
        <p:spPr>
          <a:xfrm>
            <a:off x="628650" y="1077913"/>
            <a:ext cx="7886700" cy="5394325"/>
          </a:xfrm>
        </p:spPr>
        <p:txBody>
          <a:bodyPr/>
          <a:lstStyle/>
          <a:p>
            <a:r>
              <a:rPr lang="es-ES_tradnl" noProof="1">
                <a:solidFill>
                  <a:srgbClr val="000000"/>
                </a:solidFill>
                <a:latin typeface="Noto Sans" panose="020B0502040504020204" pitchFamily="34" charset="0"/>
              </a:rPr>
              <a:t>22Pero el fruto DEl espíritu es amor</a:t>
            </a:r>
            <a:r>
              <a:rPr lang="es-ES_tradnl" noProof="1">
                <a:solidFill>
                  <a:srgbClr val="000000"/>
                </a:solidFill>
                <a:highlight>
                  <a:srgbClr val="00FFFF"/>
                </a:highlight>
                <a:latin typeface="Noto Sans" panose="020B0502040504020204" pitchFamily="34" charset="0"/>
              </a:rPr>
              <a:t>)</a:t>
            </a:r>
            <a:r>
              <a:rPr lang="es-ES_tradnl" noProof="1">
                <a:solidFill>
                  <a:srgbClr val="000000"/>
                </a:solidFill>
                <a:latin typeface="Noto Sans" panose="020B0502040504020204" pitchFamily="34" charset="0"/>
              </a:rPr>
              <a:t>, gozo, paz, paciencia, amabilidad, bondad, Fe, mansedumbre, y dominio propio; contra tales cosas no </a:t>
            </a:r>
            <a:r>
              <a:rPr lang="es-ES_tradnl" noProof="1">
                <a:solidFill>
                  <a:srgbClr val="000000"/>
                </a:solidFill>
                <a:highlight>
                  <a:srgbClr val="00FFFF"/>
                </a:highlight>
                <a:latin typeface="Noto Sans" panose="020B0502040504020204" pitchFamily="34" charset="0"/>
              </a:rPr>
              <a:t>«</a:t>
            </a:r>
            <a:r>
              <a:rPr lang="es-ES_tradnl" noProof="1">
                <a:solidFill>
                  <a:srgbClr val="000000"/>
                </a:solidFill>
                <a:latin typeface="Noto Sans" panose="020B0502040504020204" pitchFamily="34" charset="0"/>
              </a:rPr>
              <a:t>hay ley. </a:t>
            </a:r>
            <a:r>
              <a:rPr lang="es-ES_tradnl" b="0" i="0" u="none" strike="noStrike" baseline="30000" noProof="1">
                <a:solidFill>
                  <a:srgbClr val="000000"/>
                </a:solidFill>
                <a:effectLst/>
                <a:latin typeface="Noto Sans" panose="020B0502040504020204" pitchFamily="34" charset="0"/>
              </a:rPr>
              <a:t>24</a:t>
            </a:r>
            <a:r>
              <a:rPr lang="es-ES_tradnl" b="0" i="0" u="none" strike="noStrike" noProof="1">
                <a:solidFill>
                  <a:srgbClr val="000000"/>
                </a:solidFill>
                <a:effectLst/>
                <a:latin typeface="Noto Sans" panose="020B0502040504020204" pitchFamily="34" charset="0"/>
              </a:rPr>
              <a:t> aquellos que pertenecen a cRisto Jesús han Crucificado los deseos de la naturaleza pecaminosa con sus pasionesy deseos . </a:t>
            </a:r>
            <a:r>
              <a:rPr lang="es-ES_tradnl" b="0" i="0" u="none" strike="noStrike" baseline="30000" noProof="1">
                <a:solidFill>
                  <a:srgbClr val="000000"/>
                </a:solidFill>
                <a:effectLst/>
                <a:latin typeface="Noto Sans" panose="020B0502040504020204" pitchFamily="34" charset="0"/>
              </a:rPr>
              <a:t>25 </a:t>
            </a:r>
            <a:r>
              <a:rPr lang="es-ES_tradnl" b="0" i="0" u="none" strike="noStrike" noProof="1">
                <a:solidFill>
                  <a:srgbClr val="000000"/>
                </a:solidFill>
                <a:effectLst/>
                <a:highlight>
                  <a:srgbClr val="00FFFF"/>
                </a:highlight>
                <a:latin typeface="Noto Sans" panose="020B0502040504020204" pitchFamily="34" charset="0"/>
              </a:rPr>
              <a:t>¿</a:t>
            </a:r>
            <a:r>
              <a:rPr lang="es-ES_tradnl" b="0" i="0" u="none" strike="noStrike" noProof="1">
                <a:solidFill>
                  <a:srgbClr val="000000"/>
                </a:solidFill>
                <a:effectLst/>
                <a:latin typeface="Noto Sans" panose="020B0502040504020204" pitchFamily="34" charset="0"/>
              </a:rPr>
              <a:t>Sí nosotros vivimos por el Espiritu, caminemos también por elEspíritu</a:t>
            </a:r>
            <a:r>
              <a:rPr lang="es-ES_tradnl" b="0" i="0" u="none" strike="noStrike" noProof="1">
                <a:solidFill>
                  <a:srgbClr val="000000"/>
                </a:solidFill>
                <a:effectLst/>
                <a:highlight>
                  <a:srgbClr val="00FFFF"/>
                </a:highlight>
                <a:latin typeface="Noto Sans" panose="020B0502040504020204" pitchFamily="34" charset="0"/>
              </a:rPr>
              <a:t>?</a:t>
            </a:r>
          </a:p>
          <a:p>
            <a:endParaRPr lang="es-ES_tradnl" noProof="1">
              <a:solidFill>
                <a:srgbClr val="000000"/>
              </a:solidFill>
              <a:latin typeface="Noto Sans" panose="020B0502040504020204" pitchFamily="34" charset="0"/>
            </a:endParaRPr>
          </a:p>
          <a:p>
            <a:r>
              <a:rPr lang="es-ES_tradnl" b="0" i="0" u="none" strike="noStrike" baseline="30000" dirty="0">
                <a:solidFill>
                  <a:srgbClr val="000000"/>
                </a:solidFill>
                <a:effectLst/>
                <a:latin typeface="Noto Sans" panose="020B0502040504020204" pitchFamily="34" charset="0"/>
              </a:rPr>
              <a:t>22</a:t>
            </a:r>
            <a:r>
              <a:rPr lang="es-ES_tradnl" b="0" i="0" u="none" strike="noStrike" dirty="0">
                <a:solidFill>
                  <a:srgbClr val="000000"/>
                </a:solidFill>
                <a:effectLst/>
                <a:latin typeface="Noto Sans" panose="020B0502040504020204" pitchFamily="34" charset="0"/>
              </a:rPr>
              <a:t>Pero el fruto del Espíritu es amor, gozo, paz, paciencia, amabilidad, bondad, fe, </a:t>
            </a:r>
            <a:r>
              <a:rPr lang="es-ES_tradnl" b="0" i="0" u="none" strike="noStrike" baseline="30000" dirty="0">
                <a:solidFill>
                  <a:srgbClr val="000000"/>
                </a:solidFill>
                <a:effectLst/>
                <a:latin typeface="Noto Sans" panose="020B0502040504020204" pitchFamily="34" charset="0"/>
              </a:rPr>
              <a:t>23</a:t>
            </a:r>
            <a:r>
              <a:rPr lang="es-ES_tradnl" b="0" i="0" u="none" strike="noStrike" dirty="0">
                <a:solidFill>
                  <a:srgbClr val="000000"/>
                </a:solidFill>
                <a:effectLst/>
                <a:latin typeface="Noto Sans" panose="020B0502040504020204" pitchFamily="34" charset="0"/>
              </a:rPr>
              <a:t>mansedumbre, y dominio propio; contra tales cosas no hay ley. </a:t>
            </a:r>
            <a:r>
              <a:rPr lang="es-ES_tradnl" b="0" i="0" u="none" strike="noStrike" baseline="30000" dirty="0">
                <a:solidFill>
                  <a:srgbClr val="000000"/>
                </a:solidFill>
                <a:effectLst/>
                <a:latin typeface="Noto Sans" panose="020B0502040504020204" pitchFamily="34" charset="0"/>
              </a:rPr>
              <a:t>24</a:t>
            </a:r>
            <a:r>
              <a:rPr lang="es-ES_tradnl" b="0" i="0" u="none" strike="noStrike" dirty="0">
                <a:solidFill>
                  <a:srgbClr val="000000"/>
                </a:solidFill>
                <a:effectLst/>
                <a:latin typeface="Noto Sans" panose="020B0502040504020204" pitchFamily="34" charset="0"/>
              </a:rPr>
              <a:t>Aquellos que pertenecen a Cristo Jesús han crucificado los deseos de la naturaleza pecaminosa con sus pasiones y deseos. </a:t>
            </a:r>
            <a:r>
              <a:rPr lang="es-ES_tradnl" b="0" i="0" u="none" strike="noStrike" baseline="30000" dirty="0">
                <a:solidFill>
                  <a:srgbClr val="000000"/>
                </a:solidFill>
                <a:effectLst/>
                <a:latin typeface="Noto Sans" panose="020B0502040504020204" pitchFamily="34" charset="0"/>
              </a:rPr>
              <a:t>25</a:t>
            </a:r>
            <a:r>
              <a:rPr lang="es-ES_tradnl" b="0" i="0" u="none" strike="noStrike" dirty="0">
                <a:solidFill>
                  <a:srgbClr val="000000"/>
                </a:solidFill>
                <a:effectLst/>
                <a:latin typeface="Noto Sans" panose="020B0502040504020204" pitchFamily="34" charset="0"/>
              </a:rPr>
              <a:t>Si nosotros vivimos por el Espíritu, caminemos también por el Espíritu. </a:t>
            </a:r>
            <a:r>
              <a:rPr lang="es-ES_tradnl" b="0" i="0" u="none" strike="noStrike" noProof="1">
                <a:solidFill>
                  <a:srgbClr val="000000"/>
                </a:solidFill>
                <a:effectLst/>
                <a:latin typeface="Noto Sans" panose="020B0502040504020204" pitchFamily="34" charset="0"/>
              </a:rPr>
              <a:t> </a:t>
            </a:r>
            <a:endParaRPr lang="es-ES_tradnl" noProof="1"/>
          </a:p>
        </p:txBody>
      </p:sp>
    </p:spTree>
    <p:extLst>
      <p:ext uri="{BB962C8B-B14F-4D97-AF65-F5344CB8AC3E}">
        <p14:creationId xmlns:p14="http://schemas.microsoft.com/office/powerpoint/2010/main" val="3505407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614D8-B03F-60CE-9C22-47CF68B6139B}"/>
              </a:ext>
            </a:extLst>
          </p:cNvPr>
          <p:cNvSpPr>
            <a:spLocks noGrp="1"/>
          </p:cNvSpPr>
          <p:nvPr>
            <p:ph type="title"/>
          </p:nvPr>
        </p:nvSpPr>
        <p:spPr>
          <a:xfrm>
            <a:off x="628650" y="386512"/>
            <a:ext cx="7886700" cy="591683"/>
          </a:xfrm>
        </p:spPr>
        <p:txBody>
          <a:bodyPr/>
          <a:lstStyle/>
          <a:p>
            <a:r>
              <a:rPr lang="en-US" dirty="0" err="1"/>
              <a:t>Mayúsculas</a:t>
            </a:r>
            <a:endParaRPr lang="en-US" dirty="0"/>
          </a:p>
        </p:txBody>
      </p:sp>
      <p:sp>
        <p:nvSpPr>
          <p:cNvPr id="4" name="Content Placeholder 2">
            <a:extLst>
              <a:ext uri="{FF2B5EF4-FFF2-40B4-BE49-F238E27FC236}">
                <a16:creationId xmlns:a16="http://schemas.microsoft.com/office/drawing/2014/main" id="{60F088CD-D662-1DCE-FA7D-DAD4B54724D7}"/>
              </a:ext>
            </a:extLst>
          </p:cNvPr>
          <p:cNvSpPr>
            <a:spLocks noGrp="1"/>
          </p:cNvSpPr>
          <p:nvPr>
            <p:ph idx="1"/>
          </p:nvPr>
        </p:nvSpPr>
        <p:spPr>
          <a:xfrm>
            <a:off x="628650" y="977900"/>
            <a:ext cx="7886700" cy="5356225"/>
          </a:xfrm>
        </p:spPr>
        <p:txBody>
          <a:bodyPr/>
          <a:lstStyle/>
          <a:p>
            <a:r>
              <a:rPr lang="es-ES_tradnl" noProof="1">
                <a:solidFill>
                  <a:srgbClr val="000000"/>
                </a:solidFill>
                <a:latin typeface="Noto Sans" panose="020B0502040504020204" pitchFamily="34" charset="0"/>
              </a:rPr>
              <a:t>22Pero el fruto </a:t>
            </a:r>
            <a:r>
              <a:rPr lang="es-ES_tradnl" noProof="1">
                <a:solidFill>
                  <a:srgbClr val="000000"/>
                </a:solidFill>
                <a:highlight>
                  <a:srgbClr val="00FFFF"/>
                </a:highlight>
                <a:latin typeface="Noto Sans" panose="020B0502040504020204" pitchFamily="34" charset="0"/>
              </a:rPr>
              <a:t>DE</a:t>
            </a:r>
            <a:r>
              <a:rPr lang="es-ES_tradnl" noProof="1">
                <a:solidFill>
                  <a:srgbClr val="000000"/>
                </a:solidFill>
                <a:latin typeface="Noto Sans" panose="020B0502040504020204" pitchFamily="34" charset="0"/>
              </a:rPr>
              <a:t>l </a:t>
            </a:r>
            <a:r>
              <a:rPr lang="es-ES_tradnl" noProof="1">
                <a:solidFill>
                  <a:srgbClr val="000000"/>
                </a:solidFill>
                <a:highlight>
                  <a:srgbClr val="00FFFF"/>
                </a:highlight>
                <a:latin typeface="Noto Sans" panose="020B0502040504020204" pitchFamily="34" charset="0"/>
              </a:rPr>
              <a:t>e</a:t>
            </a:r>
            <a:r>
              <a:rPr lang="es-ES_tradnl" noProof="1">
                <a:solidFill>
                  <a:srgbClr val="000000"/>
                </a:solidFill>
                <a:latin typeface="Noto Sans" panose="020B0502040504020204" pitchFamily="34" charset="0"/>
              </a:rPr>
              <a:t>spíritu es amor), gozo, paz, paciencia, amabilidad, bondad, </a:t>
            </a:r>
            <a:r>
              <a:rPr lang="es-ES_tradnl" noProof="1">
                <a:solidFill>
                  <a:srgbClr val="000000"/>
                </a:solidFill>
                <a:highlight>
                  <a:srgbClr val="00FFFF"/>
                </a:highlight>
                <a:latin typeface="Noto Sans" panose="020B0502040504020204" pitchFamily="34" charset="0"/>
              </a:rPr>
              <a:t>F</a:t>
            </a:r>
            <a:r>
              <a:rPr lang="es-ES_tradnl" noProof="1">
                <a:solidFill>
                  <a:srgbClr val="000000"/>
                </a:solidFill>
                <a:latin typeface="Noto Sans" panose="020B0502040504020204" pitchFamily="34" charset="0"/>
              </a:rPr>
              <a:t>e, mansedumbre, y dominio propio; contra tales cosas no «hay ley. </a:t>
            </a:r>
            <a:r>
              <a:rPr lang="es-ES_tradnl" b="0" i="0" u="none" strike="noStrike" baseline="30000" noProof="1">
                <a:solidFill>
                  <a:srgbClr val="000000"/>
                </a:solidFill>
                <a:effectLst/>
                <a:latin typeface="Noto Sans" panose="020B0502040504020204" pitchFamily="34" charset="0"/>
              </a:rPr>
              <a:t>24</a:t>
            </a:r>
            <a:r>
              <a:rPr lang="es-ES_tradnl" b="0" i="0" u="none" strike="noStrike" noProof="1">
                <a:solidFill>
                  <a:srgbClr val="000000"/>
                </a:solidFill>
                <a:effectLst/>
                <a:latin typeface="Noto Sans" panose="020B0502040504020204" pitchFamily="34" charset="0"/>
              </a:rPr>
              <a:t> aquellos que pertenecen a </a:t>
            </a:r>
            <a:r>
              <a:rPr lang="es-ES_tradnl" b="0" i="0" u="none" strike="noStrike" noProof="1">
                <a:solidFill>
                  <a:srgbClr val="000000"/>
                </a:solidFill>
                <a:effectLst/>
                <a:highlight>
                  <a:srgbClr val="00FFFF"/>
                </a:highlight>
                <a:latin typeface="Noto Sans" panose="020B0502040504020204" pitchFamily="34" charset="0"/>
              </a:rPr>
              <a:t>cR</a:t>
            </a:r>
            <a:r>
              <a:rPr lang="es-ES_tradnl" b="0" i="0" u="none" strike="noStrike" noProof="1">
                <a:solidFill>
                  <a:srgbClr val="000000"/>
                </a:solidFill>
                <a:effectLst/>
                <a:latin typeface="Noto Sans" panose="020B0502040504020204" pitchFamily="34" charset="0"/>
              </a:rPr>
              <a:t>isto Jesús han </a:t>
            </a:r>
            <a:r>
              <a:rPr lang="es-ES_tradnl" b="0" i="0" u="none" strike="noStrike" noProof="1">
                <a:solidFill>
                  <a:srgbClr val="000000"/>
                </a:solidFill>
                <a:effectLst/>
                <a:highlight>
                  <a:srgbClr val="00FFFF"/>
                </a:highlight>
                <a:latin typeface="Noto Sans" panose="020B0502040504020204" pitchFamily="34" charset="0"/>
              </a:rPr>
              <a:t>C</a:t>
            </a:r>
            <a:r>
              <a:rPr lang="es-ES_tradnl" b="0" i="0" u="none" strike="noStrike" noProof="1">
                <a:solidFill>
                  <a:srgbClr val="000000"/>
                </a:solidFill>
                <a:effectLst/>
                <a:latin typeface="Noto Sans" panose="020B0502040504020204" pitchFamily="34" charset="0"/>
              </a:rPr>
              <a:t>rucificado los deseos de la naturaleza pecaminosa con sus pasionesy deseos . </a:t>
            </a:r>
            <a:r>
              <a:rPr lang="es-ES_tradnl" b="0" i="0" u="none" strike="noStrike" baseline="30000" noProof="1">
                <a:solidFill>
                  <a:srgbClr val="000000"/>
                </a:solidFill>
                <a:effectLst/>
                <a:latin typeface="Noto Sans" panose="020B0502040504020204" pitchFamily="34" charset="0"/>
              </a:rPr>
              <a:t>25 </a:t>
            </a:r>
            <a:r>
              <a:rPr lang="es-ES_tradnl" b="0" i="0" u="none" strike="noStrike" noProof="1">
                <a:solidFill>
                  <a:srgbClr val="000000"/>
                </a:solidFill>
                <a:effectLst/>
                <a:latin typeface="Noto Sans" panose="020B0502040504020204" pitchFamily="34" charset="0"/>
              </a:rPr>
              <a:t>¿Sí nosotros vivimos por el </a:t>
            </a:r>
            <a:r>
              <a:rPr lang="es-ES_tradnl" b="0" i="0" u="none" strike="noStrike" noProof="1">
                <a:solidFill>
                  <a:srgbClr val="000000"/>
                </a:solidFill>
                <a:effectLst/>
                <a:highlight>
                  <a:srgbClr val="00FFFF"/>
                </a:highlight>
                <a:latin typeface="Noto Sans" panose="020B0502040504020204" pitchFamily="34" charset="0"/>
              </a:rPr>
              <a:t>E</a:t>
            </a:r>
            <a:r>
              <a:rPr lang="es-ES_tradnl" b="0" i="0" u="none" strike="noStrike" noProof="1">
                <a:solidFill>
                  <a:srgbClr val="000000"/>
                </a:solidFill>
                <a:effectLst/>
                <a:latin typeface="Noto Sans" panose="020B0502040504020204" pitchFamily="34" charset="0"/>
              </a:rPr>
              <a:t>spiritu, caminemos también por el</a:t>
            </a:r>
            <a:r>
              <a:rPr lang="es-ES_tradnl" b="0" i="0" u="none" strike="noStrike" noProof="1">
                <a:solidFill>
                  <a:srgbClr val="000000"/>
                </a:solidFill>
                <a:effectLst/>
                <a:highlight>
                  <a:srgbClr val="00FFFF"/>
                </a:highlight>
                <a:latin typeface="Noto Sans" panose="020B0502040504020204" pitchFamily="34" charset="0"/>
              </a:rPr>
              <a:t>E</a:t>
            </a:r>
            <a:r>
              <a:rPr lang="es-ES_tradnl" b="0" i="0" u="none" strike="noStrike" noProof="1">
                <a:solidFill>
                  <a:srgbClr val="000000"/>
                </a:solidFill>
                <a:effectLst/>
                <a:latin typeface="Noto Sans" panose="020B0502040504020204" pitchFamily="34" charset="0"/>
              </a:rPr>
              <a:t>spíritu?</a:t>
            </a:r>
          </a:p>
          <a:p>
            <a:endParaRPr lang="es-ES_tradnl" noProof="1">
              <a:solidFill>
                <a:srgbClr val="000000"/>
              </a:solidFill>
              <a:latin typeface="Noto Sans" panose="020B0502040504020204" pitchFamily="34" charset="0"/>
            </a:endParaRPr>
          </a:p>
          <a:p>
            <a:r>
              <a:rPr lang="es-ES_tradnl" b="0" i="0" u="none" strike="noStrike" baseline="30000" dirty="0">
                <a:solidFill>
                  <a:srgbClr val="000000"/>
                </a:solidFill>
                <a:effectLst/>
                <a:latin typeface="Noto Sans" panose="020B0502040504020204" pitchFamily="34" charset="0"/>
              </a:rPr>
              <a:t>22</a:t>
            </a:r>
            <a:r>
              <a:rPr lang="es-ES_tradnl" b="0" i="0" u="none" strike="noStrike" dirty="0">
                <a:solidFill>
                  <a:srgbClr val="000000"/>
                </a:solidFill>
                <a:effectLst/>
                <a:latin typeface="Noto Sans" panose="020B0502040504020204" pitchFamily="34" charset="0"/>
              </a:rPr>
              <a:t>Pero el fruto del </a:t>
            </a:r>
            <a:r>
              <a:rPr lang="es-ES_tradnl" b="0" i="0" u="none" strike="noStrike" dirty="0">
                <a:solidFill>
                  <a:srgbClr val="000000"/>
                </a:solidFill>
                <a:effectLst/>
                <a:highlight>
                  <a:srgbClr val="FFFF00"/>
                </a:highlight>
                <a:latin typeface="Noto Sans" panose="020B0502040504020204" pitchFamily="34" charset="0"/>
              </a:rPr>
              <a:t>E</a:t>
            </a:r>
            <a:r>
              <a:rPr lang="es-ES_tradnl" b="0" i="0" u="none" strike="noStrike" dirty="0">
                <a:solidFill>
                  <a:srgbClr val="000000"/>
                </a:solidFill>
                <a:effectLst/>
                <a:latin typeface="Noto Sans" panose="020B0502040504020204" pitchFamily="34" charset="0"/>
              </a:rPr>
              <a:t>spíritu es amor, gozo, paz, paciencia, amabilidad, bondad, fe, </a:t>
            </a:r>
            <a:r>
              <a:rPr lang="es-ES_tradnl" b="0" i="0" u="none" strike="noStrike" baseline="30000" dirty="0">
                <a:solidFill>
                  <a:srgbClr val="000000"/>
                </a:solidFill>
                <a:effectLst/>
                <a:latin typeface="Noto Sans" panose="020B0502040504020204" pitchFamily="34" charset="0"/>
              </a:rPr>
              <a:t>23</a:t>
            </a:r>
            <a:r>
              <a:rPr lang="es-ES_tradnl" b="0" i="0" u="none" strike="noStrike" dirty="0">
                <a:solidFill>
                  <a:srgbClr val="000000"/>
                </a:solidFill>
                <a:effectLst/>
                <a:latin typeface="Noto Sans" panose="020B0502040504020204" pitchFamily="34" charset="0"/>
              </a:rPr>
              <a:t>mansedumbre, y dominio propio; contra tales cosas no hay ley. </a:t>
            </a:r>
            <a:r>
              <a:rPr lang="es-ES_tradnl" b="0" i="0" u="none" strike="noStrike" baseline="30000" dirty="0">
                <a:solidFill>
                  <a:srgbClr val="000000"/>
                </a:solidFill>
                <a:effectLst/>
                <a:latin typeface="Noto Sans" panose="020B0502040504020204" pitchFamily="34" charset="0"/>
              </a:rPr>
              <a:t>24</a:t>
            </a:r>
            <a:r>
              <a:rPr lang="es-ES_tradnl" b="0" i="0" u="none" strike="noStrike" dirty="0">
                <a:solidFill>
                  <a:srgbClr val="000000"/>
                </a:solidFill>
                <a:effectLst/>
                <a:latin typeface="Noto Sans" panose="020B0502040504020204" pitchFamily="34" charset="0"/>
              </a:rPr>
              <a:t>Aquellos que pertenecen a </a:t>
            </a:r>
            <a:r>
              <a:rPr lang="es-ES_tradnl" b="0" i="0" u="none" strike="noStrike" dirty="0">
                <a:solidFill>
                  <a:srgbClr val="000000"/>
                </a:solidFill>
                <a:effectLst/>
                <a:highlight>
                  <a:srgbClr val="FFFF00"/>
                </a:highlight>
                <a:latin typeface="Noto Sans" panose="020B0502040504020204" pitchFamily="34" charset="0"/>
              </a:rPr>
              <a:t>C</a:t>
            </a:r>
            <a:r>
              <a:rPr lang="es-ES_tradnl" b="0" i="0" u="none" strike="noStrike" dirty="0">
                <a:solidFill>
                  <a:srgbClr val="000000"/>
                </a:solidFill>
                <a:effectLst/>
                <a:latin typeface="Noto Sans" panose="020B0502040504020204" pitchFamily="34" charset="0"/>
              </a:rPr>
              <a:t>risto </a:t>
            </a:r>
            <a:r>
              <a:rPr lang="es-ES_tradnl" b="0" i="0" u="none" strike="noStrike" dirty="0">
                <a:solidFill>
                  <a:srgbClr val="000000"/>
                </a:solidFill>
                <a:effectLst/>
                <a:highlight>
                  <a:srgbClr val="FFFF00"/>
                </a:highlight>
                <a:latin typeface="Noto Sans" panose="020B0502040504020204" pitchFamily="34" charset="0"/>
              </a:rPr>
              <a:t>J</a:t>
            </a:r>
            <a:r>
              <a:rPr lang="es-ES_tradnl" b="0" i="0" u="none" strike="noStrike" dirty="0">
                <a:solidFill>
                  <a:srgbClr val="000000"/>
                </a:solidFill>
                <a:effectLst/>
                <a:latin typeface="Noto Sans" panose="020B0502040504020204" pitchFamily="34" charset="0"/>
              </a:rPr>
              <a:t>esús han crucificado los deseos de la naturaleza pecaminosa con sus pasiones y deseos. </a:t>
            </a:r>
            <a:r>
              <a:rPr lang="es-ES_tradnl" b="0" i="0" u="none" strike="noStrike" baseline="30000" dirty="0">
                <a:solidFill>
                  <a:srgbClr val="000000"/>
                </a:solidFill>
                <a:effectLst/>
                <a:latin typeface="Noto Sans" panose="020B0502040504020204" pitchFamily="34" charset="0"/>
              </a:rPr>
              <a:t>25</a:t>
            </a:r>
            <a:r>
              <a:rPr lang="es-ES_tradnl" b="0" i="0" u="none" strike="noStrike" dirty="0">
                <a:solidFill>
                  <a:srgbClr val="000000"/>
                </a:solidFill>
                <a:effectLst/>
                <a:latin typeface="Noto Sans" panose="020B0502040504020204" pitchFamily="34" charset="0"/>
              </a:rPr>
              <a:t>Si nosotros vivimos por el </a:t>
            </a:r>
            <a:r>
              <a:rPr lang="es-ES_tradnl" b="0" i="0" u="none" strike="noStrike" dirty="0">
                <a:solidFill>
                  <a:srgbClr val="000000"/>
                </a:solidFill>
                <a:effectLst/>
                <a:highlight>
                  <a:srgbClr val="FFFF00"/>
                </a:highlight>
                <a:latin typeface="Noto Sans" panose="020B0502040504020204" pitchFamily="34" charset="0"/>
              </a:rPr>
              <a:t>E</a:t>
            </a:r>
            <a:r>
              <a:rPr lang="es-ES_tradnl" b="0" i="0" u="none" strike="noStrike" dirty="0">
                <a:solidFill>
                  <a:srgbClr val="000000"/>
                </a:solidFill>
                <a:effectLst/>
                <a:latin typeface="Noto Sans" panose="020B0502040504020204" pitchFamily="34" charset="0"/>
              </a:rPr>
              <a:t>spíritu, caminemos también por el </a:t>
            </a:r>
            <a:r>
              <a:rPr lang="es-ES_tradnl" b="0" i="0" u="none" strike="noStrike" dirty="0">
                <a:solidFill>
                  <a:srgbClr val="000000"/>
                </a:solidFill>
                <a:effectLst/>
                <a:highlight>
                  <a:srgbClr val="FFFF00"/>
                </a:highlight>
                <a:latin typeface="Noto Sans" panose="020B0502040504020204" pitchFamily="34" charset="0"/>
              </a:rPr>
              <a:t>E</a:t>
            </a:r>
            <a:r>
              <a:rPr lang="es-ES_tradnl" b="0" i="0" u="none" strike="noStrike" dirty="0">
                <a:solidFill>
                  <a:srgbClr val="000000"/>
                </a:solidFill>
                <a:effectLst/>
                <a:latin typeface="Noto Sans" panose="020B0502040504020204" pitchFamily="34" charset="0"/>
              </a:rPr>
              <a:t>spíritu. </a:t>
            </a:r>
            <a:r>
              <a:rPr lang="es-ES_tradnl" b="0" i="0" u="none" strike="noStrike" noProof="1">
                <a:solidFill>
                  <a:srgbClr val="000000"/>
                </a:solidFill>
                <a:effectLst/>
                <a:latin typeface="Noto Sans" panose="020B0502040504020204" pitchFamily="34" charset="0"/>
              </a:rPr>
              <a:t> </a:t>
            </a:r>
            <a:endParaRPr lang="es-ES_tradnl" noProof="1"/>
          </a:p>
        </p:txBody>
      </p:sp>
    </p:spTree>
    <p:extLst>
      <p:ext uri="{BB962C8B-B14F-4D97-AF65-F5344CB8AC3E}">
        <p14:creationId xmlns:p14="http://schemas.microsoft.com/office/powerpoint/2010/main" val="2508640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0E99B-CF53-EFD8-2883-C718408051C3}"/>
              </a:ext>
            </a:extLst>
          </p:cNvPr>
          <p:cNvSpPr>
            <a:spLocks noGrp="1"/>
          </p:cNvSpPr>
          <p:nvPr>
            <p:ph type="title"/>
          </p:nvPr>
        </p:nvSpPr>
        <p:spPr>
          <a:xfrm>
            <a:off x="628650" y="386512"/>
            <a:ext cx="7886700" cy="591683"/>
          </a:xfrm>
        </p:spPr>
        <p:txBody>
          <a:bodyPr/>
          <a:lstStyle/>
          <a:p>
            <a:r>
              <a:rPr lang="en-US" dirty="0" err="1"/>
              <a:t>Misceláneo</a:t>
            </a:r>
            <a:endParaRPr lang="en-US" dirty="0"/>
          </a:p>
        </p:txBody>
      </p:sp>
      <p:sp>
        <p:nvSpPr>
          <p:cNvPr id="4" name="Content Placeholder 2">
            <a:extLst>
              <a:ext uri="{FF2B5EF4-FFF2-40B4-BE49-F238E27FC236}">
                <a16:creationId xmlns:a16="http://schemas.microsoft.com/office/drawing/2014/main" id="{5E7DECC7-1012-8DE0-FA3F-9653717684D5}"/>
              </a:ext>
            </a:extLst>
          </p:cNvPr>
          <p:cNvSpPr>
            <a:spLocks noGrp="1"/>
          </p:cNvSpPr>
          <p:nvPr>
            <p:ph idx="1"/>
          </p:nvPr>
        </p:nvSpPr>
        <p:spPr>
          <a:xfrm>
            <a:off x="628650" y="977900"/>
            <a:ext cx="7886700" cy="5494338"/>
          </a:xfrm>
        </p:spPr>
        <p:txBody>
          <a:bodyPr/>
          <a:lstStyle/>
          <a:p>
            <a:r>
              <a:rPr lang="es-ES_tradnl" noProof="1">
                <a:solidFill>
                  <a:srgbClr val="000000"/>
                </a:solidFill>
                <a:latin typeface="Noto Sans" panose="020B0502040504020204" pitchFamily="34" charset="0"/>
              </a:rPr>
              <a:t>22Pero el fruto </a:t>
            </a:r>
            <a:r>
              <a:rPr lang="es-ES_tradnl" noProof="1">
                <a:solidFill>
                  <a:srgbClr val="000000"/>
                </a:solidFill>
                <a:highlight>
                  <a:srgbClr val="00FFFF"/>
                </a:highlight>
                <a:latin typeface="Noto Sans" panose="020B0502040504020204" pitchFamily="34" charset="0"/>
              </a:rPr>
              <a:t>DE</a:t>
            </a:r>
            <a:r>
              <a:rPr lang="es-ES_tradnl" noProof="1">
                <a:solidFill>
                  <a:srgbClr val="000000"/>
                </a:solidFill>
                <a:latin typeface="Noto Sans" panose="020B0502040504020204" pitchFamily="34" charset="0"/>
              </a:rPr>
              <a:t>l espíritu es amor), gozo, paz, paciencia, amabilidad, bondad, </a:t>
            </a:r>
            <a:r>
              <a:rPr lang="es-ES_tradnl" noProof="1">
                <a:solidFill>
                  <a:srgbClr val="000000"/>
                </a:solidFill>
                <a:highlight>
                  <a:srgbClr val="00FFFF"/>
                </a:highlight>
                <a:latin typeface="Noto Sans" panose="020B0502040504020204" pitchFamily="34" charset="0"/>
              </a:rPr>
              <a:t>F</a:t>
            </a:r>
            <a:r>
              <a:rPr lang="es-ES_tradnl" noProof="1">
                <a:solidFill>
                  <a:srgbClr val="000000"/>
                </a:solidFill>
                <a:latin typeface="Noto Sans" panose="020B0502040504020204" pitchFamily="34" charset="0"/>
              </a:rPr>
              <a:t>e, mansedumbre, y dominio propio; contra tales cosas no «hay ley. </a:t>
            </a:r>
            <a:r>
              <a:rPr lang="es-ES_tradnl" b="0" i="0" u="none" strike="noStrike" baseline="30000" noProof="1">
                <a:solidFill>
                  <a:srgbClr val="000000"/>
                </a:solidFill>
                <a:effectLst/>
                <a:latin typeface="Noto Sans" panose="020B0502040504020204" pitchFamily="34" charset="0"/>
              </a:rPr>
              <a:t>24</a:t>
            </a:r>
            <a:r>
              <a:rPr lang="es-ES_tradnl" b="0" i="0" u="none" strike="noStrike" noProof="1">
                <a:solidFill>
                  <a:srgbClr val="000000"/>
                </a:solidFill>
                <a:effectLst/>
                <a:latin typeface="Noto Sans" panose="020B0502040504020204" pitchFamily="34" charset="0"/>
              </a:rPr>
              <a:t> aquellos que pertenecen a </a:t>
            </a:r>
            <a:r>
              <a:rPr lang="es-ES_tradnl" b="0" i="0" u="none" strike="noStrike" noProof="1">
                <a:solidFill>
                  <a:srgbClr val="000000"/>
                </a:solidFill>
                <a:effectLst/>
                <a:highlight>
                  <a:srgbClr val="00FFFF"/>
                </a:highlight>
                <a:latin typeface="Noto Sans" panose="020B0502040504020204" pitchFamily="34" charset="0"/>
              </a:rPr>
              <a:t>cR</a:t>
            </a:r>
            <a:r>
              <a:rPr lang="es-ES_tradnl" b="0" i="0" u="none" strike="noStrike" noProof="1">
                <a:solidFill>
                  <a:srgbClr val="000000"/>
                </a:solidFill>
                <a:effectLst/>
                <a:latin typeface="Noto Sans" panose="020B0502040504020204" pitchFamily="34" charset="0"/>
              </a:rPr>
              <a:t>isto Jesús han Crucificado los deseos de la naturaleza pecaminosa con sus pasione</a:t>
            </a:r>
            <a:r>
              <a:rPr lang="es-ES_tradnl" b="0" i="0" u="none" strike="noStrike" noProof="1">
                <a:solidFill>
                  <a:srgbClr val="000000"/>
                </a:solidFill>
                <a:effectLst/>
                <a:highlight>
                  <a:srgbClr val="00FFFF"/>
                </a:highlight>
                <a:latin typeface="Noto Sans" panose="020B0502040504020204" pitchFamily="34" charset="0"/>
              </a:rPr>
              <a:t>sy</a:t>
            </a:r>
            <a:r>
              <a:rPr lang="es-ES_tradnl" b="0" i="0" u="none" strike="noStrike" noProof="1">
                <a:solidFill>
                  <a:srgbClr val="000000"/>
                </a:solidFill>
                <a:effectLst/>
                <a:latin typeface="Noto Sans" panose="020B0502040504020204" pitchFamily="34" charset="0"/>
              </a:rPr>
              <a:t> </a:t>
            </a:r>
            <a:r>
              <a:rPr lang="es-ES_tradnl" b="0" i="0" u="none" strike="noStrike" noProof="1">
                <a:solidFill>
                  <a:srgbClr val="000000"/>
                </a:solidFill>
                <a:effectLst/>
                <a:highlight>
                  <a:srgbClr val="00FFFF"/>
                </a:highlight>
                <a:latin typeface="Noto Sans" panose="020B0502040504020204" pitchFamily="34" charset="0"/>
              </a:rPr>
              <a:t>deseos .</a:t>
            </a:r>
            <a:r>
              <a:rPr lang="es-ES_tradnl" b="0" i="0" u="none" strike="noStrike" noProof="1">
                <a:solidFill>
                  <a:srgbClr val="000000"/>
                </a:solidFill>
                <a:effectLst/>
                <a:latin typeface="Noto Sans" panose="020B0502040504020204" pitchFamily="34" charset="0"/>
              </a:rPr>
              <a:t> </a:t>
            </a:r>
            <a:r>
              <a:rPr lang="es-ES_tradnl" b="0" i="0" u="none" strike="noStrike" baseline="30000" noProof="1">
                <a:solidFill>
                  <a:srgbClr val="000000"/>
                </a:solidFill>
                <a:effectLst/>
                <a:latin typeface="Noto Sans" panose="020B0502040504020204" pitchFamily="34" charset="0"/>
              </a:rPr>
              <a:t>25 </a:t>
            </a:r>
            <a:r>
              <a:rPr lang="es-ES_tradnl" b="0" i="0" u="none" strike="noStrike" noProof="1">
                <a:solidFill>
                  <a:srgbClr val="000000"/>
                </a:solidFill>
                <a:effectLst/>
                <a:latin typeface="Noto Sans" panose="020B0502040504020204" pitchFamily="34" charset="0"/>
              </a:rPr>
              <a:t>¿Sí nosotros vivimos por el Espiritu, caminemos también por </a:t>
            </a:r>
            <a:r>
              <a:rPr lang="es-ES_tradnl" b="0" i="0" u="none" strike="noStrike" noProof="1">
                <a:solidFill>
                  <a:srgbClr val="000000"/>
                </a:solidFill>
                <a:effectLst/>
                <a:highlight>
                  <a:srgbClr val="00FFFF"/>
                </a:highlight>
                <a:latin typeface="Noto Sans" panose="020B0502040504020204" pitchFamily="34" charset="0"/>
              </a:rPr>
              <a:t>elE</a:t>
            </a:r>
            <a:r>
              <a:rPr lang="es-ES_tradnl" b="0" i="0" u="none" strike="noStrike" noProof="1">
                <a:solidFill>
                  <a:srgbClr val="000000"/>
                </a:solidFill>
                <a:effectLst/>
                <a:latin typeface="Noto Sans" panose="020B0502040504020204" pitchFamily="34" charset="0"/>
              </a:rPr>
              <a:t>spíritu?</a:t>
            </a:r>
          </a:p>
          <a:p>
            <a:endParaRPr lang="es-ES_tradnl" noProof="1">
              <a:solidFill>
                <a:srgbClr val="000000"/>
              </a:solidFill>
              <a:latin typeface="Noto Sans" panose="020B0502040504020204" pitchFamily="34" charset="0"/>
            </a:endParaRPr>
          </a:p>
          <a:p>
            <a:r>
              <a:rPr lang="es-ES_tradnl" b="0" i="0" u="none" strike="noStrike" baseline="30000" dirty="0">
                <a:solidFill>
                  <a:srgbClr val="000000"/>
                </a:solidFill>
                <a:effectLst/>
                <a:latin typeface="Noto Sans" panose="020B0502040504020204" pitchFamily="34" charset="0"/>
              </a:rPr>
              <a:t>22</a:t>
            </a:r>
            <a:r>
              <a:rPr lang="es-ES_tradnl" b="0" i="0" u="none" strike="noStrike" dirty="0">
                <a:solidFill>
                  <a:srgbClr val="000000"/>
                </a:solidFill>
                <a:effectLst/>
                <a:latin typeface="Noto Sans" panose="020B0502040504020204" pitchFamily="34" charset="0"/>
              </a:rPr>
              <a:t>Pero el fruto del Espíritu es amor, gozo, paz, paciencia, amabilidad, bondad, </a:t>
            </a:r>
            <a:r>
              <a:rPr lang="es-ES_tradnl" b="0" i="0" u="none" strike="noStrike" dirty="0">
                <a:solidFill>
                  <a:srgbClr val="000000"/>
                </a:solidFill>
                <a:effectLst/>
                <a:highlight>
                  <a:srgbClr val="FFFF00"/>
                </a:highlight>
                <a:latin typeface="Noto Sans" panose="020B0502040504020204" pitchFamily="34" charset="0"/>
              </a:rPr>
              <a:t>f</a:t>
            </a:r>
            <a:r>
              <a:rPr lang="es-ES_tradnl" b="0" i="0" u="none" strike="noStrike" dirty="0">
                <a:solidFill>
                  <a:srgbClr val="000000"/>
                </a:solidFill>
                <a:effectLst/>
                <a:latin typeface="Noto Sans" panose="020B0502040504020204" pitchFamily="34" charset="0"/>
              </a:rPr>
              <a:t>e, </a:t>
            </a:r>
            <a:r>
              <a:rPr lang="es-ES_tradnl" b="0" i="0" u="none" strike="noStrike" baseline="30000" dirty="0">
                <a:solidFill>
                  <a:srgbClr val="000000"/>
                </a:solidFill>
                <a:effectLst/>
                <a:latin typeface="Noto Sans" panose="020B0502040504020204" pitchFamily="34" charset="0"/>
              </a:rPr>
              <a:t>23</a:t>
            </a:r>
            <a:r>
              <a:rPr lang="es-ES_tradnl" b="0" i="0" u="none" strike="noStrike" dirty="0">
                <a:solidFill>
                  <a:srgbClr val="000000"/>
                </a:solidFill>
                <a:effectLst/>
                <a:latin typeface="Noto Sans" panose="020B0502040504020204" pitchFamily="34" charset="0"/>
              </a:rPr>
              <a:t>mansedumbre, y dominio propio; contra tales cosas no hay ley. </a:t>
            </a:r>
            <a:r>
              <a:rPr lang="es-ES_tradnl" b="0" i="0" u="none" strike="noStrike" baseline="30000" dirty="0">
                <a:solidFill>
                  <a:srgbClr val="000000"/>
                </a:solidFill>
                <a:effectLst/>
                <a:latin typeface="Noto Sans" panose="020B0502040504020204" pitchFamily="34" charset="0"/>
              </a:rPr>
              <a:t>24</a:t>
            </a:r>
            <a:r>
              <a:rPr lang="es-ES_tradnl" b="0" i="0" u="none" strike="noStrike" dirty="0">
                <a:solidFill>
                  <a:srgbClr val="000000"/>
                </a:solidFill>
                <a:effectLst/>
                <a:latin typeface="Noto Sans" panose="020B0502040504020204" pitchFamily="34" charset="0"/>
              </a:rPr>
              <a:t>Aquellos que pertenecen a </a:t>
            </a:r>
            <a:r>
              <a:rPr lang="es-ES_tradnl" b="0" i="0" u="none" strike="noStrike" dirty="0">
                <a:solidFill>
                  <a:srgbClr val="000000"/>
                </a:solidFill>
                <a:effectLst/>
                <a:highlight>
                  <a:srgbClr val="FFFF00"/>
                </a:highlight>
                <a:latin typeface="Noto Sans" panose="020B0502040504020204" pitchFamily="34" charset="0"/>
              </a:rPr>
              <a:t>Cr</a:t>
            </a:r>
            <a:r>
              <a:rPr lang="es-ES_tradnl" b="0" i="0" u="none" strike="noStrike" dirty="0">
                <a:solidFill>
                  <a:srgbClr val="000000"/>
                </a:solidFill>
                <a:effectLst/>
                <a:latin typeface="Noto Sans" panose="020B0502040504020204" pitchFamily="34" charset="0"/>
              </a:rPr>
              <a:t>isto Jesús han crucificado los deseos de la naturaleza pecaminosa con sus </a:t>
            </a:r>
            <a:r>
              <a:rPr lang="es-ES_tradnl" b="0" i="0" u="none" strike="noStrike" dirty="0">
                <a:solidFill>
                  <a:srgbClr val="000000"/>
                </a:solidFill>
                <a:effectLst/>
                <a:highlight>
                  <a:srgbClr val="FFFF00"/>
                </a:highlight>
                <a:latin typeface="Noto Sans" panose="020B0502040504020204" pitchFamily="34" charset="0"/>
              </a:rPr>
              <a:t>pasiones y</a:t>
            </a:r>
            <a:r>
              <a:rPr lang="es-ES_tradnl" b="0" i="0" u="none" strike="noStrike" dirty="0">
                <a:solidFill>
                  <a:srgbClr val="000000"/>
                </a:solidFill>
                <a:effectLst/>
                <a:latin typeface="Noto Sans" panose="020B0502040504020204" pitchFamily="34" charset="0"/>
              </a:rPr>
              <a:t> deseos. </a:t>
            </a:r>
            <a:r>
              <a:rPr lang="es-ES_tradnl" b="0" i="0" u="none" strike="noStrike" baseline="30000" dirty="0">
                <a:solidFill>
                  <a:srgbClr val="000000"/>
                </a:solidFill>
                <a:effectLst/>
                <a:latin typeface="Noto Sans" panose="020B0502040504020204" pitchFamily="34" charset="0"/>
              </a:rPr>
              <a:t>25</a:t>
            </a:r>
            <a:r>
              <a:rPr lang="es-ES_tradnl" b="0" i="0" u="none" strike="noStrike" dirty="0">
                <a:solidFill>
                  <a:srgbClr val="000000"/>
                </a:solidFill>
                <a:effectLst/>
                <a:latin typeface="Noto Sans" panose="020B0502040504020204" pitchFamily="34" charset="0"/>
              </a:rPr>
              <a:t>Si nosotros vivimos por el Espíritu, caminemos también por </a:t>
            </a:r>
            <a:r>
              <a:rPr lang="es-ES_tradnl" b="0" i="0" u="none" strike="noStrike" dirty="0">
                <a:solidFill>
                  <a:srgbClr val="000000"/>
                </a:solidFill>
                <a:effectLst/>
                <a:highlight>
                  <a:srgbClr val="FFFF00"/>
                </a:highlight>
                <a:latin typeface="Noto Sans" panose="020B0502040504020204" pitchFamily="34" charset="0"/>
              </a:rPr>
              <a:t>el E</a:t>
            </a:r>
            <a:r>
              <a:rPr lang="es-ES_tradnl" b="0" i="0" u="none" strike="noStrike" dirty="0">
                <a:solidFill>
                  <a:srgbClr val="000000"/>
                </a:solidFill>
                <a:effectLst/>
                <a:latin typeface="Noto Sans" panose="020B0502040504020204" pitchFamily="34" charset="0"/>
              </a:rPr>
              <a:t>spíritu. </a:t>
            </a:r>
            <a:r>
              <a:rPr lang="es-ES_tradnl" b="0" i="0" u="none" strike="noStrike" noProof="1">
                <a:solidFill>
                  <a:srgbClr val="000000"/>
                </a:solidFill>
                <a:effectLst/>
                <a:latin typeface="Noto Sans" panose="020B0502040504020204" pitchFamily="34" charset="0"/>
              </a:rPr>
              <a:t> </a:t>
            </a:r>
            <a:endParaRPr lang="es-ES_tradnl" noProof="1"/>
          </a:p>
        </p:txBody>
      </p:sp>
    </p:spTree>
    <p:extLst>
      <p:ext uri="{BB962C8B-B14F-4D97-AF65-F5344CB8AC3E}">
        <p14:creationId xmlns:p14="http://schemas.microsoft.com/office/powerpoint/2010/main" val="3317264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C764A8-1275-CE59-EC1B-E64AE9D07D18}"/>
              </a:ext>
            </a:extLst>
          </p:cNvPr>
          <p:cNvSpPr txBox="1"/>
          <p:nvPr/>
        </p:nvSpPr>
        <p:spPr>
          <a:xfrm>
            <a:off x="190005" y="653143"/>
            <a:ext cx="8467107" cy="6278642"/>
          </a:xfrm>
          <a:prstGeom prst="rect">
            <a:avLst/>
          </a:prstGeom>
          <a:noFill/>
        </p:spPr>
        <p:txBody>
          <a:bodyPr wrap="square" rtlCol="0">
            <a:spAutoFit/>
          </a:bodyPr>
          <a:lstStyle/>
          <a:p>
            <a:pPr algn="l"/>
            <a:r>
              <a:rPr lang="es-ES_tradnl" b="1" i="0" u="none" strike="noStrike" noProof="1">
                <a:solidFill>
                  <a:srgbClr val="33445C"/>
                </a:solidFill>
                <a:effectLst/>
                <a:latin typeface="Atkinson Hyperlegible"/>
              </a:rPr>
              <a:t>Chapter One</a:t>
            </a:r>
          </a:p>
          <a:p>
            <a:pPr algn="l"/>
            <a:r>
              <a:rPr lang="es-ES_tradnl" sz="1200" b="0" i="0" u="none" strike="noStrike" baseline="30000" noProof="1">
                <a:solidFill>
                  <a:srgbClr val="5D7596"/>
                </a:solidFill>
                <a:effectLst/>
                <a:latin typeface="+mj-lt"/>
              </a:rPr>
              <a:t>1</a:t>
            </a:r>
            <a:r>
              <a:rPr lang="es-ES_tradnl" sz="1200" b="0" i="0" u="none" strike="noStrike" noProof="1">
                <a:solidFill>
                  <a:srgbClr val="33445C"/>
                </a:solidFill>
                <a:effectLst/>
                <a:latin typeface="+mj-lt"/>
              </a:rPr>
              <a:t> That which was from the beginning, which we have heard, which we have seen with our eyes, which we have looked at and our hands have touched, concerning the Word of life— </a:t>
            </a:r>
            <a:r>
              <a:rPr lang="es-ES_tradnl" sz="1200" b="0" i="0" u="none" strike="noStrike" baseline="30000" noProof="1">
                <a:solidFill>
                  <a:srgbClr val="5D7596"/>
                </a:solidFill>
                <a:effectLst/>
                <a:latin typeface="+mj-lt"/>
              </a:rPr>
              <a:t>2</a:t>
            </a:r>
            <a:r>
              <a:rPr lang="es-ES_tradnl" sz="1200" b="0" i="0" u="none" strike="noStrike" noProof="1">
                <a:solidFill>
                  <a:srgbClr val="33445C"/>
                </a:solidFill>
                <a:effectLst/>
                <a:latin typeface="+mj-lt"/>
              </a:rPr>
              <a:t> the life was made known, and we have seen and testify and proclaim to you the eternal life, which was with the Father, and which has been made known to us. </a:t>
            </a:r>
            <a:r>
              <a:rPr lang="es-ES_tradnl" sz="1200" b="0" i="0" u="none" strike="noStrike" baseline="30000" noProof="1">
                <a:solidFill>
                  <a:srgbClr val="5D7596"/>
                </a:solidFill>
                <a:effectLst/>
                <a:latin typeface="+mj-lt"/>
              </a:rPr>
              <a:t>3</a:t>
            </a:r>
            <a:r>
              <a:rPr lang="es-ES_tradnl" sz="1200" b="0" i="0" u="none" strike="noStrike" noProof="1">
                <a:solidFill>
                  <a:srgbClr val="33445C"/>
                </a:solidFill>
                <a:effectLst/>
                <a:latin typeface="+mj-lt"/>
              </a:rPr>
              <a:t> That which we have seen and heard we declare also to you, so you also will have fellowship with us. Our fellowship is with the Father and with his Son, Jesus Christ. </a:t>
            </a:r>
            <a:r>
              <a:rPr lang="es-ES_tradnl" sz="1200" b="0" i="0" u="none" strike="noStrike" baseline="30000" noProof="1">
                <a:solidFill>
                  <a:srgbClr val="5D7596"/>
                </a:solidFill>
                <a:effectLst/>
                <a:latin typeface="+mj-lt"/>
              </a:rPr>
              <a:t>4</a:t>
            </a:r>
            <a:r>
              <a:rPr lang="es-ES_tradnl" sz="1200" b="0" i="0" u="none" strike="noStrike" noProof="1">
                <a:solidFill>
                  <a:srgbClr val="33445C"/>
                </a:solidFill>
                <a:effectLst/>
                <a:latin typeface="+mj-lt"/>
              </a:rPr>
              <a:t> Also, we are writing these things to you so that our joy will be complete. </a:t>
            </a:r>
            <a:r>
              <a:rPr lang="es-ES_tradnl" sz="1200" b="0" i="0" u="sng" strike="noStrike" baseline="30000" noProof="1">
                <a:solidFill>
                  <a:srgbClr val="33445C"/>
                </a:solidFill>
                <a:effectLst/>
                <a:latin typeface="+mj-lt"/>
                <a:hlinkClick r:id="rId2"/>
              </a:rPr>
              <a:t>1</a:t>
            </a:r>
            <a:endParaRPr lang="es-ES_tradnl" sz="1200" b="0" i="0" u="none" strike="noStrike" noProof="1">
              <a:solidFill>
                <a:srgbClr val="33445C"/>
              </a:solidFill>
              <a:effectLst/>
              <a:latin typeface="+mj-lt"/>
            </a:endParaRPr>
          </a:p>
          <a:p>
            <a:r>
              <a:rPr lang="es-ES_tradnl" sz="1200" b="0" i="0" u="none" strike="noStrike" baseline="30000" noProof="1">
                <a:solidFill>
                  <a:srgbClr val="5D7596"/>
                </a:solidFill>
                <a:effectLst/>
                <a:latin typeface="+mj-lt"/>
              </a:rPr>
              <a:t>5</a:t>
            </a:r>
            <a:r>
              <a:rPr lang="es-ES_tradnl" sz="1200" b="0" i="0" u="none" strike="noStrike" noProof="1">
                <a:solidFill>
                  <a:srgbClr val="33445C"/>
                </a:solidFill>
                <a:effectLst/>
                <a:latin typeface="+mj-lt"/>
              </a:rPr>
              <a:t> This is the message that we have heard from him and are proclaiming to you: God is light, and in him there is no darkness at all. </a:t>
            </a:r>
            <a:r>
              <a:rPr lang="es-ES_tradnl" sz="1200" b="0" i="0" u="none" strike="noStrike" baseline="30000" noProof="1">
                <a:solidFill>
                  <a:srgbClr val="5D7596"/>
                </a:solidFill>
                <a:effectLst/>
                <a:latin typeface="+mj-lt"/>
              </a:rPr>
              <a:t>6</a:t>
            </a:r>
            <a:r>
              <a:rPr lang="es-ES_tradnl" sz="1200" b="0" i="0" u="none" strike="noStrike" noProof="1">
                <a:solidFill>
                  <a:srgbClr val="33445C"/>
                </a:solidFill>
                <a:effectLst/>
                <a:latin typeface="+mj-lt"/>
              </a:rPr>
              <a:t> If we say that we have fellowship with him and walk in darkness, we are lying and are not practicing the truth. </a:t>
            </a:r>
            <a:r>
              <a:rPr lang="es-ES_tradnl" sz="1200" b="0" i="0" u="none" strike="noStrike" baseline="30000" noProof="1">
                <a:solidFill>
                  <a:srgbClr val="5D7596"/>
                </a:solidFill>
                <a:effectLst/>
                <a:latin typeface="+mj-lt"/>
              </a:rPr>
              <a:t>7</a:t>
            </a:r>
            <a:r>
              <a:rPr lang="es-ES_tradnl" sz="1200" b="0" i="0" u="none" strike="noStrike" noProof="1">
                <a:solidFill>
                  <a:srgbClr val="33445C"/>
                </a:solidFill>
                <a:effectLst/>
                <a:latin typeface="+mj-lt"/>
              </a:rPr>
              <a:t> But if we walk in the light as he is in the light, we have fellowship with one another, and the blood of Jesus his Son cleanses us from every sin. </a:t>
            </a:r>
            <a:r>
              <a:rPr lang="es-ES_tradnl" sz="1200" b="0" i="0" u="none" strike="noStrike" baseline="30000" noProof="1">
                <a:solidFill>
                  <a:srgbClr val="5D7596"/>
                </a:solidFill>
                <a:effectLst/>
                <a:latin typeface="+mj-lt"/>
              </a:rPr>
              <a:t>8</a:t>
            </a:r>
            <a:r>
              <a:rPr lang="es-ES_tradnl" sz="1200" b="0" i="0" u="none" strike="noStrike" noProof="1">
                <a:solidFill>
                  <a:srgbClr val="33445C"/>
                </a:solidFill>
                <a:effectLst/>
                <a:latin typeface="+mj-lt"/>
              </a:rPr>
              <a:t> If we say that we have no sin, we are deceiving ourselves, and the truth is not in us. </a:t>
            </a:r>
            <a:r>
              <a:rPr lang="es-ES_tradnl" sz="1200" b="0" i="0" u="none" strike="noStrike" baseline="30000" noProof="1">
                <a:solidFill>
                  <a:srgbClr val="5D7596"/>
                </a:solidFill>
                <a:effectLst/>
                <a:latin typeface="+mj-lt"/>
              </a:rPr>
              <a:t>9</a:t>
            </a:r>
            <a:r>
              <a:rPr lang="es-ES_tradnl" sz="1200" b="0" i="0" u="none" strike="noStrike" noProof="1">
                <a:solidFill>
                  <a:srgbClr val="33445C"/>
                </a:solidFill>
                <a:effectLst/>
                <a:latin typeface="+mj-lt"/>
              </a:rPr>
              <a:t> But if we confess our sins, he is faithful and just to forgive us our sins and cleanse us from all unrighteousness. </a:t>
            </a:r>
            <a:r>
              <a:rPr lang="es-ES_tradnl" sz="1200" b="0" i="0" u="none" strike="noStrike" baseline="30000" noProof="1">
                <a:solidFill>
                  <a:srgbClr val="5D7596"/>
                </a:solidFill>
                <a:effectLst/>
                <a:latin typeface="+mj-lt"/>
              </a:rPr>
              <a:t>10</a:t>
            </a:r>
            <a:r>
              <a:rPr lang="es-ES_tradnl" sz="1200" b="0" i="0" u="none" strike="noStrike" noProof="1">
                <a:solidFill>
                  <a:srgbClr val="33445C"/>
                </a:solidFill>
                <a:effectLst/>
                <a:latin typeface="+mj-lt"/>
              </a:rPr>
              <a:t> If we say that we have not sinned, we make him out to be a liar, and his word is not in us.</a:t>
            </a:r>
          </a:p>
          <a:p>
            <a:endParaRPr lang="es-ES_tradnl" sz="1200" noProof="1">
              <a:solidFill>
                <a:srgbClr val="33445C"/>
              </a:solidFill>
              <a:latin typeface="+mj-lt"/>
            </a:endParaRPr>
          </a:p>
          <a:p>
            <a:r>
              <a:rPr lang="es-ES_tradnl" sz="1200" b="1" i="1" noProof="1">
                <a:solidFill>
                  <a:srgbClr val="33445C"/>
                </a:solidFill>
                <a:latin typeface="+mj-lt"/>
              </a:rPr>
              <a:t>2</a:t>
            </a:r>
            <a:endParaRPr lang="es-ES_tradnl" sz="1200" noProof="1">
              <a:solidFill>
                <a:srgbClr val="33445C"/>
              </a:solidFill>
              <a:latin typeface="Castellar" panose="020F0502020204030204" pitchFamily="34" charset="0"/>
            </a:endParaRPr>
          </a:p>
          <a:p>
            <a:r>
              <a:rPr lang="es-ES_tradnl" sz="1200" b="0" i="0" u="none" strike="noStrike" baseline="30000" noProof="1">
                <a:solidFill>
                  <a:srgbClr val="5D7596"/>
                </a:solidFill>
                <a:effectLst/>
                <a:latin typeface="+mj-lt"/>
              </a:rPr>
              <a:t>1</a:t>
            </a:r>
            <a:r>
              <a:rPr lang="es-ES_tradnl" sz="1200" b="0" i="0" u="none" strike="noStrike" noProof="1">
                <a:solidFill>
                  <a:srgbClr val="33445C"/>
                </a:solidFill>
                <a:effectLst/>
                <a:latin typeface="+mj-lt"/>
              </a:rPr>
              <a:t> Children, I am writing these things to you so that you will not sin. But if anyone sins, we have an advocate with the Father, Jesus Christ, the one who is righteous. </a:t>
            </a:r>
            <a:r>
              <a:rPr lang="es-ES_tradnl" sz="1200" b="0" i="0" u="none" strike="noStrike" baseline="30000" noProof="1">
                <a:solidFill>
                  <a:srgbClr val="5D7596"/>
                </a:solidFill>
                <a:effectLst/>
                <a:latin typeface="+mj-lt"/>
              </a:rPr>
              <a:t>2</a:t>
            </a:r>
            <a:r>
              <a:rPr lang="es-ES_tradnl" sz="1200" b="0" i="0" u="none" strike="noStrike" noProof="1">
                <a:solidFill>
                  <a:srgbClr val="33445C"/>
                </a:solidFill>
                <a:effectLst/>
                <a:latin typeface="+mj-lt"/>
              </a:rPr>
              <a:t> He is the atoning sacrifice for our sins, and not for ours only, but also for the whole world. </a:t>
            </a:r>
            <a:r>
              <a:rPr lang="es-ES_tradnl" sz="1200" b="0" i="0" u="none" strike="noStrike" baseline="30000" noProof="1">
                <a:solidFill>
                  <a:srgbClr val="5D7596"/>
                </a:solidFill>
                <a:effectLst/>
                <a:latin typeface="+mj-lt"/>
              </a:rPr>
              <a:t>3</a:t>
            </a:r>
            <a:r>
              <a:rPr lang="es-ES_tradnl" sz="1200" b="0" i="0" u="none" strike="noStrike" noProof="1">
                <a:solidFill>
                  <a:srgbClr val="33445C"/>
                </a:solidFill>
                <a:effectLst/>
                <a:latin typeface="+mj-lt"/>
              </a:rPr>
              <a:t> We know that we have come to know him, if we keep his commandments. </a:t>
            </a:r>
            <a:r>
              <a:rPr lang="es-ES_tradnl" sz="1200" b="0" i="0" u="none" strike="noStrike" baseline="30000" noProof="1">
                <a:solidFill>
                  <a:srgbClr val="5D7596"/>
                </a:solidFill>
                <a:effectLst/>
                <a:latin typeface="+mj-lt"/>
              </a:rPr>
              <a:t>4</a:t>
            </a:r>
            <a:r>
              <a:rPr lang="es-ES_tradnl" sz="1200" b="0" i="0" u="none" strike="noStrike" noProof="1">
                <a:solidFill>
                  <a:srgbClr val="33445C"/>
                </a:solidFill>
                <a:effectLst/>
                <a:latin typeface="+mj-lt"/>
              </a:rPr>
              <a:t> The one who says "I know God" but does not keep his commandments is a liar, and the truth is not in him. </a:t>
            </a:r>
            <a:r>
              <a:rPr lang="es-ES_tradnl" sz="1200" b="0" i="0" u="none" strike="noStrike" baseline="30000" noProof="1">
                <a:solidFill>
                  <a:srgbClr val="5D7596"/>
                </a:solidFill>
                <a:effectLst/>
                <a:latin typeface="+mj-lt"/>
              </a:rPr>
              <a:t>5</a:t>
            </a:r>
            <a:r>
              <a:rPr lang="es-ES_tradnl" sz="1200" b="0" i="0" u="none" strike="noStrike" noProof="1">
                <a:solidFill>
                  <a:srgbClr val="33445C"/>
                </a:solidFill>
                <a:effectLst/>
                <a:latin typeface="+mj-lt"/>
              </a:rPr>
              <a:t> But whoever keeps his word, in him truly the love of God has been perfected. By this we know that we are in him: </a:t>
            </a:r>
            <a:r>
              <a:rPr lang="es-ES_tradnl" sz="1200" b="0" i="0" u="none" strike="noStrike" baseline="30000" noProof="1">
                <a:solidFill>
                  <a:srgbClr val="5D7596"/>
                </a:solidFill>
                <a:effectLst/>
                <a:latin typeface="+mj-lt"/>
              </a:rPr>
              <a:t>6</a:t>
            </a:r>
            <a:r>
              <a:rPr lang="es-ES_tradnl" sz="1200" b="0" i="0" u="none" strike="noStrike" noProof="1">
                <a:solidFill>
                  <a:srgbClr val="33445C"/>
                </a:solidFill>
                <a:effectLst/>
                <a:latin typeface="+mj-lt"/>
              </a:rPr>
              <a:t> whoever says that he remains in God should himself also walk just as he walked.</a:t>
            </a:r>
          </a:p>
          <a:p>
            <a:endParaRPr lang="es-ES_tradnl" sz="1200" noProof="1">
              <a:solidFill>
                <a:srgbClr val="33445C"/>
              </a:solidFill>
            </a:endParaRPr>
          </a:p>
          <a:p>
            <a:r>
              <a:rPr lang="es-ES_tradnl" sz="1200" noProof="1">
                <a:solidFill>
                  <a:srgbClr val="33445C"/>
                </a:solidFill>
                <a:latin typeface="Castellar" panose="020F0502020204030204" pitchFamily="34" charset="0"/>
              </a:rPr>
              <a:t>Chpater 2</a:t>
            </a:r>
          </a:p>
          <a:p>
            <a:endParaRPr lang="es-ES_tradnl" sz="1200" b="1" noProof="1">
              <a:solidFill>
                <a:srgbClr val="33445C"/>
              </a:solidFill>
            </a:endParaRPr>
          </a:p>
          <a:p>
            <a:r>
              <a:rPr lang="es-ES_tradnl" sz="1200" b="0" i="0" u="none" strike="noStrike" baseline="30000" noProof="1">
                <a:solidFill>
                  <a:srgbClr val="5D7596"/>
                </a:solidFill>
                <a:effectLst/>
              </a:rPr>
              <a:t>1</a:t>
            </a:r>
            <a:r>
              <a:rPr lang="es-ES_tradnl" sz="1200" b="0" i="0" u="none" strike="noStrike" noProof="1">
                <a:solidFill>
                  <a:srgbClr val="33445C"/>
                </a:solidFill>
                <a:effectLst/>
              </a:rPr>
              <a:t> See what kind of love the Father has given to us, that we should be called children of God, and this is what we are. For this reason, the world does not know us, because it did not know him. </a:t>
            </a:r>
            <a:r>
              <a:rPr lang="es-ES_tradnl" sz="1200" b="0" i="0" u="sng" strike="noStrike" baseline="30000" noProof="1">
                <a:solidFill>
                  <a:srgbClr val="33445C"/>
                </a:solidFill>
                <a:effectLst/>
                <a:hlinkClick r:id="rId2"/>
              </a:rPr>
              <a:t>1</a:t>
            </a:r>
            <a:r>
              <a:rPr lang="es-ES_tradnl" sz="1200" b="0" i="0" u="none" strike="noStrike" noProof="1">
                <a:solidFill>
                  <a:srgbClr val="33445C"/>
                </a:solidFill>
                <a:effectLst/>
              </a:rPr>
              <a:t> </a:t>
            </a:r>
            <a:r>
              <a:rPr lang="es-ES_tradnl" sz="1200" b="0" i="0" u="none" strike="noStrike" baseline="30000" noProof="1">
                <a:solidFill>
                  <a:srgbClr val="5D7596"/>
                </a:solidFill>
                <a:effectLst/>
              </a:rPr>
              <a:t>2</a:t>
            </a:r>
            <a:r>
              <a:rPr lang="es-ES_tradnl" sz="1200" b="0" i="0" u="none" strike="noStrike" noProof="1">
                <a:solidFill>
                  <a:srgbClr val="33445C"/>
                </a:solidFill>
                <a:effectLst/>
              </a:rPr>
              <a:t> Beloved, we are now children of God, and it has not yet been revealed what we will be. We know that when Christ appears, we will be like him, for we will see him just as he is. </a:t>
            </a:r>
            <a:r>
              <a:rPr lang="es-ES_tradnl" sz="1200" b="0" i="0" u="none" strike="noStrike" baseline="30000" noProof="1">
                <a:solidFill>
                  <a:srgbClr val="5D7596"/>
                </a:solidFill>
                <a:effectLst/>
              </a:rPr>
              <a:t>3</a:t>
            </a:r>
            <a:r>
              <a:rPr lang="es-ES_tradnl" sz="1200" b="0" i="0" u="none" strike="noStrike" noProof="1">
                <a:solidFill>
                  <a:srgbClr val="33445C"/>
                </a:solidFill>
                <a:effectLst/>
              </a:rPr>
              <a:t> Everyone who has this hope in him purifies himself just as he is pure. </a:t>
            </a:r>
            <a:r>
              <a:rPr lang="es-ES_tradnl" sz="1200" b="0" i="0" u="none" strike="noStrike" baseline="30000" noProof="1">
                <a:solidFill>
                  <a:srgbClr val="5D7596"/>
                </a:solidFill>
                <a:effectLst/>
              </a:rPr>
              <a:t>4</a:t>
            </a:r>
            <a:r>
              <a:rPr lang="es-ES_tradnl" sz="1200" b="0" i="0" u="none" strike="noStrike" noProof="1">
                <a:solidFill>
                  <a:srgbClr val="33445C"/>
                </a:solidFill>
                <a:effectLst/>
              </a:rPr>
              <a:t> Everyone who sins is committing acts of lawlessness, for sin is lawlessness. </a:t>
            </a:r>
            <a:r>
              <a:rPr lang="es-ES_tradnl" sz="1200" b="0" i="0" u="none" strike="noStrike" baseline="30000" noProof="1">
                <a:solidFill>
                  <a:srgbClr val="5D7596"/>
                </a:solidFill>
                <a:effectLst/>
              </a:rPr>
              <a:t>5</a:t>
            </a:r>
            <a:r>
              <a:rPr lang="es-ES_tradnl" sz="1200" b="0" i="0" u="none" strike="noStrike" noProof="1">
                <a:solidFill>
                  <a:srgbClr val="33445C"/>
                </a:solidFill>
                <a:effectLst/>
              </a:rPr>
              <a:t> You know that Christ was revealed in order to take away sins, and in him there is no sin. </a:t>
            </a:r>
            <a:r>
              <a:rPr lang="es-ES_tradnl" sz="1200" b="0" i="0" u="none" strike="noStrike" baseline="30000" noProof="1">
                <a:solidFill>
                  <a:srgbClr val="5D7596"/>
                </a:solidFill>
                <a:effectLst/>
              </a:rPr>
              <a:t>6</a:t>
            </a:r>
            <a:r>
              <a:rPr lang="es-ES_tradnl" sz="1200" b="0" i="0" u="none" strike="noStrike" noProof="1">
                <a:solidFill>
                  <a:srgbClr val="33445C"/>
                </a:solidFill>
                <a:effectLst/>
              </a:rPr>
              <a:t>No one who remains in him will keep on sinning. No one who continues to sin has seen him or known him. </a:t>
            </a:r>
            <a:r>
              <a:rPr lang="es-ES_tradnl" sz="1200" b="0" i="0" u="none" strike="noStrike" baseline="30000" noProof="1">
                <a:solidFill>
                  <a:srgbClr val="5D7596"/>
                </a:solidFill>
                <a:effectLst/>
              </a:rPr>
              <a:t>7</a:t>
            </a:r>
            <a:r>
              <a:rPr lang="es-ES_tradnl" sz="1200" b="0" i="0" u="none" strike="noStrike" noProof="1">
                <a:solidFill>
                  <a:srgbClr val="33445C"/>
                </a:solidFill>
                <a:effectLst/>
              </a:rPr>
              <a:t> Children, do not let anyone lead you astray. The one who does righteousness is righteous, just as Christ is righteous. </a:t>
            </a:r>
            <a:r>
              <a:rPr lang="es-ES_tradnl" sz="1200" b="0" i="0" u="none" strike="noStrike" baseline="30000" noProof="1">
                <a:solidFill>
                  <a:srgbClr val="5D7596"/>
                </a:solidFill>
                <a:effectLst/>
              </a:rPr>
              <a:t>8</a:t>
            </a:r>
            <a:r>
              <a:rPr lang="es-ES_tradnl" sz="1200" b="0" i="0" u="none" strike="noStrike" noProof="1">
                <a:solidFill>
                  <a:srgbClr val="33445C"/>
                </a:solidFill>
                <a:effectLst/>
              </a:rPr>
              <a:t> The one who commits sin is from the devil, for the devil has sinned from the beginning. For this reason the Son of God was revealed, so that he would destroy the devil's works. </a:t>
            </a:r>
            <a:endParaRPr lang="es-ES_tradnl" sz="1200" noProof="1"/>
          </a:p>
        </p:txBody>
      </p:sp>
      <p:sp>
        <p:nvSpPr>
          <p:cNvPr id="3" name="TextBox 2">
            <a:extLst>
              <a:ext uri="{FF2B5EF4-FFF2-40B4-BE49-F238E27FC236}">
                <a16:creationId xmlns:a16="http://schemas.microsoft.com/office/drawing/2014/main" id="{A0E6FF3E-37A3-FB04-A3EE-F01B48BFC23E}"/>
              </a:ext>
            </a:extLst>
          </p:cNvPr>
          <p:cNvSpPr txBox="1"/>
          <p:nvPr/>
        </p:nvSpPr>
        <p:spPr>
          <a:xfrm>
            <a:off x="3348842" y="329977"/>
            <a:ext cx="1412730" cy="646331"/>
          </a:xfrm>
          <a:prstGeom prst="rect">
            <a:avLst/>
          </a:prstGeom>
          <a:noFill/>
        </p:spPr>
        <p:txBody>
          <a:bodyPr wrap="square" rtlCol="0">
            <a:spAutoFit/>
          </a:bodyPr>
          <a:lstStyle/>
          <a:p>
            <a:r>
              <a:rPr lang="es-ES_tradnl" b="1" noProof="1">
                <a:highlight>
                  <a:srgbClr val="FFFF00"/>
                </a:highlight>
                <a:latin typeface="Arial" panose="020B0604020202020204" pitchFamily="34" charset="0"/>
                <a:ea typeface="Calibri" panose="020F0502020204030204" pitchFamily="34" charset="0"/>
                <a:cs typeface="Times New Roman" panose="02020603050405020304" pitchFamily="18" charset="0"/>
              </a:rPr>
              <a:t>Capítulos</a:t>
            </a:r>
            <a:endParaRPr lang="es-ES_tradnl" sz="1800" b="1" noProof="1">
              <a:effectLst/>
              <a:highlight>
                <a:srgbClr val="FFFF00"/>
              </a:highlight>
              <a:latin typeface="Arial" panose="020B0604020202020204" pitchFamily="34" charset="0"/>
              <a:ea typeface="Calibri" panose="020F0502020204030204" pitchFamily="34" charset="0"/>
              <a:cs typeface="Times New Roman" panose="02020603050405020304" pitchFamily="18" charset="0"/>
            </a:endParaRPr>
          </a:p>
          <a:p>
            <a:endParaRPr lang="es-ES_tradnl" noProof="1"/>
          </a:p>
        </p:txBody>
      </p:sp>
    </p:spTree>
    <p:extLst>
      <p:ext uri="{BB962C8B-B14F-4D97-AF65-F5344CB8AC3E}">
        <p14:creationId xmlns:p14="http://schemas.microsoft.com/office/powerpoint/2010/main" val="2607088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90313B-D68D-4E67-DF0D-E0236C1D5A8E}"/>
              </a:ext>
            </a:extLst>
          </p:cNvPr>
          <p:cNvSpPr txBox="1"/>
          <p:nvPr/>
        </p:nvSpPr>
        <p:spPr>
          <a:xfrm>
            <a:off x="368136" y="3429000"/>
            <a:ext cx="6400800" cy="2677656"/>
          </a:xfrm>
          <a:prstGeom prst="rect">
            <a:avLst/>
          </a:prstGeom>
          <a:noFill/>
        </p:spPr>
        <p:txBody>
          <a:bodyPr wrap="square" rtlCol="0">
            <a:spAutoFit/>
          </a:bodyPr>
          <a:lstStyle/>
          <a:p>
            <a:pPr marL="457200" indent="-457200">
              <a:buFont typeface="Arial" panose="020B0604020202020204" pitchFamily="34" charset="0"/>
              <a:buChar char="•"/>
            </a:pPr>
            <a:r>
              <a:rPr lang="es-ES_tradnl" sz="2800" b="1" noProof="1"/>
              <a:t>Un capítulo a la vez</a:t>
            </a:r>
          </a:p>
          <a:p>
            <a:pPr marL="457200" indent="-457200">
              <a:buFont typeface="Arial" panose="020B0604020202020204" pitchFamily="34" charset="0"/>
              <a:buChar char="•"/>
            </a:pPr>
            <a:r>
              <a:rPr lang="es-ES_tradnl" sz="2800" b="1" noProof="1"/>
              <a:t>Una catagoría a la vez</a:t>
            </a:r>
          </a:p>
          <a:p>
            <a:pPr marL="457200" indent="-457200">
              <a:buFont typeface="Arial" panose="020B0604020202020204" pitchFamily="34" charset="0"/>
              <a:buChar char="•"/>
            </a:pPr>
            <a:r>
              <a:rPr lang="es-ES_tradnl" sz="2800" b="1" noProof="1"/>
              <a:t>Marque las correcciónes.</a:t>
            </a:r>
          </a:p>
          <a:p>
            <a:pPr marL="457200" indent="-457200">
              <a:buFont typeface="Arial" panose="020B0604020202020204" pitchFamily="34" charset="0"/>
              <a:buChar char="•"/>
            </a:pPr>
            <a:r>
              <a:rPr lang="es-ES_tradnl" sz="2800" b="1" noProof="1"/>
              <a:t>Una vez chequeado, marque la casilla en el cotejo de correcciónes de prueba.</a:t>
            </a:r>
          </a:p>
        </p:txBody>
      </p:sp>
      <p:sp>
        <p:nvSpPr>
          <p:cNvPr id="7" name="TextBox 6">
            <a:extLst>
              <a:ext uri="{FF2B5EF4-FFF2-40B4-BE49-F238E27FC236}">
                <a16:creationId xmlns:a16="http://schemas.microsoft.com/office/drawing/2014/main" id="{F09D1E70-A778-AB73-3A8D-5D5C5F2D2F1E}"/>
              </a:ext>
            </a:extLst>
          </p:cNvPr>
          <p:cNvSpPr txBox="1"/>
          <p:nvPr/>
        </p:nvSpPr>
        <p:spPr>
          <a:xfrm>
            <a:off x="6436423" y="3114846"/>
            <a:ext cx="2434442" cy="3093154"/>
          </a:xfrm>
          <a:prstGeom prst="rect">
            <a:avLst/>
          </a:prstGeom>
          <a:noFill/>
        </p:spPr>
        <p:txBody>
          <a:bodyPr wrap="square" rtlCol="0">
            <a:spAutoFit/>
          </a:bodyPr>
          <a:lstStyle/>
          <a:p>
            <a:pPr marL="0" marR="0">
              <a:spcBef>
                <a:spcPts val="600"/>
              </a:spcBef>
              <a:buNone/>
            </a:pPr>
            <a:r>
              <a:rPr lang="en-US" sz="1500" b="1" kern="100" dirty="0" err="1">
                <a:effectLst/>
                <a:latin typeface="Aptos" panose="020B0004020202020204" pitchFamily="34" charset="0"/>
                <a:ea typeface="Aptos" panose="020B0004020202020204" pitchFamily="34" charset="0"/>
                <a:cs typeface="Times New Roman" panose="02020603050405020304" pitchFamily="18" charset="0"/>
              </a:rPr>
              <a:t>Capítulo</a:t>
            </a:r>
            <a:r>
              <a:rPr lang="en-US" sz="1500" b="1" kern="100" dirty="0">
                <a:effectLst/>
                <a:latin typeface="Aptos" panose="020B0004020202020204" pitchFamily="34" charset="0"/>
                <a:ea typeface="Aptos" panose="020B0004020202020204" pitchFamily="34" charset="0"/>
                <a:cs typeface="Times New Roman" panose="02020603050405020304" pitchFamily="18" charset="0"/>
              </a:rPr>
              <a:t> 5 (48 </a:t>
            </a:r>
            <a:r>
              <a:rPr lang="en-US" sz="1500" b="1" kern="100" dirty="0" err="1">
                <a:effectLst/>
                <a:latin typeface="Aptos" panose="020B0004020202020204" pitchFamily="34" charset="0"/>
                <a:ea typeface="Aptos" panose="020B0004020202020204" pitchFamily="34" charset="0"/>
                <a:cs typeface="Times New Roman" panose="02020603050405020304" pitchFamily="18" charset="0"/>
              </a:rPr>
              <a:t>versículos</a:t>
            </a:r>
            <a:r>
              <a:rPr lang="en-US" sz="15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US" sz="1500" kern="100" dirty="0">
              <a:effectLst/>
              <a:latin typeface="Aptos" panose="020B0004020202020204" pitchFamily="34" charset="0"/>
              <a:ea typeface="Aptos" panose="020B0004020202020204" pitchFamily="34" charset="0"/>
              <a:cs typeface="Cordia New" panose="020B0304020202020204" pitchFamily="34" charset="-34"/>
            </a:endParaRPr>
          </a:p>
          <a:p>
            <a:pPr marL="342900" marR="0" lvl="0" indent="-342900">
              <a:buFont typeface="Wingdings" pitchFamily="2" charset="2"/>
              <a:buChar char="o"/>
            </a:pPr>
            <a:r>
              <a:rPr lang="en-US" sz="1500" kern="100" dirty="0" err="1">
                <a:effectLst/>
                <a:latin typeface="Aptos" panose="020B0004020202020204" pitchFamily="34" charset="0"/>
                <a:ea typeface="Aptos" panose="020B0004020202020204" pitchFamily="34" charset="0"/>
                <a:cs typeface="Times New Roman" panose="02020603050405020304" pitchFamily="18" charset="0"/>
              </a:rPr>
              <a:t>Números</a:t>
            </a:r>
            <a:r>
              <a:rPr lang="en-US" sz="1500" kern="100" dirty="0">
                <a:effectLst/>
                <a:latin typeface="Aptos" panose="020B0004020202020204" pitchFamily="34" charset="0"/>
                <a:ea typeface="Aptos" panose="020B0004020202020204" pitchFamily="34" charset="0"/>
                <a:cs typeface="Times New Roman" panose="02020603050405020304" pitchFamily="18" charset="0"/>
              </a:rPr>
              <a:t> de </a:t>
            </a:r>
            <a:r>
              <a:rPr lang="en-US" sz="1500" kern="100" dirty="0" err="1">
                <a:effectLst/>
                <a:latin typeface="Aptos" panose="020B0004020202020204" pitchFamily="34" charset="0"/>
                <a:ea typeface="Aptos" panose="020B0004020202020204" pitchFamily="34" charset="0"/>
                <a:cs typeface="Times New Roman" panose="02020603050405020304" pitchFamily="18" charset="0"/>
              </a:rPr>
              <a:t>versículos</a:t>
            </a:r>
            <a:endParaRPr lang="en-US" sz="1500" kern="100" dirty="0">
              <a:effectLst/>
              <a:latin typeface="Aptos" panose="020B0004020202020204" pitchFamily="34" charset="0"/>
              <a:ea typeface="Aptos" panose="020B0004020202020204" pitchFamily="34" charset="0"/>
              <a:cs typeface="Cordia New" panose="020B0304020202020204" pitchFamily="34" charset="-34"/>
            </a:endParaRPr>
          </a:p>
          <a:p>
            <a:pPr marL="342900" marR="0" lvl="0" indent="-342900">
              <a:buFont typeface="Wingdings" pitchFamily="2" charset="2"/>
              <a:buChar char="o"/>
            </a:pPr>
            <a:r>
              <a:rPr lang="en-US" sz="1500" kern="100" dirty="0" err="1">
                <a:effectLst/>
                <a:latin typeface="Aptos" panose="020B0004020202020204" pitchFamily="34" charset="0"/>
                <a:ea typeface="Aptos" panose="020B0004020202020204" pitchFamily="34" charset="0"/>
                <a:cs typeface="Times New Roman" panose="02020603050405020304" pitchFamily="18" charset="0"/>
              </a:rPr>
              <a:t>Número</a:t>
            </a:r>
            <a:r>
              <a:rPr lang="en-US" sz="1500" kern="100" dirty="0">
                <a:effectLst/>
                <a:latin typeface="Aptos" panose="020B0004020202020204" pitchFamily="34" charset="0"/>
                <a:ea typeface="Aptos" panose="020B0004020202020204" pitchFamily="34" charset="0"/>
                <a:cs typeface="Times New Roman" panose="02020603050405020304" pitchFamily="18" charset="0"/>
              </a:rPr>
              <a:t> del </a:t>
            </a:r>
            <a:r>
              <a:rPr lang="en-US" sz="1500" kern="100" dirty="0" err="1">
                <a:effectLst/>
                <a:latin typeface="Aptos" panose="020B0004020202020204" pitchFamily="34" charset="0"/>
                <a:ea typeface="Aptos" panose="020B0004020202020204" pitchFamily="34" charset="0"/>
                <a:cs typeface="Times New Roman" panose="02020603050405020304" pitchFamily="18" charset="0"/>
              </a:rPr>
              <a:t>capítulo</a:t>
            </a:r>
            <a:endParaRPr lang="en-US" sz="1500" kern="100" dirty="0">
              <a:effectLst/>
              <a:latin typeface="Aptos" panose="020B0004020202020204" pitchFamily="34" charset="0"/>
              <a:ea typeface="Aptos" panose="020B0004020202020204" pitchFamily="34" charset="0"/>
              <a:cs typeface="Cordia New" panose="020B0304020202020204" pitchFamily="34" charset="-34"/>
            </a:endParaRPr>
          </a:p>
          <a:p>
            <a:pPr marL="342900" marR="0" lvl="0" indent="-342900">
              <a:buFont typeface="Wingdings" pitchFamily="2" charset="2"/>
              <a:buChar char="o"/>
            </a:pPr>
            <a:r>
              <a:rPr lang="en-US" sz="1500" kern="100" dirty="0" err="1">
                <a:effectLst/>
                <a:latin typeface="Aptos" panose="020B0004020202020204" pitchFamily="34" charset="0"/>
                <a:ea typeface="Aptos" panose="020B0004020202020204" pitchFamily="34" charset="0"/>
                <a:cs typeface="Times New Roman" panose="02020603050405020304" pitchFamily="18" charset="0"/>
              </a:rPr>
              <a:t>Espaciado</a:t>
            </a:r>
            <a:endParaRPr lang="en-US" sz="1500" kern="100" dirty="0">
              <a:effectLst/>
              <a:latin typeface="Aptos" panose="020B0004020202020204" pitchFamily="34" charset="0"/>
              <a:ea typeface="Aptos" panose="020B0004020202020204" pitchFamily="34" charset="0"/>
              <a:cs typeface="Cordia New" panose="020B0304020202020204" pitchFamily="34" charset="-34"/>
            </a:endParaRPr>
          </a:p>
          <a:p>
            <a:pPr marL="342900" marR="0" lvl="0" indent="-342900">
              <a:buFont typeface="Wingdings" pitchFamily="2" charset="2"/>
              <a:buChar char="o"/>
            </a:pPr>
            <a:r>
              <a:rPr lang="en-US" sz="1500" kern="100" dirty="0" err="1">
                <a:effectLst/>
                <a:latin typeface="Aptos" panose="020B0004020202020204" pitchFamily="34" charset="0"/>
                <a:ea typeface="Aptos" panose="020B0004020202020204" pitchFamily="34" charset="0"/>
                <a:cs typeface="Times New Roman" panose="02020603050405020304" pitchFamily="18" charset="0"/>
              </a:rPr>
              <a:t>Leerlo</a:t>
            </a:r>
            <a:r>
              <a:rPr lang="en-US" sz="15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500" kern="100" dirty="0" err="1">
                <a:effectLst/>
                <a:latin typeface="Aptos" panose="020B0004020202020204" pitchFamily="34" charset="0"/>
                <a:ea typeface="Aptos" panose="020B0004020202020204" pitchFamily="34" charset="0"/>
                <a:cs typeface="Times New Roman" panose="02020603050405020304" pitchFamily="18" charset="0"/>
              </a:rPr>
              <a:t>todo</a:t>
            </a:r>
            <a:r>
              <a:rPr lang="en-US" sz="15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500" kern="100" dirty="0" err="1">
                <a:effectLst/>
                <a:latin typeface="Aptos" panose="020B0004020202020204" pitchFamily="34" charset="0"/>
                <a:ea typeface="Aptos" panose="020B0004020202020204" pitchFamily="34" charset="0"/>
                <a:cs typeface="Times New Roman" panose="02020603050405020304" pitchFamily="18" charset="0"/>
              </a:rPr>
              <a:t>rápido</a:t>
            </a:r>
            <a:r>
              <a:rPr lang="en-US" sz="1500" kern="100" dirty="0">
                <a:effectLst/>
                <a:latin typeface="Aptos" panose="020B0004020202020204" pitchFamily="34" charset="0"/>
                <a:ea typeface="Aptos" panose="020B0004020202020204" pitchFamily="34" charset="0"/>
                <a:cs typeface="Times New Roman" panose="02020603050405020304" pitchFamily="18" charset="0"/>
              </a:rPr>
              <a:t>.</a:t>
            </a:r>
            <a:endParaRPr lang="en-US" sz="1500" kern="100" dirty="0">
              <a:effectLst/>
              <a:latin typeface="Aptos" panose="020B0004020202020204" pitchFamily="34" charset="0"/>
              <a:ea typeface="Aptos" panose="020B0004020202020204" pitchFamily="34" charset="0"/>
              <a:cs typeface="Cordia New" panose="020B0304020202020204" pitchFamily="34" charset="-34"/>
            </a:endParaRPr>
          </a:p>
          <a:p>
            <a:pPr marL="342900" marR="0" lvl="0" indent="-342900">
              <a:buFont typeface="Wingdings" pitchFamily="2" charset="2"/>
              <a:buChar char="o"/>
            </a:pPr>
            <a:r>
              <a:rPr lang="en-US" sz="1500" kern="100" dirty="0">
                <a:effectLst/>
                <a:latin typeface="Aptos" panose="020B0004020202020204" pitchFamily="34" charset="0"/>
                <a:ea typeface="Aptos" panose="020B0004020202020204" pitchFamily="34" charset="0"/>
                <a:cs typeface="Times New Roman" panose="02020603050405020304" pitchFamily="18" charset="0"/>
              </a:rPr>
              <a:t>Finales de </a:t>
            </a:r>
            <a:r>
              <a:rPr lang="en-US" sz="1500" kern="100" dirty="0" err="1">
                <a:effectLst/>
                <a:latin typeface="Aptos" panose="020B0004020202020204" pitchFamily="34" charset="0"/>
                <a:ea typeface="Aptos" panose="020B0004020202020204" pitchFamily="34" charset="0"/>
                <a:cs typeface="Times New Roman" panose="02020603050405020304" pitchFamily="18" charset="0"/>
              </a:rPr>
              <a:t>oraciones</a:t>
            </a:r>
            <a:endParaRPr lang="en-US" sz="1500" kern="100" dirty="0">
              <a:effectLst/>
              <a:latin typeface="Aptos" panose="020B0004020202020204" pitchFamily="34" charset="0"/>
              <a:ea typeface="Aptos" panose="020B0004020202020204" pitchFamily="34" charset="0"/>
              <a:cs typeface="Cordia New" panose="020B0304020202020204" pitchFamily="34" charset="-34"/>
            </a:endParaRPr>
          </a:p>
          <a:p>
            <a:pPr marL="342900" marR="0" lvl="0" indent="-342900">
              <a:buFont typeface="Wingdings" pitchFamily="2" charset="2"/>
              <a:buChar char="o"/>
            </a:pPr>
            <a:r>
              <a:rPr lang="en-US" sz="1500" kern="100" dirty="0" err="1">
                <a:effectLst/>
                <a:latin typeface="Aptos" panose="020B0004020202020204" pitchFamily="34" charset="0"/>
                <a:ea typeface="Aptos" panose="020B0004020202020204" pitchFamily="34" charset="0"/>
                <a:cs typeface="Times New Roman" panose="02020603050405020304" pitchFamily="18" charset="0"/>
              </a:rPr>
              <a:t>Comienzos</a:t>
            </a:r>
            <a:r>
              <a:rPr lang="en-US" sz="1500" kern="100" dirty="0">
                <a:effectLst/>
                <a:latin typeface="Aptos" panose="020B0004020202020204" pitchFamily="34" charset="0"/>
                <a:ea typeface="Aptos" panose="020B0004020202020204" pitchFamily="34" charset="0"/>
                <a:cs typeface="Times New Roman" panose="02020603050405020304" pitchFamily="18" charset="0"/>
              </a:rPr>
              <a:t> de </a:t>
            </a:r>
            <a:r>
              <a:rPr lang="en-US" sz="1500" kern="100" dirty="0" err="1">
                <a:effectLst/>
                <a:latin typeface="Aptos" panose="020B0004020202020204" pitchFamily="34" charset="0"/>
                <a:ea typeface="Aptos" panose="020B0004020202020204" pitchFamily="34" charset="0"/>
                <a:cs typeface="Times New Roman" panose="02020603050405020304" pitchFamily="18" charset="0"/>
              </a:rPr>
              <a:t>oraciones</a:t>
            </a:r>
            <a:endParaRPr lang="en-US" sz="1500" kern="100" dirty="0">
              <a:effectLst/>
              <a:latin typeface="Aptos" panose="020B0004020202020204" pitchFamily="34" charset="0"/>
              <a:ea typeface="Aptos" panose="020B0004020202020204" pitchFamily="34" charset="0"/>
              <a:cs typeface="Cordia New" panose="020B0304020202020204" pitchFamily="34" charset="-34"/>
            </a:endParaRPr>
          </a:p>
          <a:p>
            <a:pPr marL="342900" marR="0" lvl="0" indent="-342900">
              <a:buFont typeface="Wingdings" pitchFamily="2" charset="2"/>
              <a:buChar char="o"/>
            </a:pPr>
            <a:r>
              <a:rPr lang="en-US" sz="1500" kern="100" dirty="0">
                <a:effectLst/>
                <a:latin typeface="Aptos" panose="020B0004020202020204" pitchFamily="34" charset="0"/>
                <a:ea typeface="Aptos" panose="020B0004020202020204" pitchFamily="34" charset="0"/>
                <a:cs typeface="Times New Roman" panose="02020603050405020304" pitchFamily="18" charset="0"/>
              </a:rPr>
              <a:t>pares: ( ) “” [ ]</a:t>
            </a:r>
            <a:endParaRPr lang="en-US" sz="1500" kern="100" dirty="0">
              <a:effectLst/>
              <a:latin typeface="Aptos" panose="020B0004020202020204" pitchFamily="34" charset="0"/>
              <a:ea typeface="Aptos" panose="020B0004020202020204" pitchFamily="34" charset="0"/>
              <a:cs typeface="Cordia New" panose="020B0304020202020204" pitchFamily="34" charset="-34"/>
            </a:endParaRPr>
          </a:p>
          <a:p>
            <a:pPr marL="342900" marR="0" lvl="0" indent="-342900">
              <a:buFont typeface="Wingdings" pitchFamily="2" charset="2"/>
              <a:buChar char="o"/>
            </a:pPr>
            <a:r>
              <a:rPr lang="en-US" sz="1500" kern="100" dirty="0" err="1">
                <a:effectLst/>
                <a:latin typeface="Aptos" panose="020B0004020202020204" pitchFamily="34" charset="0"/>
                <a:ea typeface="Aptos" panose="020B0004020202020204" pitchFamily="34" charset="0"/>
                <a:cs typeface="Times New Roman" panose="02020603050405020304" pitchFamily="18" charset="0"/>
              </a:rPr>
              <a:t>Mayúsculas</a:t>
            </a:r>
            <a:r>
              <a:rPr lang="en-US" sz="15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500" kern="100" dirty="0" err="1">
                <a:effectLst/>
                <a:latin typeface="Aptos" panose="020B0004020202020204" pitchFamily="34" charset="0"/>
                <a:ea typeface="Aptos" panose="020B0004020202020204" pitchFamily="34" charset="0"/>
                <a:cs typeface="Times New Roman" panose="02020603050405020304" pitchFamily="18" charset="0"/>
              </a:rPr>
              <a:t>en</a:t>
            </a:r>
            <a:r>
              <a:rPr lang="en-US" sz="15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500" kern="100" dirty="0" err="1">
                <a:effectLst/>
                <a:latin typeface="Aptos" panose="020B0004020202020204" pitchFamily="34" charset="0"/>
                <a:ea typeface="Aptos" panose="020B0004020202020204" pitchFamily="34" charset="0"/>
                <a:cs typeface="Times New Roman" panose="02020603050405020304" pitchFamily="18" charset="0"/>
              </a:rPr>
              <a:t>los</a:t>
            </a:r>
            <a:r>
              <a:rPr lang="en-US" sz="15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500" kern="100" dirty="0" err="1">
                <a:effectLst/>
                <a:latin typeface="Aptos" panose="020B0004020202020204" pitchFamily="34" charset="0"/>
                <a:ea typeface="Aptos" panose="020B0004020202020204" pitchFamily="34" charset="0"/>
                <a:cs typeface="Times New Roman" panose="02020603050405020304" pitchFamily="18" charset="0"/>
              </a:rPr>
              <a:t>nombres</a:t>
            </a:r>
            <a:endParaRPr lang="en-US" sz="1500" kern="100" dirty="0">
              <a:effectLst/>
              <a:latin typeface="Aptos" panose="020B0004020202020204" pitchFamily="34" charset="0"/>
              <a:ea typeface="Aptos" panose="020B0004020202020204" pitchFamily="34" charset="0"/>
              <a:cs typeface="Cordia New" panose="020B0304020202020204" pitchFamily="34" charset="-34"/>
            </a:endParaRPr>
          </a:p>
          <a:p>
            <a:pPr marL="342900" marR="0" lvl="0" indent="-342900">
              <a:buFont typeface="Wingdings" pitchFamily="2" charset="2"/>
              <a:buChar char="o"/>
            </a:pPr>
            <a:r>
              <a:rPr lang="es-ES" sz="1500" kern="100" dirty="0">
                <a:effectLst/>
                <a:latin typeface="Aptos" panose="020B0004020202020204" pitchFamily="34" charset="0"/>
                <a:ea typeface="Aptos" panose="020B0004020202020204" pitchFamily="34" charset="0"/>
                <a:cs typeface="Times New Roman" panose="02020603050405020304" pitchFamily="18" charset="0"/>
              </a:rPr>
              <a:t>_____________________</a:t>
            </a:r>
            <a:endParaRPr lang="en-US" sz="1500" kern="100" dirty="0">
              <a:effectLst/>
              <a:latin typeface="Aptos" panose="020B0004020202020204" pitchFamily="34" charset="0"/>
              <a:ea typeface="Aptos" panose="020B0004020202020204" pitchFamily="34" charset="0"/>
              <a:cs typeface="Cordia New" panose="020B0304020202020204" pitchFamily="34" charset="-34"/>
            </a:endParaRPr>
          </a:p>
          <a:p>
            <a:pPr marL="342900" marR="0" lvl="0" indent="-342900">
              <a:buFont typeface="Wingdings" pitchFamily="2" charset="2"/>
              <a:buChar char="o"/>
            </a:pPr>
            <a:r>
              <a:rPr lang="es-ES" sz="1500" kern="100" dirty="0">
                <a:effectLst/>
                <a:latin typeface="Aptos" panose="020B0004020202020204" pitchFamily="34" charset="0"/>
                <a:ea typeface="Aptos" panose="020B0004020202020204" pitchFamily="34" charset="0"/>
                <a:cs typeface="Times New Roman" panose="02020603050405020304" pitchFamily="18" charset="0"/>
              </a:rPr>
              <a:t>_____________________</a:t>
            </a:r>
            <a:endParaRPr lang="en-US" sz="1500" kern="100" dirty="0">
              <a:effectLst/>
              <a:latin typeface="Aptos" panose="020B0004020202020204" pitchFamily="34" charset="0"/>
              <a:ea typeface="Aptos" panose="020B0004020202020204" pitchFamily="34" charset="0"/>
              <a:cs typeface="Cordia New" panose="020B0304020202020204" pitchFamily="34" charset="-34"/>
            </a:endParaRPr>
          </a:p>
        </p:txBody>
      </p:sp>
      <p:sp>
        <p:nvSpPr>
          <p:cNvPr id="5" name="TextBox 4">
            <a:extLst>
              <a:ext uri="{FF2B5EF4-FFF2-40B4-BE49-F238E27FC236}">
                <a16:creationId xmlns:a16="http://schemas.microsoft.com/office/drawing/2014/main" id="{256B30E6-DDAF-C30F-A369-544FE86C84E6}"/>
              </a:ext>
            </a:extLst>
          </p:cNvPr>
          <p:cNvSpPr txBox="1"/>
          <p:nvPr/>
        </p:nvSpPr>
        <p:spPr>
          <a:xfrm>
            <a:off x="591015" y="814039"/>
            <a:ext cx="7928517" cy="2215991"/>
          </a:xfrm>
          <a:prstGeom prst="rect">
            <a:avLst/>
          </a:prstGeom>
          <a:noFill/>
        </p:spPr>
        <p:txBody>
          <a:bodyPr wrap="square" rtlCol="0">
            <a:spAutoFit/>
          </a:bodyPr>
          <a:lstStyle/>
          <a:p>
            <a:r>
              <a:rPr lang="es-ES_tradnl" sz="2000" noProof="1">
                <a:solidFill>
                  <a:srgbClr val="000000"/>
                </a:solidFill>
                <a:latin typeface="Noto Sans" panose="020B0502040504020204" pitchFamily="34" charset="0"/>
              </a:rPr>
              <a:t>22Pero el fruto DEl espíritu es amor), gozo, paz, paciencia, amabilidad, bondad, Fe, mansedumbre, y dominio propio; contra tales cosas no «hay ley. </a:t>
            </a:r>
            <a:r>
              <a:rPr lang="es-ES_tradnl" sz="2000" b="0" i="0" u="none" strike="noStrike" baseline="30000" noProof="1">
                <a:solidFill>
                  <a:srgbClr val="000000"/>
                </a:solidFill>
                <a:effectLst/>
                <a:latin typeface="Noto Sans" panose="020B0502040504020204" pitchFamily="34" charset="0"/>
              </a:rPr>
              <a:t>24</a:t>
            </a:r>
            <a:r>
              <a:rPr lang="es-ES_tradnl" sz="2000" b="0" i="0" u="none" strike="noStrike" noProof="1">
                <a:solidFill>
                  <a:srgbClr val="000000"/>
                </a:solidFill>
                <a:effectLst/>
                <a:latin typeface="Noto Sans" panose="020B0502040504020204" pitchFamily="34" charset="0"/>
              </a:rPr>
              <a:t> aquellos que pertenecen a cRisto Jesús han Crucificado los deseos de la naturaleza pecaminosa con sus pasionesy deseos . </a:t>
            </a:r>
            <a:r>
              <a:rPr lang="es-ES_tradnl" sz="2000" b="0" i="0" u="none" strike="noStrike" baseline="30000" noProof="1">
                <a:solidFill>
                  <a:srgbClr val="000000"/>
                </a:solidFill>
                <a:effectLst/>
                <a:latin typeface="Noto Sans" panose="020B0502040504020204" pitchFamily="34" charset="0"/>
              </a:rPr>
              <a:t>25 </a:t>
            </a:r>
            <a:r>
              <a:rPr lang="es-ES_tradnl" sz="2000" b="0" i="0" u="none" strike="noStrike" noProof="1">
                <a:solidFill>
                  <a:srgbClr val="000000"/>
                </a:solidFill>
                <a:effectLst/>
                <a:latin typeface="Noto Sans" panose="020B0502040504020204" pitchFamily="34" charset="0"/>
              </a:rPr>
              <a:t>¿Sí nosotros vivimos por el Espiritu, caminemos también por elEspíritu?</a:t>
            </a:r>
          </a:p>
          <a:p>
            <a:endParaRPr lang="en-US" dirty="0"/>
          </a:p>
        </p:txBody>
      </p:sp>
    </p:spTree>
    <p:extLst>
      <p:ext uri="{BB962C8B-B14F-4D97-AF65-F5344CB8AC3E}">
        <p14:creationId xmlns:p14="http://schemas.microsoft.com/office/powerpoint/2010/main" val="3964580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yellow background with black text&#10;&#10;AI-generated content may be incorrect.">
            <a:extLst>
              <a:ext uri="{FF2B5EF4-FFF2-40B4-BE49-F238E27FC236}">
                <a16:creationId xmlns:a16="http://schemas.microsoft.com/office/drawing/2014/main" id="{EAE932B7-595C-3D92-18FD-ADA875A310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5626" y="851719"/>
            <a:ext cx="6784258" cy="5088194"/>
          </a:xfrm>
          <a:prstGeom prst="rect">
            <a:avLst/>
          </a:prstGeom>
        </p:spPr>
      </p:pic>
    </p:spTree>
    <p:extLst>
      <p:ext uri="{BB962C8B-B14F-4D97-AF65-F5344CB8AC3E}">
        <p14:creationId xmlns:p14="http://schemas.microsoft.com/office/powerpoint/2010/main" val="818890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2505D1F-3A67-4829-9B5F-B0E46A8B0F83}"/>
              </a:ext>
            </a:extLst>
          </p:cNvPr>
          <p:cNvGrpSpPr/>
          <p:nvPr/>
        </p:nvGrpSpPr>
        <p:grpSpPr>
          <a:xfrm>
            <a:off x="3168868" y="1282383"/>
            <a:ext cx="4658565" cy="4293235"/>
            <a:chOff x="3295841" y="1476633"/>
            <a:chExt cx="4237002" cy="3904732"/>
          </a:xfrm>
        </p:grpSpPr>
        <p:sp>
          <p:nvSpPr>
            <p:cNvPr id="9" name="Parallelogram 8">
              <a:extLst>
                <a:ext uri="{FF2B5EF4-FFF2-40B4-BE49-F238E27FC236}">
                  <a16:creationId xmlns:a16="http://schemas.microsoft.com/office/drawing/2014/main" id="{08D91778-2757-49F2-AB09-6D33F8844D1F}"/>
                </a:ext>
              </a:extLst>
            </p:cNvPr>
            <p:cNvSpPr/>
            <p:nvPr/>
          </p:nvSpPr>
          <p:spPr>
            <a:xfrm>
              <a:off x="5009589"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0" name="Parallelogram 9">
              <a:extLst>
                <a:ext uri="{FF2B5EF4-FFF2-40B4-BE49-F238E27FC236}">
                  <a16:creationId xmlns:a16="http://schemas.microsoft.com/office/drawing/2014/main" id="{4B6A9ACA-1A35-4D56-B557-3E39AD46DB07}"/>
                </a:ext>
              </a:extLst>
            </p:cNvPr>
            <p:cNvSpPr/>
            <p:nvPr/>
          </p:nvSpPr>
          <p:spPr>
            <a:xfrm>
              <a:off x="3295841"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grpSp>
        <p:nvGrpSpPr>
          <p:cNvPr id="16" name="Group 15">
            <a:extLst>
              <a:ext uri="{FF2B5EF4-FFF2-40B4-BE49-F238E27FC236}">
                <a16:creationId xmlns:a16="http://schemas.microsoft.com/office/drawing/2014/main" id="{908733BA-FB7E-4EFA-9273-D97BE08650A6}"/>
              </a:ext>
            </a:extLst>
          </p:cNvPr>
          <p:cNvGrpSpPr/>
          <p:nvPr/>
        </p:nvGrpSpPr>
        <p:grpSpPr>
          <a:xfrm>
            <a:off x="1316567" y="1282383"/>
            <a:ext cx="6480241" cy="4293235"/>
            <a:chOff x="1611158" y="1476633"/>
            <a:chExt cx="5893831" cy="3904732"/>
          </a:xfrm>
        </p:grpSpPr>
        <p:sp>
          <p:nvSpPr>
            <p:cNvPr id="12" name="Parallelogram 11">
              <a:extLst>
                <a:ext uri="{FF2B5EF4-FFF2-40B4-BE49-F238E27FC236}">
                  <a16:creationId xmlns:a16="http://schemas.microsoft.com/office/drawing/2014/main" id="{2EA235FE-2138-4C48-8303-9EBAE28CFED5}"/>
                </a:ext>
              </a:extLst>
            </p:cNvPr>
            <p:cNvSpPr/>
            <p:nvPr/>
          </p:nvSpPr>
          <p:spPr>
            <a:xfrm flipH="1">
              <a:off x="1611158" y="1476633"/>
              <a:ext cx="2523254" cy="3904732"/>
            </a:xfrm>
            <a:prstGeom prst="parallelogram">
              <a:avLst>
                <a:gd name="adj" fmla="val 6695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3" name="Parallelogram 12">
              <a:extLst>
                <a:ext uri="{FF2B5EF4-FFF2-40B4-BE49-F238E27FC236}">
                  <a16:creationId xmlns:a16="http://schemas.microsoft.com/office/drawing/2014/main" id="{A229B89D-5031-4F4F-AEEF-E8A1CDAD73B1}"/>
                </a:ext>
              </a:extLst>
            </p:cNvPr>
            <p:cNvSpPr/>
            <p:nvPr/>
          </p:nvSpPr>
          <p:spPr>
            <a:xfrm flipH="1">
              <a:off x="3323695" y="1476633"/>
              <a:ext cx="2523254" cy="3904732"/>
            </a:xfrm>
            <a:prstGeom prst="parallelogram">
              <a:avLst>
                <a:gd name="adj" fmla="val 6695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4" name="Parallelogram 13">
              <a:extLst>
                <a:ext uri="{FF2B5EF4-FFF2-40B4-BE49-F238E27FC236}">
                  <a16:creationId xmlns:a16="http://schemas.microsoft.com/office/drawing/2014/main" id="{AC879204-E238-4190-946B-412A71DC4296}"/>
                </a:ext>
              </a:extLst>
            </p:cNvPr>
            <p:cNvSpPr/>
            <p:nvPr/>
          </p:nvSpPr>
          <p:spPr>
            <a:xfrm flipH="1">
              <a:off x="4981735" y="1476633"/>
              <a:ext cx="2523254" cy="3904732"/>
            </a:xfrm>
            <a:prstGeom prst="parallelogram">
              <a:avLst>
                <a:gd name="adj" fmla="val 6695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pic>
        <p:nvPicPr>
          <p:cNvPr id="5" name="Picture 4">
            <a:extLst>
              <a:ext uri="{FF2B5EF4-FFF2-40B4-BE49-F238E27FC236}">
                <a16:creationId xmlns:a16="http://schemas.microsoft.com/office/drawing/2014/main" id="{F00D8846-597B-4195-9B2F-1C48DB7B74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531" y="2269865"/>
            <a:ext cx="7116980" cy="2147636"/>
          </a:xfrm>
          <a:prstGeom prst="rect">
            <a:avLst/>
          </a:prstGeom>
        </p:spPr>
      </p:pic>
      <p:grpSp>
        <p:nvGrpSpPr>
          <p:cNvPr id="6" name="Group 5">
            <a:extLst>
              <a:ext uri="{FF2B5EF4-FFF2-40B4-BE49-F238E27FC236}">
                <a16:creationId xmlns:a16="http://schemas.microsoft.com/office/drawing/2014/main" id="{8F406A7A-4372-4E9E-89C1-D5203C798C8D}"/>
              </a:ext>
            </a:extLst>
          </p:cNvPr>
          <p:cNvGrpSpPr/>
          <p:nvPr/>
        </p:nvGrpSpPr>
        <p:grpSpPr>
          <a:xfrm>
            <a:off x="-127730" y="0"/>
            <a:ext cx="9399460" cy="230430"/>
            <a:chOff x="-172745" y="0"/>
            <a:chExt cx="9399460" cy="230430"/>
          </a:xfrm>
        </p:grpSpPr>
        <p:sp>
          <p:nvSpPr>
            <p:cNvPr id="20" name="Parallelogram 19">
              <a:extLst>
                <a:ext uri="{FF2B5EF4-FFF2-40B4-BE49-F238E27FC236}">
                  <a16:creationId xmlns:a16="http://schemas.microsoft.com/office/drawing/2014/main" id="{ED1D0F24-F56E-4F72-861D-C7F91EB5ABFD}"/>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21" name="Parallelogram 20">
              <a:extLst>
                <a:ext uri="{FF2B5EF4-FFF2-40B4-BE49-F238E27FC236}">
                  <a16:creationId xmlns:a16="http://schemas.microsoft.com/office/drawing/2014/main" id="{6243CFFB-28EB-42A0-AF4F-2F6045FA5F1F}"/>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8" name="Parallelogram 17">
              <a:extLst>
                <a:ext uri="{FF2B5EF4-FFF2-40B4-BE49-F238E27FC236}">
                  <a16:creationId xmlns:a16="http://schemas.microsoft.com/office/drawing/2014/main" id="{206BA820-028D-4AFE-A8C1-DAD65677009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spTree>
    <p:extLst>
      <p:ext uri="{BB962C8B-B14F-4D97-AF65-F5344CB8AC3E}">
        <p14:creationId xmlns:p14="http://schemas.microsoft.com/office/powerpoint/2010/main" val="3072800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3000" fill="hold"/>
                                        <p:tgtEl>
                                          <p:spTgt spid="16"/>
                                        </p:tgtEl>
                                        <p:attrNameLst>
                                          <p:attrName>ppt_x</p:attrName>
                                        </p:attrNameLst>
                                      </p:cBhvr>
                                      <p:tavLst>
                                        <p:tav tm="0">
                                          <p:val>
                                            <p:strVal val="1+#ppt_w/2"/>
                                          </p:val>
                                        </p:tav>
                                        <p:tav tm="100000">
                                          <p:val>
                                            <p:strVal val="#ppt_x"/>
                                          </p:val>
                                        </p:tav>
                                      </p:tavLst>
                                    </p:anim>
                                    <p:anim calcmode="lin" valueType="num">
                                      <p:cBhvr additive="base">
                                        <p:cTn id="8" dur="30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3000" fill="hold"/>
                                        <p:tgtEl>
                                          <p:spTgt spid="17"/>
                                        </p:tgtEl>
                                        <p:attrNameLst>
                                          <p:attrName>ppt_x</p:attrName>
                                        </p:attrNameLst>
                                      </p:cBhvr>
                                      <p:tavLst>
                                        <p:tav tm="0">
                                          <p:val>
                                            <p:strVal val="0-#ppt_w/2"/>
                                          </p:val>
                                        </p:tav>
                                        <p:tav tm="100000">
                                          <p:val>
                                            <p:strVal val="#ppt_x"/>
                                          </p:val>
                                        </p:tav>
                                      </p:tavLst>
                                    </p:anim>
                                    <p:anim calcmode="lin" valueType="num">
                                      <p:cBhvr additive="base">
                                        <p:cTn id="12" dur="300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3000"/>
                            </p:stCondLst>
                            <p:childTnLst>
                              <p:par>
                                <p:cTn id="14" presetID="10" presetClass="exit" presetSubtype="0" fill="hold" nodeType="afterEffect">
                                  <p:stCondLst>
                                    <p:cond delay="1000"/>
                                  </p:stCondLst>
                                  <p:childTnLst>
                                    <p:animEffect transition="out" filter="fade">
                                      <p:cBhvr>
                                        <p:cTn id="15" dur="500"/>
                                        <p:tgtEl>
                                          <p:spTgt spid="16"/>
                                        </p:tgtEl>
                                      </p:cBhvr>
                                    </p:animEffect>
                                    <p:set>
                                      <p:cBhvr>
                                        <p:cTn id="16" dur="1" fill="hold">
                                          <p:stCondLst>
                                            <p:cond delay="499"/>
                                          </p:stCondLst>
                                        </p:cTn>
                                        <p:tgtEl>
                                          <p:spTgt spid="16"/>
                                        </p:tgtEl>
                                        <p:attrNameLst>
                                          <p:attrName>style.visibility</p:attrName>
                                        </p:attrNameLst>
                                      </p:cBhvr>
                                      <p:to>
                                        <p:strVal val="hidden"/>
                                      </p:to>
                                    </p:set>
                                  </p:childTnLst>
                                </p:cTn>
                              </p:par>
                              <p:par>
                                <p:cTn id="17" presetID="10" presetClass="exit" presetSubtype="0" fill="hold" nodeType="withEffect">
                                  <p:stCondLst>
                                    <p:cond delay="100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childTnLst>
                          </p:cTn>
                        </p:par>
                        <p:par>
                          <p:cTn id="20" fill="hold">
                            <p:stCondLst>
                              <p:cond delay="4500"/>
                            </p:stCondLst>
                            <p:childTnLst>
                              <p:par>
                                <p:cTn id="21" presetID="10"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F017C5ECD5AE84588140775F5D9B6FC" ma:contentTypeVersion="10" ma:contentTypeDescription="Create a new document." ma:contentTypeScope="" ma:versionID="3fff9ed69b78a1d1c48e3f96068d2b17">
  <xsd:schema xmlns:xsd="http://www.w3.org/2001/XMLSchema" xmlns:xs="http://www.w3.org/2001/XMLSchema" xmlns:p="http://schemas.microsoft.com/office/2006/metadata/properties" xmlns:ns2="fee82e44-1fa4-4144-8309-00fed2bf4198" xmlns:ns3="1a61c928-f5f6-4989-bd5d-cb8872a1b06d" targetNamespace="http://schemas.microsoft.com/office/2006/metadata/properties" ma:root="true" ma:fieldsID="7b2c40b849e0c1cff02f16dd8f1be10b" ns2:_="" ns3:_="">
    <xsd:import namespace="fee82e44-1fa4-4144-8309-00fed2bf4198"/>
    <xsd:import namespace="1a61c928-f5f6-4989-bd5d-cb8872a1b06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e82e44-1fa4-4144-8309-00fed2bf41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a61c928-f5f6-4989-bd5d-cb8872a1b06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FAEA8CE-B9EE-483D-BCC0-30FDC62AC87C}"/>
</file>

<file path=customXml/itemProps2.xml><?xml version="1.0" encoding="utf-8"?>
<ds:datastoreItem xmlns:ds="http://schemas.openxmlformats.org/officeDocument/2006/customXml" ds:itemID="{DD870300-B03F-45F7-9154-521D8C74684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178770A-F6AC-406B-AF0D-88CBCF36B7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2589</TotalTime>
  <Words>1838</Words>
  <Application>Microsoft Macintosh PowerPoint</Application>
  <PresentationFormat>On-screen Show (4:3)</PresentationFormat>
  <Paragraphs>69</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Arial</vt:lpstr>
      <vt:lpstr>Atkinson Hyperlegible</vt:lpstr>
      <vt:lpstr>Calibri</vt:lpstr>
      <vt:lpstr>Castellar</vt:lpstr>
      <vt:lpstr>Noto Sans</vt:lpstr>
      <vt:lpstr>Wingdings</vt:lpstr>
      <vt:lpstr>Office Theme</vt:lpstr>
      <vt:lpstr>PowerPoint Presentation</vt:lpstr>
      <vt:lpstr>PowerPoint Presentation</vt:lpstr>
      <vt:lpstr>PowerPoint Presentation</vt:lpstr>
      <vt:lpstr>Ortografía </vt:lpstr>
      <vt:lpstr>PowerPoint Presentation</vt:lpstr>
      <vt:lpstr>Gálatas 5:22-25</vt:lpstr>
      <vt:lpstr>Los Versículos</vt:lpstr>
      <vt:lpstr>Comienzo de Oraciónes</vt:lpstr>
      <vt:lpstr>Fines de Oraciónes</vt:lpstr>
      <vt:lpstr>Comillas y otros pares</vt:lpstr>
      <vt:lpstr>Mayúsculas</vt:lpstr>
      <vt:lpstr>Misceláneo</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Tammy Enns</cp:lastModifiedBy>
  <cp:revision>183</cp:revision>
  <dcterms:created xsi:type="dcterms:W3CDTF">2019-03-18T18:21:25Z</dcterms:created>
  <dcterms:modified xsi:type="dcterms:W3CDTF">2025-07-25T19:11:10Z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0x0101002F017C5ECD5AE84588140775F5D9B6FC</vt:lpwstr>
  </property>
</Properties>
</file>