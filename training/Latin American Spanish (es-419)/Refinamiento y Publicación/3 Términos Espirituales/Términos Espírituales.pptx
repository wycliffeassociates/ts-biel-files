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82" r:id="rId5"/>
    <p:sldId id="313" r:id="rId6"/>
    <p:sldId id="305" r:id="rId7"/>
    <p:sldId id="306" r:id="rId8"/>
    <p:sldId id="307" r:id="rId9"/>
    <p:sldId id="312" r:id="rId10"/>
    <p:sldId id="309" r:id="rId11"/>
    <p:sldId id="310" r:id="rId12"/>
    <p:sldId id="31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A83F"/>
    <a:srgbClr val="716557"/>
    <a:srgbClr val="B95659"/>
    <a:srgbClr val="C3DD93"/>
    <a:srgbClr val="FBA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31" autoAdjust="0"/>
    <p:restoredTop sz="95694" autoAdjust="0"/>
  </p:normalViewPr>
  <p:slideViewPr>
    <p:cSldViewPr snapToGrid="0">
      <p:cViewPr varScale="1">
        <p:scale>
          <a:sx n="115" d="100"/>
          <a:sy n="115" d="100"/>
        </p:scale>
        <p:origin x="992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Evaluación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de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Términos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Espirituales</a:t>
            </a:r>
            <a:endParaRPr lang="en-US" sz="3600" b="1" dirty="0">
              <a:solidFill>
                <a:srgbClr val="B95659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9" name="Picture 18" descr="Open book">
            <a:extLst>
              <a:ext uri="{FF2B5EF4-FFF2-40B4-BE49-F238E27FC236}">
                <a16:creationId xmlns:a16="http://schemas.microsoft.com/office/drawing/2014/main" id="{EA8BA033-6E1B-6473-D1AF-572E92534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2" b="2367"/>
          <a:stretch/>
        </p:blipFill>
        <p:spPr>
          <a:xfrm>
            <a:off x="0" y="1803042"/>
            <a:ext cx="9144000" cy="483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22371-BBDD-0E6B-9C17-5312EFED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7B88216-93FE-B329-A233-CF8CBB514932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08DD9FC1-5C43-C3BC-E40B-BF44012FE737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C6B1612F-D7C1-9FC9-7E92-73FB45EEE253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F7B24E79-9706-DD10-C0F2-D6595D72CD14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D370CD-E3F5-21BD-D961-03EAA51F274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1D8DD42E-F020-C0A8-108D-292B4E414F6C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977C674A-3926-FDD8-BB3C-9C4E33614DB6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EDC34B0E-E2EC-0262-1276-46407B02DE13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3BC6E5-926E-6DCD-4F49-353E7CDB5D19}"/>
              </a:ext>
            </a:extLst>
          </p:cNvPr>
          <p:cNvSpPr txBox="1"/>
          <p:nvPr/>
        </p:nvSpPr>
        <p:spPr>
          <a:xfrm>
            <a:off x="3559698" y="1187341"/>
            <a:ext cx="5023263" cy="4516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paso 7, se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eligieron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las palabras claves para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capítulo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endParaRPr lang="en-US" sz="28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endParaRPr lang="en-US" sz="28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Ahora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términos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serán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evaluados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lo largo de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todo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Nuevo </a:t>
            </a:r>
            <a:r>
              <a:rPr lang="en-US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Testamento</a:t>
            </a: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A0220-9EDA-D2FD-BDBE-A49BEF9B56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661815" y="875672"/>
            <a:ext cx="2193919" cy="2194560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F0F80C-8BA1-43DC-291E-3ACBDCE9E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8" t="14051" r="31217" b="1787"/>
          <a:stretch/>
        </p:blipFill>
        <p:spPr>
          <a:xfrm>
            <a:off x="661815" y="4090839"/>
            <a:ext cx="2194092" cy="2194560"/>
          </a:xfrm>
          <a:prstGeom prst="ellipse">
            <a:avLst/>
          </a:prstGeom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2991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ACF36004-402F-430D-4E26-A025CE980CD6}"/>
              </a:ext>
            </a:extLst>
          </p:cNvPr>
          <p:cNvSpPr/>
          <p:nvPr/>
        </p:nvSpPr>
        <p:spPr>
          <a:xfrm>
            <a:off x="1341912" y="2588821"/>
            <a:ext cx="1947553" cy="2125683"/>
          </a:xfrm>
          <a:prstGeom prst="ellipse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393BBD-0193-6250-467C-709FE8414DE0}"/>
              </a:ext>
            </a:extLst>
          </p:cNvPr>
          <p:cNvSpPr>
            <a:spLocks/>
          </p:cNvSpPr>
          <p:nvPr/>
        </p:nvSpPr>
        <p:spPr>
          <a:xfrm>
            <a:off x="1035528" y="2376377"/>
            <a:ext cx="2560320" cy="2510195"/>
          </a:xfrm>
          <a:prstGeom prst="ellipse">
            <a:avLst/>
          </a:prstGeom>
          <a:solidFill>
            <a:schemeClr val="accent2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Significado</a:t>
            </a: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abstracto</a:t>
            </a:r>
            <a:endParaRPr 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C18D6E-9928-01EB-41B2-E27ED73909FB}"/>
              </a:ext>
            </a:extLst>
          </p:cNvPr>
          <p:cNvSpPr/>
          <p:nvPr/>
        </p:nvSpPr>
        <p:spPr>
          <a:xfrm>
            <a:off x="5387834" y="2268179"/>
            <a:ext cx="2850391" cy="2726591"/>
          </a:xfrm>
          <a:prstGeom prst="ellipse">
            <a:avLst/>
          </a:prstGeom>
          <a:solidFill>
            <a:srgbClr val="FBA93D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Significado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espiritual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D7B2C-2DA6-7D49-6200-8F1BA673F987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¿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Qué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tipo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de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términos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B47D21-FD8C-D9DB-F103-0DD345C5546D}"/>
              </a:ext>
            </a:extLst>
          </p:cNvPr>
          <p:cNvSpPr/>
          <p:nvPr/>
        </p:nvSpPr>
        <p:spPr>
          <a:xfrm>
            <a:off x="695459" y="5087155"/>
            <a:ext cx="2377211" cy="695459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785175-A124-F0AA-79C2-2F327196BC4D}"/>
              </a:ext>
            </a:extLst>
          </p:cNvPr>
          <p:cNvSpPr/>
          <p:nvPr/>
        </p:nvSpPr>
        <p:spPr>
          <a:xfrm>
            <a:off x="445254" y="5579530"/>
            <a:ext cx="2054431" cy="442674"/>
          </a:xfrm>
          <a:prstGeom prst="roundRect">
            <a:avLst/>
          </a:prstGeom>
          <a:solidFill>
            <a:schemeClr val="accent1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árbol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03D09B-60A3-DF59-33A4-76A0D33FF6EE}"/>
              </a:ext>
            </a:extLst>
          </p:cNvPr>
          <p:cNvSpPr/>
          <p:nvPr/>
        </p:nvSpPr>
        <p:spPr>
          <a:xfrm>
            <a:off x="3544784" y="5577790"/>
            <a:ext cx="2054431" cy="442674"/>
          </a:xfrm>
          <a:prstGeom prst="roundRect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adopción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71B36D-15BA-D4B4-DD96-D4CA16E4E21D}"/>
              </a:ext>
            </a:extLst>
          </p:cNvPr>
          <p:cNvSpPr/>
          <p:nvPr/>
        </p:nvSpPr>
        <p:spPr>
          <a:xfrm>
            <a:off x="6667995" y="5577790"/>
            <a:ext cx="2054431" cy="442674"/>
          </a:xfrm>
          <a:prstGeom prst="roundRect">
            <a:avLst/>
          </a:prstGeom>
          <a:solidFill>
            <a:srgbClr val="83A83F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carne</a:t>
            </a:r>
          </a:p>
        </p:txBody>
      </p:sp>
    </p:spTree>
    <p:extLst>
      <p:ext uri="{BB962C8B-B14F-4D97-AF65-F5344CB8AC3E}">
        <p14:creationId xmlns:p14="http://schemas.microsoft.com/office/powerpoint/2010/main" val="23887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BD01E1C-1F6E-CBE1-A370-60A5B395D5B0}"/>
              </a:ext>
            </a:extLst>
          </p:cNvPr>
          <p:cNvSpPr txBox="1"/>
          <p:nvPr/>
        </p:nvSpPr>
        <p:spPr>
          <a:xfrm>
            <a:off x="2971800" y="-142504"/>
            <a:ext cx="3146961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9620B-F786-03F1-6286-21F76DE5C7AA}"/>
              </a:ext>
            </a:extLst>
          </p:cNvPr>
          <p:cNvSpPr txBox="1"/>
          <p:nvPr/>
        </p:nvSpPr>
        <p:spPr>
          <a:xfrm>
            <a:off x="1943099" y="2828835"/>
            <a:ext cx="5257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¿Por </a:t>
            </a:r>
            <a:r>
              <a:rPr lang="en-US" sz="2400" b="1" dirty="0" err="1"/>
              <a:t>qué</a:t>
            </a:r>
            <a:r>
              <a:rPr lang="en-US" sz="2400" b="1" dirty="0"/>
              <a:t> </a:t>
            </a:r>
            <a:r>
              <a:rPr lang="en-US" sz="2400" b="1" dirty="0" err="1"/>
              <a:t>revisar</a:t>
            </a:r>
            <a:r>
              <a:rPr lang="en-US" sz="2400" b="1" dirty="0"/>
              <a:t> las palabras a lo largo de </a:t>
            </a:r>
            <a:r>
              <a:rPr lang="en-US" sz="2400" b="1" dirty="0" err="1"/>
              <a:t>todo</a:t>
            </a:r>
            <a:r>
              <a:rPr lang="en-US" sz="2400" b="1" dirty="0"/>
              <a:t> </a:t>
            </a:r>
            <a:r>
              <a:rPr lang="en-US" sz="2400" b="1" dirty="0" err="1"/>
              <a:t>el</a:t>
            </a:r>
            <a:r>
              <a:rPr lang="en-US" sz="2400" b="1" dirty="0"/>
              <a:t> Nuevo </a:t>
            </a:r>
            <a:r>
              <a:rPr lang="en-US" sz="2400" b="1" dirty="0" err="1"/>
              <a:t>Testamento</a:t>
            </a:r>
            <a:r>
              <a:rPr lang="en-US" sz="2400" b="1" dirty="0"/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35CBF6-0C15-1805-A9BB-F2A847970DB4}"/>
              </a:ext>
            </a:extLst>
          </p:cNvPr>
          <p:cNvSpPr/>
          <p:nvPr/>
        </p:nvSpPr>
        <p:spPr>
          <a:xfrm>
            <a:off x="2971800" y="5771408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B4EAEC-EF14-BDB6-607C-BE820AB705BA}"/>
              </a:ext>
            </a:extLst>
          </p:cNvPr>
          <p:cNvSpPr/>
          <p:nvPr/>
        </p:nvSpPr>
        <p:spPr>
          <a:xfrm>
            <a:off x="445254" y="5451452"/>
            <a:ext cx="2054431" cy="783193"/>
          </a:xfrm>
          <a:prstGeom prst="roundRect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traductores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9D0BF7-7797-4390-1BAC-7E488FE090FB}"/>
              </a:ext>
            </a:extLst>
          </p:cNvPr>
          <p:cNvSpPr/>
          <p:nvPr/>
        </p:nvSpPr>
        <p:spPr>
          <a:xfrm>
            <a:off x="6668030" y="5379812"/>
            <a:ext cx="2054431" cy="783193"/>
          </a:xfrm>
          <a:prstGeom prst="roundRect">
            <a:avLst/>
          </a:prstGeom>
          <a:solidFill>
            <a:srgbClr val="B95659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¿Las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mismas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palabras?</a:t>
            </a:r>
          </a:p>
        </p:txBody>
      </p:sp>
    </p:spTree>
    <p:extLst>
      <p:ext uri="{BB962C8B-B14F-4D97-AF65-F5344CB8AC3E}">
        <p14:creationId xmlns:p14="http://schemas.microsoft.com/office/powerpoint/2010/main" val="77272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432D0FD7-82DC-56C3-2FF9-AAC5B9BC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395" y="1360870"/>
            <a:ext cx="822960" cy="82296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17004D7C-0A3C-765E-FAB1-B60A4FB55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2307736"/>
            <a:ext cx="822960" cy="82296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0F1DDA32-0C51-3CA9-B051-2024E7BBA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3239037"/>
            <a:ext cx="822960" cy="82296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3B0DCFB7-4865-4E67-09EA-D0D2C5272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73" y="4170338"/>
            <a:ext cx="822960" cy="822960"/>
          </a:xfrm>
          <a:prstGeom prst="rect">
            <a:avLst/>
          </a:prstGeom>
        </p:spPr>
      </p:pic>
      <p:pic>
        <p:nvPicPr>
          <p:cNvPr id="11" name="Graphic 10" descr="Clipboard outline">
            <a:extLst>
              <a:ext uri="{FF2B5EF4-FFF2-40B4-BE49-F238E27FC236}">
                <a16:creationId xmlns:a16="http://schemas.microsoft.com/office/drawing/2014/main" id="{368DF5A7-2EB7-EA30-964B-45E7F13A0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096" y="1330715"/>
            <a:ext cx="457200" cy="457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89FA23-3C36-EDE6-6266-FE9F83542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3535" y="289932"/>
            <a:ext cx="7135568" cy="638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9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432D0FD7-82DC-56C3-2FF9-AAC5B9BC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395" y="1360870"/>
            <a:ext cx="822960" cy="82296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17004D7C-0A3C-765E-FAB1-B60A4FB55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2307736"/>
            <a:ext cx="822960" cy="82296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0F1DDA32-0C51-3CA9-B051-2024E7BBA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3239037"/>
            <a:ext cx="822960" cy="82296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3B0DCFB7-4865-4E67-09EA-D0D2C5272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73" y="4170338"/>
            <a:ext cx="822960" cy="822960"/>
          </a:xfrm>
          <a:prstGeom prst="rect">
            <a:avLst/>
          </a:prstGeom>
        </p:spPr>
      </p:pic>
      <p:pic>
        <p:nvPicPr>
          <p:cNvPr id="11" name="Graphic 10" descr="Clipboard outline">
            <a:extLst>
              <a:ext uri="{FF2B5EF4-FFF2-40B4-BE49-F238E27FC236}">
                <a16:creationId xmlns:a16="http://schemas.microsoft.com/office/drawing/2014/main" id="{368DF5A7-2EB7-EA30-964B-45E7F13A0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096" y="1330715"/>
            <a:ext cx="457200" cy="457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6FC92E-40C0-C957-2C62-A5A8EF8A00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625874"/>
            <a:ext cx="7772400" cy="500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0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15131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2" y="176749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2664469"/>
            <a:ext cx="31459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5000" b="1" dirty="0" err="1">
                <a:solidFill>
                  <a:srgbClr val="FFFFFF"/>
                </a:solidFill>
                <a:cs typeface="Arial" panose="020B0604020202020204" pitchFamily="34" charset="0"/>
              </a:rPr>
              <a:t>Pruébalo</a:t>
            </a:r>
            <a:endParaRPr kumimoji="0" lang="en-US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4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442F2E-C1A2-6A1D-8BD2-9E787F6407E4}"/>
              </a:ext>
            </a:extLst>
          </p:cNvPr>
          <p:cNvSpPr txBox="1"/>
          <p:nvPr/>
        </p:nvSpPr>
        <p:spPr>
          <a:xfrm>
            <a:off x="2220685" y="151341"/>
            <a:ext cx="470262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BB72D-0B73-B8F7-58A9-312B67645B69}"/>
              </a:ext>
            </a:extLst>
          </p:cNvPr>
          <p:cNvSpPr txBox="1"/>
          <p:nvPr/>
        </p:nvSpPr>
        <p:spPr>
          <a:xfrm>
            <a:off x="1045028" y="2921331"/>
            <a:ext cx="70539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¿</a:t>
            </a:r>
            <a:r>
              <a:rPr lang="en-US" sz="2800" b="1" dirty="0" err="1"/>
              <a:t>Consistencia</a:t>
            </a:r>
            <a:r>
              <a:rPr lang="en-US" sz="2800" b="1" dirty="0"/>
              <a:t>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¿</a:t>
            </a:r>
            <a:r>
              <a:rPr lang="en-US" sz="2800" b="1" dirty="0" err="1"/>
              <a:t>Significados</a:t>
            </a:r>
            <a:r>
              <a:rPr lang="en-US" sz="2800" b="1" dirty="0"/>
              <a:t> </a:t>
            </a:r>
            <a:r>
              <a:rPr lang="en-US" sz="2800" b="1" dirty="0" err="1"/>
              <a:t>correctos</a:t>
            </a:r>
            <a:r>
              <a:rPr lang="en-US" sz="2800" b="1" dirty="0"/>
              <a:t>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¿</a:t>
            </a:r>
            <a:r>
              <a:rPr lang="en-US" sz="2800" b="1" dirty="0" err="1"/>
              <a:t>Cambios</a:t>
            </a:r>
            <a:r>
              <a:rPr lang="en-US" sz="28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0077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947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1D02729-1898-44AD-B019-DD3A65E811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2014</TotalTime>
  <Words>80</Words>
  <Application>Microsoft Macintosh PowerPoint</Application>
  <PresentationFormat>On-screen Show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185</cp:revision>
  <dcterms:created xsi:type="dcterms:W3CDTF">2019-03-18T18:21:25Z</dcterms:created>
  <dcterms:modified xsi:type="dcterms:W3CDTF">2025-05-12T14:43:52Z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